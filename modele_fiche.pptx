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02"/>
  </p:notesMasterIdLst>
  <p:sldIdLst>
    <p:sldId id="587" r:id="rId2"/>
    <p:sldId id="588" r:id="rId3"/>
    <p:sldId id="589" r:id="rId4"/>
    <p:sldId id="590" r:id="rId5"/>
    <p:sldId id="591" r:id="rId6"/>
    <p:sldId id="592" r:id="rId7"/>
    <p:sldId id="593" r:id="rId8"/>
    <p:sldId id="594" r:id="rId9"/>
    <p:sldId id="595" r:id="rId10"/>
    <p:sldId id="596" r:id="rId11"/>
    <p:sldId id="597" r:id="rId12"/>
    <p:sldId id="598" r:id="rId13"/>
    <p:sldId id="599" r:id="rId14"/>
    <p:sldId id="600" r:id="rId15"/>
    <p:sldId id="601" r:id="rId16"/>
    <p:sldId id="602" r:id="rId17"/>
    <p:sldId id="603" r:id="rId18"/>
    <p:sldId id="604" r:id="rId19"/>
    <p:sldId id="605" r:id="rId20"/>
    <p:sldId id="606" r:id="rId21"/>
    <p:sldId id="607" r:id="rId22"/>
    <p:sldId id="608" r:id="rId23"/>
    <p:sldId id="609" r:id="rId24"/>
    <p:sldId id="610" r:id="rId25"/>
    <p:sldId id="611" r:id="rId26"/>
    <p:sldId id="612" r:id="rId27"/>
    <p:sldId id="613" r:id="rId28"/>
    <p:sldId id="614" r:id="rId29"/>
    <p:sldId id="615" r:id="rId30"/>
    <p:sldId id="616" r:id="rId31"/>
    <p:sldId id="617" r:id="rId32"/>
    <p:sldId id="618" r:id="rId33"/>
    <p:sldId id="619" r:id="rId34"/>
    <p:sldId id="620" r:id="rId35"/>
    <p:sldId id="621" r:id="rId36"/>
    <p:sldId id="622" r:id="rId37"/>
    <p:sldId id="623" r:id="rId38"/>
    <p:sldId id="624" r:id="rId39"/>
    <p:sldId id="625" r:id="rId40"/>
    <p:sldId id="626" r:id="rId41"/>
    <p:sldId id="627" r:id="rId42"/>
    <p:sldId id="628" r:id="rId43"/>
    <p:sldId id="629" r:id="rId44"/>
    <p:sldId id="630" r:id="rId45"/>
    <p:sldId id="631" r:id="rId46"/>
    <p:sldId id="632" r:id="rId47"/>
    <p:sldId id="633" r:id="rId48"/>
    <p:sldId id="634" r:id="rId49"/>
    <p:sldId id="635" r:id="rId50"/>
    <p:sldId id="636" r:id="rId51"/>
    <p:sldId id="637" r:id="rId52"/>
    <p:sldId id="638" r:id="rId53"/>
    <p:sldId id="639" r:id="rId54"/>
    <p:sldId id="640" r:id="rId55"/>
    <p:sldId id="641" r:id="rId56"/>
    <p:sldId id="642" r:id="rId57"/>
    <p:sldId id="643" r:id="rId58"/>
    <p:sldId id="644" r:id="rId59"/>
    <p:sldId id="645" r:id="rId60"/>
    <p:sldId id="646" r:id="rId61"/>
    <p:sldId id="647" r:id="rId62"/>
    <p:sldId id="648" r:id="rId63"/>
    <p:sldId id="649" r:id="rId64"/>
    <p:sldId id="650" r:id="rId65"/>
    <p:sldId id="651" r:id="rId66"/>
    <p:sldId id="652" r:id="rId67"/>
    <p:sldId id="653" r:id="rId68"/>
    <p:sldId id="654" r:id="rId69"/>
    <p:sldId id="655" r:id="rId70"/>
    <p:sldId id="656" r:id="rId71"/>
    <p:sldId id="657" r:id="rId72"/>
    <p:sldId id="658" r:id="rId73"/>
    <p:sldId id="659" r:id="rId74"/>
    <p:sldId id="660" r:id="rId75"/>
    <p:sldId id="661" r:id="rId76"/>
    <p:sldId id="662" r:id="rId77"/>
    <p:sldId id="663" r:id="rId78"/>
    <p:sldId id="664" r:id="rId79"/>
    <p:sldId id="665" r:id="rId80"/>
    <p:sldId id="666" r:id="rId81"/>
    <p:sldId id="667" r:id="rId82"/>
    <p:sldId id="668" r:id="rId83"/>
    <p:sldId id="669" r:id="rId84"/>
    <p:sldId id="670" r:id="rId85"/>
    <p:sldId id="671" r:id="rId86"/>
    <p:sldId id="672" r:id="rId87"/>
    <p:sldId id="673" r:id="rId88"/>
    <p:sldId id="674" r:id="rId89"/>
    <p:sldId id="675" r:id="rId90"/>
    <p:sldId id="676" r:id="rId91"/>
    <p:sldId id="677" r:id="rId92"/>
    <p:sldId id="678" r:id="rId93"/>
    <p:sldId id="679" r:id="rId94"/>
    <p:sldId id="680" r:id="rId95"/>
    <p:sldId id="681" r:id="rId96"/>
    <p:sldId id="682" r:id="rId97"/>
    <p:sldId id="683" r:id="rId98"/>
    <p:sldId id="684" r:id="rId99"/>
    <p:sldId id="685" r:id="rId100"/>
    <p:sldId id="686" r:id="rId101"/>
    <p:sldId id="687" r:id="rId102"/>
    <p:sldId id="688" r:id="rId103"/>
    <p:sldId id="689" r:id="rId104"/>
    <p:sldId id="690" r:id="rId105"/>
    <p:sldId id="691" r:id="rId106"/>
    <p:sldId id="692" r:id="rId107"/>
    <p:sldId id="693" r:id="rId108"/>
    <p:sldId id="694" r:id="rId109"/>
    <p:sldId id="695" r:id="rId110"/>
    <p:sldId id="696" r:id="rId111"/>
    <p:sldId id="697" r:id="rId112"/>
    <p:sldId id="698" r:id="rId113"/>
    <p:sldId id="699" r:id="rId114"/>
    <p:sldId id="700" r:id="rId115"/>
    <p:sldId id="701" r:id="rId116"/>
    <p:sldId id="702" r:id="rId117"/>
    <p:sldId id="703" r:id="rId118"/>
    <p:sldId id="704" r:id="rId119"/>
    <p:sldId id="705" r:id="rId120"/>
    <p:sldId id="706" r:id="rId121"/>
    <p:sldId id="707" r:id="rId122"/>
    <p:sldId id="708" r:id="rId123"/>
    <p:sldId id="709" r:id="rId124"/>
    <p:sldId id="710" r:id="rId125"/>
    <p:sldId id="711" r:id="rId126"/>
    <p:sldId id="712" r:id="rId127"/>
    <p:sldId id="713" r:id="rId128"/>
    <p:sldId id="714" r:id="rId129"/>
    <p:sldId id="715" r:id="rId130"/>
    <p:sldId id="716" r:id="rId131"/>
    <p:sldId id="717" r:id="rId132"/>
    <p:sldId id="718" r:id="rId133"/>
    <p:sldId id="719" r:id="rId134"/>
    <p:sldId id="720" r:id="rId135"/>
    <p:sldId id="721" r:id="rId136"/>
    <p:sldId id="722" r:id="rId137"/>
    <p:sldId id="723" r:id="rId138"/>
    <p:sldId id="724" r:id="rId139"/>
    <p:sldId id="725" r:id="rId140"/>
    <p:sldId id="726" r:id="rId141"/>
    <p:sldId id="727" r:id="rId142"/>
    <p:sldId id="728" r:id="rId143"/>
    <p:sldId id="729" r:id="rId144"/>
    <p:sldId id="730" r:id="rId145"/>
    <p:sldId id="731" r:id="rId146"/>
    <p:sldId id="732" r:id="rId147"/>
    <p:sldId id="733" r:id="rId148"/>
    <p:sldId id="734" r:id="rId149"/>
    <p:sldId id="735" r:id="rId150"/>
    <p:sldId id="736" r:id="rId151"/>
    <p:sldId id="737" r:id="rId152"/>
    <p:sldId id="738" r:id="rId153"/>
    <p:sldId id="739" r:id="rId154"/>
    <p:sldId id="740" r:id="rId155"/>
    <p:sldId id="741" r:id="rId156"/>
    <p:sldId id="742" r:id="rId157"/>
    <p:sldId id="743" r:id="rId158"/>
    <p:sldId id="744" r:id="rId159"/>
    <p:sldId id="745" r:id="rId160"/>
    <p:sldId id="746" r:id="rId161"/>
    <p:sldId id="747" r:id="rId162"/>
    <p:sldId id="748" r:id="rId163"/>
    <p:sldId id="749" r:id="rId164"/>
    <p:sldId id="750" r:id="rId165"/>
    <p:sldId id="751" r:id="rId166"/>
    <p:sldId id="752" r:id="rId167"/>
    <p:sldId id="753" r:id="rId168"/>
    <p:sldId id="754" r:id="rId169"/>
    <p:sldId id="755" r:id="rId170"/>
    <p:sldId id="756" r:id="rId171"/>
    <p:sldId id="757" r:id="rId172"/>
    <p:sldId id="758" r:id="rId173"/>
    <p:sldId id="759" r:id="rId174"/>
    <p:sldId id="760" r:id="rId175"/>
    <p:sldId id="761" r:id="rId176"/>
    <p:sldId id="762" r:id="rId177"/>
    <p:sldId id="763" r:id="rId178"/>
    <p:sldId id="764" r:id="rId179"/>
    <p:sldId id="765" r:id="rId180"/>
    <p:sldId id="766" r:id="rId181"/>
    <p:sldId id="767" r:id="rId182"/>
    <p:sldId id="768" r:id="rId183"/>
    <p:sldId id="769" r:id="rId184"/>
    <p:sldId id="770" r:id="rId185"/>
    <p:sldId id="771" r:id="rId186"/>
    <p:sldId id="772" r:id="rId187"/>
    <p:sldId id="773" r:id="rId188"/>
    <p:sldId id="774" r:id="rId189"/>
    <p:sldId id="775" r:id="rId190"/>
    <p:sldId id="776" r:id="rId191"/>
    <p:sldId id="777" r:id="rId192"/>
    <p:sldId id="778" r:id="rId193"/>
    <p:sldId id="779" r:id="rId194"/>
    <p:sldId id="780" r:id="rId195"/>
    <p:sldId id="781" r:id="rId196"/>
    <p:sldId id="782" r:id="rId197"/>
    <p:sldId id="783" r:id="rId198"/>
    <p:sldId id="784" r:id="rId199"/>
    <p:sldId id="785" r:id="rId200"/>
    <p:sldId id="786" r:id="rId201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66" d="100"/>
          <a:sy n="66" d="100"/>
        </p:scale>
        <p:origin x="408" y="2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theme" Target="theme/theme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tableStyles" Target="tableStyles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190" Type="http://schemas.openxmlformats.org/officeDocument/2006/relationships/slide" Target="slides/slide189.xml"/><Relationship Id="rId204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notesMaster" Target="notesMasters/notesMaster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Data 1</c:v>
                </c:pt>
              </c:strCache>
            </c:strRef>
          </c:tx>
          <c:spPr>
            <a:solidFill>
              <a:schemeClr val="bg2"/>
            </a:solidFill>
            <a:ln>
              <a:noFill/>
            </a:ln>
            <a:effectLst/>
          </c:spPr>
          <c:invertIfNegative val="0"/>
          <c:cat>
            <c:strRef>
              <c:f>Tabelle1!$A$2:$A$5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Tabelle1!$B$2:$B$5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D5A-4556-8D99-6B7E120DED62}"/>
            </c:ext>
          </c:extLst>
        </c:ser>
        <c:ser>
          <c:idx val="1"/>
          <c:order val="1"/>
          <c:tx>
            <c:strRef>
              <c:f>Tabelle1!$C$1</c:f>
              <c:strCache>
                <c:ptCount val="1"/>
                <c:pt idx="0">
                  <c:v>Data 2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8D5A-4556-8D99-6B7E120DED6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5A-4556-8D99-6B7E120DED6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D5A-4556-8D99-6B7E120DED6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8D5A-4556-8D99-6B7E120DED62}"/>
              </c:ext>
            </c:extLst>
          </c:dPt>
          <c:cat>
            <c:strRef>
              <c:f>Tabelle1!$A$2:$A$5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Tabelle1!$C$2:$C$5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8D5A-4556-8D99-6B7E120DED62}"/>
            </c:ext>
          </c:extLst>
        </c:ser>
        <c:ser>
          <c:idx val="2"/>
          <c:order val="2"/>
          <c:tx>
            <c:strRef>
              <c:f>Tabelle1!$D$1</c:f>
              <c:strCache>
                <c:ptCount val="1"/>
                <c:pt idx="0">
                  <c:v>Data 3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Tabelle1!$A$2:$A$5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Tabelle1!$D$2:$D$5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D5A-4556-8D99-6B7E120DED62}"/>
            </c:ext>
          </c:extLst>
        </c:ser>
        <c:ser>
          <c:idx val="3"/>
          <c:order val="3"/>
          <c:tx>
            <c:strRef>
              <c:f>Tabelle1!$E$1</c:f>
              <c:strCache>
                <c:ptCount val="1"/>
                <c:pt idx="0">
                  <c:v>Data 4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Tabelle1!$A$2:$A$5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Tabelle1!$E$2:$E$5</c:f>
              <c:numCache>
                <c:formatCode>General</c:formatCode>
                <c:ptCount val="4"/>
                <c:pt idx="0">
                  <c:v>3</c:v>
                </c:pt>
                <c:pt idx="1">
                  <c:v>2</c:v>
                </c:pt>
                <c:pt idx="2">
                  <c:v>1</c:v>
                </c:pt>
                <c:pt idx="3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8D5A-4556-8D99-6B7E120DED62}"/>
            </c:ext>
          </c:extLst>
        </c:ser>
        <c:ser>
          <c:idx val="4"/>
          <c:order val="4"/>
          <c:tx>
            <c:strRef>
              <c:f>Tabelle1!$F$1</c:f>
              <c:strCache>
                <c:ptCount val="1"/>
                <c:pt idx="0">
                  <c:v>Data 5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Tabelle1!$A$2:$A$5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Tabelle1!$F$2:$F$5</c:f>
              <c:numCache>
                <c:formatCode>General</c:formatCode>
                <c:ptCount val="4"/>
                <c:pt idx="0">
                  <c:v>4</c:v>
                </c:pt>
                <c:pt idx="1">
                  <c:v>1</c:v>
                </c:pt>
                <c:pt idx="2">
                  <c:v>2</c:v>
                </c:pt>
                <c:pt idx="3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8D5A-4556-8D99-6B7E120DED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237560704"/>
        <c:axId val="1239088960"/>
      </c:barChart>
      <c:catAx>
        <c:axId val="1237560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39088960"/>
        <c:crosses val="autoZero"/>
        <c:auto val="1"/>
        <c:lblAlgn val="ctr"/>
        <c:lblOffset val="100"/>
        <c:noMultiLvlLbl val="0"/>
      </c:catAx>
      <c:valAx>
        <c:axId val="12390889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3756070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487170686273985"/>
          <c:y val="0.10301922140512927"/>
          <c:w val="0.69353591367631839"/>
          <c:h val="0.69246499898884084"/>
        </c:manualLayout>
      </c:layout>
      <c:doughnutChart>
        <c:varyColors val="1"/>
        <c:ser>
          <c:idx val="0"/>
          <c:order val="0"/>
          <c:tx>
            <c:strRef>
              <c:f>Sheet1!$A$2</c:f>
              <c:strCache>
                <c:ptCount val="1"/>
                <c:pt idx="0">
                  <c:v>Placeholder</c:v>
                </c:pt>
              </c:strCache>
            </c:strRef>
          </c:tx>
          <c:spPr>
            <a:solidFill>
              <a:schemeClr val="accent1"/>
            </a:solidFill>
            <a:ln w="25558">
              <a:noFill/>
              <a:prstDash val="solid"/>
            </a:ln>
          </c:spPr>
          <c:dPt>
            <c:idx val="0"/>
            <c:bubble3D val="0"/>
            <c:spPr>
              <a:solidFill>
                <a:schemeClr val="bg2"/>
              </a:solidFill>
              <a:ln w="25558">
                <a:noFill/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18B1-4FBC-A03E-3D602BAC5756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25558">
                <a:noFill/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18B1-4FBC-A03E-3D602BAC5756}"/>
              </c:ext>
            </c:extLst>
          </c:dPt>
          <c:dPt>
            <c:idx val="2"/>
            <c:bubble3D val="0"/>
            <c:spPr>
              <a:solidFill>
                <a:schemeClr val="accent4"/>
              </a:solidFill>
              <a:ln w="25558">
                <a:noFill/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5-18B1-4FBC-A03E-3D602BAC5756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7-18B1-4FBC-A03E-3D602BAC5756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25558">
                <a:noFill/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8-3206-4C25-899E-E68A9E04A5F3}"/>
              </c:ext>
            </c:extLst>
          </c:dPt>
          <c:dLbls>
            <c:dLbl>
              <c:idx val="0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>
                      <a:solidFill>
                        <a:schemeClr val="bg1"/>
                      </a:solidFill>
                      <a:latin typeface="+mn-lt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8B1-4FBC-A03E-3D602BAC5756}"/>
                </c:ext>
              </c:extLst>
            </c:dLbl>
            <c:dLbl>
              <c:idx val="1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>
                      <a:solidFill>
                        <a:schemeClr val="bg1"/>
                      </a:solidFill>
                      <a:latin typeface="+mn-lt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18B1-4FBC-A03E-3D602BAC575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pPr>
                      <a:defRPr sz="1400" b="1">
                        <a:solidFill>
                          <a:schemeClr val="bg1"/>
                        </a:solidFill>
                        <a:latin typeface="+mn-lt"/>
                      </a:defRPr>
                    </a:pPr>
                    <a:fld id="{DECF46F9-CE70-407C-AC00-E37D725704CF}" type="VALUE">
                      <a:rPr lang="en-US">
                        <a:solidFill>
                          <a:schemeClr val="tx1"/>
                        </a:solidFill>
                      </a:rPr>
                      <a:pPr>
                        <a:defRPr sz="1400" b="1">
                          <a:solidFill>
                            <a:schemeClr val="bg1"/>
                          </a:solidFill>
                          <a:latin typeface="+mn-lt"/>
                        </a:defRPr>
                      </a:pPr>
                      <a:t>[VALEUR]</a:t>
                    </a:fld>
                    <a:endParaRPr lang="fr-FR"/>
                  </a:p>
                </c:rich>
              </c:tx>
              <c:numFmt formatCode="0%" sourceLinked="0"/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18B1-4FBC-A03E-3D602BAC575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pPr>
                      <a:defRPr sz="1400" b="1">
                        <a:solidFill>
                          <a:schemeClr val="bg1"/>
                        </a:solidFill>
                        <a:latin typeface="+mn-lt"/>
                      </a:defRPr>
                    </a:pPr>
                    <a:fld id="{F21DBDD5-EB19-43B9-B831-75F4A6D37E92}" type="VALUE">
                      <a:rPr lang="en-US">
                        <a:solidFill>
                          <a:schemeClr val="tx1"/>
                        </a:solidFill>
                      </a:rPr>
                      <a:pPr>
                        <a:defRPr sz="1400" b="1">
                          <a:solidFill>
                            <a:schemeClr val="bg1"/>
                          </a:solidFill>
                          <a:latin typeface="+mn-lt"/>
                        </a:defRPr>
                      </a:pPr>
                      <a:t>[VALEUR]</a:t>
                    </a:fld>
                    <a:endParaRPr lang="fr-FR"/>
                  </a:p>
                </c:rich>
              </c:tx>
              <c:numFmt formatCode="0%" sourceLinked="0"/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18B1-4FBC-A03E-3D602BAC5756}"/>
                </c:ext>
              </c:extLst>
            </c:dLbl>
            <c:dLbl>
              <c:idx val="4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>
                      <a:solidFill>
                        <a:schemeClr val="bg1"/>
                      </a:solidFill>
                      <a:latin typeface="+mn-lt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3206-4C25-899E-E68A9E04A5F3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 b="1">
                    <a:solidFill>
                      <a:schemeClr val="bg1"/>
                    </a:solidFill>
                    <a:latin typeface="+mn-lt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Sheet1!$B$1:$F$1</c:f>
              <c:strCache>
                <c:ptCount val="5"/>
                <c:pt idx="0">
                  <c:v>Description A    </c:v>
                </c:pt>
                <c:pt idx="1">
                  <c:v>Description B</c:v>
                </c:pt>
                <c:pt idx="2">
                  <c:v>Description C    </c:v>
                </c:pt>
                <c:pt idx="3">
                  <c:v>Description D</c:v>
                </c:pt>
                <c:pt idx="4">
                  <c:v>Description E</c:v>
                </c:pt>
              </c:strCache>
            </c:strRef>
          </c:cat>
          <c:val>
            <c:numRef>
              <c:f>Sheet1!$B$2:$F$2</c:f>
              <c:numCache>
                <c:formatCode>0.00%</c:formatCode>
                <c:ptCount val="5"/>
                <c:pt idx="0">
                  <c:v>0.4</c:v>
                </c:pt>
                <c:pt idx="1">
                  <c:v>0.25</c:v>
                </c:pt>
                <c:pt idx="2">
                  <c:v>0.15</c:v>
                </c:pt>
                <c:pt idx="3">
                  <c:v>0.1</c:v>
                </c:pt>
                <c:pt idx="4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18B1-4FBC-A03E-3D602BAC57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60"/>
      </c:doughnutChart>
      <c:spPr>
        <a:noFill/>
        <a:ln w="25558">
          <a:noFill/>
        </a:ln>
      </c:spPr>
    </c:plotArea>
    <c:legend>
      <c:legendPos val="b"/>
      <c:legendEntry>
        <c:idx val="0"/>
        <c:txPr>
          <a:bodyPr anchor="b" anchorCtr="1"/>
          <a:lstStyle/>
          <a:p>
            <a:pPr>
              <a:defRPr sz="1000">
                <a:solidFill>
                  <a:schemeClr val="tx1"/>
                </a:solidFill>
                <a:latin typeface="+mn-lt"/>
              </a:defRPr>
            </a:pPr>
            <a:endParaRPr lang="en-US"/>
          </a:p>
        </c:txPr>
      </c:legendEntry>
      <c:legendEntry>
        <c:idx val="1"/>
        <c:txPr>
          <a:bodyPr anchor="b" anchorCtr="1"/>
          <a:lstStyle/>
          <a:p>
            <a:pPr>
              <a:defRPr sz="1000">
                <a:solidFill>
                  <a:schemeClr val="tx1"/>
                </a:solidFill>
                <a:latin typeface="+mn-lt"/>
              </a:defRPr>
            </a:pPr>
            <a:endParaRPr lang="en-US"/>
          </a:p>
        </c:txPr>
      </c:legendEntry>
      <c:legendEntry>
        <c:idx val="2"/>
        <c:txPr>
          <a:bodyPr anchor="b" anchorCtr="1"/>
          <a:lstStyle/>
          <a:p>
            <a:pPr>
              <a:defRPr sz="1000">
                <a:solidFill>
                  <a:schemeClr val="tx1"/>
                </a:solidFill>
                <a:latin typeface="+mn-lt"/>
              </a:defRPr>
            </a:pPr>
            <a:endParaRPr lang="en-US"/>
          </a:p>
        </c:txPr>
      </c:legendEntry>
      <c:legendEntry>
        <c:idx val="3"/>
        <c:txPr>
          <a:bodyPr anchor="b" anchorCtr="1"/>
          <a:lstStyle/>
          <a:p>
            <a:pPr>
              <a:defRPr sz="1000">
                <a:solidFill>
                  <a:schemeClr val="tx1"/>
                </a:solidFill>
                <a:latin typeface="+mn-lt"/>
              </a:defRPr>
            </a:pPr>
            <a:endParaRPr lang="en-US"/>
          </a:p>
        </c:txPr>
      </c:legendEntry>
      <c:legendEntry>
        <c:idx val="4"/>
        <c:txPr>
          <a:bodyPr anchor="b" anchorCtr="1"/>
          <a:lstStyle/>
          <a:p>
            <a:pPr>
              <a:defRPr sz="1000">
                <a:solidFill>
                  <a:schemeClr val="tx1"/>
                </a:solidFill>
                <a:latin typeface="+mn-lt"/>
              </a:defRPr>
            </a:pPr>
            <a:endParaRPr lang="en-US"/>
          </a:p>
        </c:txPr>
      </c:legendEntry>
      <c:layout>
        <c:manualLayout>
          <c:xMode val="edge"/>
          <c:yMode val="edge"/>
          <c:x val="0.66605962186386369"/>
          <c:y val="0.32045777313752427"/>
          <c:w val="0.23667574705540315"/>
          <c:h val="0.342088588510914"/>
        </c:manualLayout>
      </c:layout>
      <c:overlay val="0"/>
      <c:spPr>
        <a:noFill/>
      </c:spPr>
      <c:txPr>
        <a:bodyPr anchor="b" anchorCtr="1"/>
        <a:lstStyle/>
        <a:p>
          <a:pPr>
            <a:defRPr sz="1400">
              <a:solidFill>
                <a:schemeClr val="tx1"/>
              </a:solidFill>
              <a:latin typeface="+mn-lt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58" b="0" i="0" u="none" strike="noStrike" baseline="0">
          <a:solidFill>
            <a:schemeClr val="tx1"/>
          </a:solidFill>
          <a:latin typeface="+mj-lt"/>
          <a:ea typeface="Arial"/>
          <a:cs typeface="Arial"/>
        </a:defRPr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0D155C-B2A6-4A23-8A28-E430DF536FB3}" type="datetimeFigureOut">
              <a:rPr lang="fr-FR" smtClean="0"/>
              <a:t>28/10/2025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E0C16DE-18C5-4F24-9D36-49B12EE4D3E1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1026110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277B26-9DFC-1D6B-D2FC-19BB2ECE8C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C80AC15-21FF-4C0A-FC23-3C25D4F3B7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BBBC19C-7FDD-33B7-F28D-D97F041636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4AED26D-7F2D-117D-AD31-49671D914D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706279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E33262-1C7B-2823-73DC-1C5D4F9ACD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47CA1A1-38ED-FD1F-046A-5CE57EA8FE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64165E9-CC16-ADD3-00B9-BD0582E4039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D1F0DF0-F46B-C661-BB02-B883168112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156326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1780C4-AB3B-6560-0524-B419ABFB4B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3344450-036A-DC71-7214-855810A4CD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A2FC1DD-15A8-F0CE-C290-2F1181BB29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0A1EF20-9EF8-193F-8F4D-B42C2753CF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67677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D9D2F6-5639-8AD8-0248-33A4AA6F1E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16EC484-89EA-163E-7B1C-3D8153A378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7EE946D-3774-C165-F8E7-D6E57B71BD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A8F9D68-2CC9-0ABB-9B3B-FD84BD40D0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848763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BBB22D-C812-B479-4D78-27F5A45AB4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75D209F-039B-C23D-026E-E4A9777711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86AA2B6-C08A-7740-3B51-E1569B006A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EF6C489-E994-F943-A1E0-9A6C1ED993B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389863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F08EDE-15E0-F2F9-CC24-6B1D177788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F757656-4043-E727-15C5-C2AC74955C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9BC5DE3-E93F-8728-AFFD-EA50D270F0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788A435-5C2D-A3B4-9C77-9CDAD5FF09F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6954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1E723E-A0B4-DFF7-288A-55FEAA399A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BD40BCA-90F6-A6E2-8D06-83B49D4569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20E22A8-E6EB-8EDD-0FA8-D10A9D8A0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8CCD597-6F6D-3C6C-34F5-DC1694AA70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404424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26BC85-A80A-F341-62A5-BA0DDE775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98E2890-8F9F-13E6-2081-35276A71F7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5CA4304-E227-6DD3-4636-F89E2A7509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A00A279-A4C1-C5CA-59DF-9BF14A9B403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635054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D363C4-1270-C56A-CC59-6A5BBA0C1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AFFA935-8DFC-0113-FFF9-21D2D2A12E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D7683C2-CA8E-C78F-6A41-5638B19964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B5C7830-FC74-E750-4804-827E01BADA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948323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2F2000-2161-5B31-0EE2-FF7C51F7D8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7104162-B847-7ACF-0148-D20D1FC592F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0DCE6F6-4ABE-ACC6-BF84-72545188F9B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DCD803E-9614-D7F6-E2F6-B1B7973FB6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54691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AD4915-FB70-1C3B-0A37-25C2B96F7E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4EC14BE-DBEA-1C84-8431-857E815CD2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16C7544-F324-D176-E1BE-3FA00966A2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499D15E-3011-5022-9086-041AE9A35C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490729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C34A90-D125-379C-FF5A-5F02AE44A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6F2594E-5AE2-AEDB-3348-11A7F2D9D2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AD8EA34-FC73-4FC8-6194-E92CD1F64E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CEC8AA6-4F3B-5C59-F29D-B18E2D76B6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902591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CFF07-651B-B3DE-1FD9-570EED2491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D6370D9-3164-191C-D9A9-800E12126F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2FDA4DC-8933-BE02-57C9-40749994149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93D3634-4C51-F37A-36D5-E2A4DF7F62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731331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C59CB6-A28E-C6D8-D879-83E838C6EA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A023C22-C787-E519-97FA-3E2037A5EA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8F2144A-136E-3240-3865-CA36C9B240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23C7ED3-9FE3-5518-E26D-D9A6CEC075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011357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7F6AC2-E978-4CA6-3200-054455AEFC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898BB2B-6A57-8468-802C-28078886F9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59DC5E7-17DE-AF6E-8C2D-3DBDBFBEAD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9A195A1-AB66-D389-124F-AE95521752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292213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AA0E16-68D5-8EA4-5C54-0CA6CACC16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BE4FCAE-868E-D976-EBC5-3E6FCBFCCE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2AA9FA6-EAC0-FB8B-44CB-888392BEDC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6A6C51F-94A6-1D38-70E4-FA057DD136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04186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34958B-C407-9585-8881-FEE4042EB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4B7CC7F-AC08-EADE-98DB-4DC743ABEF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E61AE16-6429-0D45-1B79-CD54AB039F0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AD3AF69-E50F-E65B-3FE2-5BC9C9C5F2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049932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23D32-CB1B-1884-9DAD-06E5092C3B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5039398-515E-993A-D01B-587C489CC1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6880865-44EC-35DC-66B5-AF8534696F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B255161-A13C-2ADE-30A3-11129BCF80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484872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75AFBF-A3A1-2DFA-E7E3-112FAC5F9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6CE363F-AB8A-5D90-DBF3-F35DAE0922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1849554-ADBF-A0CB-CE3B-FE0B7BC33C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4711618-1903-E3C6-D694-A56A9DCD78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068913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E8448-6084-ECB9-DA6D-230489D28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9D2F86A-C0F6-0306-AE8C-BB6BB74DC5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D605C9D-FAF5-7167-4A37-EDF071AE7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41F1998-8334-D307-24FD-1F8B4A2495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966233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047CD4-F158-0E84-CD24-1AC6E43D1E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8B7E090-AF4E-77B1-9E52-382E7F9B604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BCC65E8-E09B-A1A1-EDDC-C4844FC7E6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F2606AA-31DE-10C9-3C76-8A6C685A87E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3701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5AA8CF-70B7-29CA-575E-DD199C4AC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B7DFB9B-74B5-4D0C-8A34-E75239F697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8BE5D88-EF4A-C975-A402-8BC160D934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2A0D3EE-795F-055A-3227-59BC367E80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343576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6F6828-EA61-DC4F-4049-6EA88DC02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432E59F-8FEF-D2F0-1A43-7FE4558192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641D5F3-8D0C-B4D1-6506-595B863491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D0C553D-0B78-2F08-7A0B-1E62BD4297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803836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82EE7C-3A10-3535-BA4F-D289CDA93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699BB0A-4474-C16C-A1A7-FB7C9CCD12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BB005C1-E558-A607-83AF-EE9145164C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FDEC4B8-CA2E-8443-433A-070A86EB72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174531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06ED4C-7B3A-8872-3029-C207A6B5F7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206A30E-2A8F-B2BE-E0EC-93DEC09331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80E102E-FAB0-2BDC-3EF4-B90EF7F24C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EAA60AA-14CD-F221-DC50-CBBE5166B0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025341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ECAEAB-AA72-0623-4D03-3A569981F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77261EC-BD5E-5BE1-F08C-B9706AFB88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766D6F6-0D7A-B56A-F5A5-903EBEAB50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2750A7D-B934-6764-A9EA-331C4DDDC8B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929814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16F54-C58B-A86D-5466-7DE2E233B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4F777EA-C765-D58F-56DA-73A135EE98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8A98E15-D38C-A2C5-3FA0-C534CDACA2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577689F-B15A-5F1D-429B-AB22CA4E43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278702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42D479-4AFE-6257-8279-E92FF85F6B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6E503D1-695B-3F42-00BE-A0EA468D92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F06E08B-A2C3-D78D-725A-A1D7ED8040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1F5E64A-E404-F7CA-F456-A6D5851A3B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580771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0BEA1D-2B57-AB5B-AC44-0822CB3F9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2DDD1DC-1318-CDE3-DDEC-90EF4F44619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D2A4FFF-EE64-56EE-6188-5D1E0710893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73B84DF-D6F7-C698-1C0E-B9A1D99747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374792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8E5D9A-C295-4D1C-C631-264DC9AC2E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9EA03E9-6F56-278F-E2AB-E65E8588CA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73D5367-1743-DC77-8245-4A0AC139DE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C50340F-3250-5ED2-C282-7D8E4AFA24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310700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EA4132-7CBD-F2A2-8A6C-E7D613C35C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DB3046C-079D-17F4-BBD6-DAF6C03300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9A3DB3E-4A4D-ED92-E071-DA4EC5842B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4D8E65A-5883-6EA8-2EDF-6839188C60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937530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E6D9BA-5576-D482-E346-4E7C8F5BBC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1B5B74F-B10B-D0E6-6C95-87C368E1D7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FCEDD6F-4919-F050-F1AF-5705CAF5B0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438E9F4-1922-81FB-9787-9E46FE6AE5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903481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ED781-EEEA-04F4-DD4A-128D330FAB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F9A8D4A-EE2C-9ED9-9FD7-6331D88768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64BBC46-0F06-0E94-0B78-CFD82B7E5E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AED1B9F-D544-F99D-495E-DF7919A0B5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2804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5C1BC2-4B61-FE99-52D0-26F0506602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9F75182-9EA6-56B0-7D01-1755852FBE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33C7147-CC00-575C-08B4-0DB198987B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8A6A18F-79E1-B8B2-D91B-B6A29EDBEF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558280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17EC3A-DE52-601C-CA1F-A4D570284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70CA40E-656C-A333-AFBB-4D59A5526D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F024188-1AEC-7F2D-516E-3AF17EC3A3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E57B3FB-EE71-872D-8BF3-6887650D9A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359008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C280C-352C-7047-BE78-CBD906350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EF86B71-D3B4-0DA6-A77C-07CD85B850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C595064-D6E3-7E2F-136A-533A573DA1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AE6575E-4500-119E-DAA6-38E60E89B46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653587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D67C64-01F6-166A-48FF-BF3906F81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7E569D9-016C-2A4A-DB7C-DEEB0E6087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328C205-EF98-1ACF-D2D5-50C9D05082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97737D6-5143-3978-E49E-E3C5CD46D38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172836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1529FA-038E-2A57-CDBA-706CBAA9ED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7FC0149-4C2D-B54B-3194-A626FC53E5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9ADF421-511E-4F5A-786E-59203DBAD8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09EA70D-142A-E9E5-D8F5-A34563602D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086153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BB5686-2026-BAF9-03F3-865AF1C84A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069535A-3E63-4851-2FC2-F079455606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FEF931D-D7B9-F55F-D1D4-1A0900BC88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D8A2718-A8CD-7A77-4F41-D5A4ECD751A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797416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2D281B-E891-6E5B-FF25-ADF521CF66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6646B4C-791E-3759-87FF-BC4601BB23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A351926-57A4-B071-7C0A-22CB8F0FE4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75613AE-ECBE-C939-0639-823B075A1B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85395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C6C81-662D-FC40-B616-F6D61FB3F1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B238FB5-AD09-00EA-59DC-3C6A8844F1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97AFF8A-7BFE-EECB-6FBA-C7B6CCBC61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5B089A6-F988-37B5-0AB8-4F6DFC7EF3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822642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32723-C4FF-E43E-D990-EF7BD7EAFC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CA2FCF4-7DAB-3E45-15C4-3B962AC996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F6E23FF-61FC-FC56-9C02-93EC03EC51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E4F7FF7-2D05-7F6D-C8E4-FE6469985D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37136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766A34-D010-0980-C878-7A94D6BCA3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F6C2D59-8356-51D8-A31D-9723577C03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E1311A9-33C8-4763-A882-93DD8DEB52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39CD3BE-940F-539D-061F-7AD65195E1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577231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F8E68C-E1C8-DBDD-C088-ACA965E616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C621CA6-6F1A-DA58-F682-D71F2D3557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A3E509C-ACFE-F288-EC5B-DBEB25562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D99FAA5-48D4-B0FD-C001-D97DE0532D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988572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41C923-9787-53A3-2875-4BCE668516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0690F88-FB78-D178-0CA7-17998DCF2A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2E94907-C073-A61E-E868-BE966B70B8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D3617FA-BFD8-8DA1-CB40-00E1CD551B8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652142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FFDD4E-4D36-A8F9-B046-942B85736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0211B4D-B5A4-7A8B-ED0B-284E7C8825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5CFF619-6C1A-F977-95C3-148C8A5945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35BC081-8FA5-4D80-8DD7-D99102D396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883987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226AE2-957C-8B2D-DE83-AF56021C88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C057030-522C-9C26-6A0C-3836CB7733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1BD8C35-FC0E-6977-10BA-A2D20E259B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89E767A-7AC8-7E90-ACDA-DC07000C6A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51258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86FFF8-1F27-D1B7-DB03-0436A51143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A3A8AEB-5358-4414-C69D-1BEAF0F495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4A980C8-A2AB-7508-F2F1-462B61A8D8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7D42AA2-0023-5143-052A-7309BB1F19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538663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5955AC-BF48-69EE-CE97-EBD585DFBB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9EE56AC-4B27-AEA2-7158-2D0C75255D7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504ECBD-9621-C887-9A83-DE800A9D5E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3D216ED-ABF0-5407-66ED-2C3A94C4A2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59366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8C97D4-73CE-F39D-385D-B772F5AF66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65DE4D7-1E4C-11CB-D0EA-3E7D27D8F5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F300A1B-AC46-DE57-09D0-591B6B4087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342FA39-703D-4223-486F-BA2DAF5661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686772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31E0AB-24A4-3549-17A0-6F0E395FDC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A169BFC-27EF-2F24-A586-1C4B726580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94D3520-5A1F-C76B-D858-FC175058BC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8A557FE-683D-906F-421A-3A2FD9C474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809271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CB73AB-A89D-CDD3-011C-4233EA3813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0693E02-B185-DF2C-76A9-D65662198F1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F40507B-18EE-798F-DF10-3C791ED3B3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2D67506-F131-F281-C92E-743EC6DA2C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115429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4A9E82-5BEC-F5B8-282A-4DABEA4AAC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72B6ABA-1565-6F07-A26B-0ABE97C5E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EDD25FE-1A8E-A11E-411E-EA1883A4D3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6ECE5F2-4E57-FDB0-110A-35F9E66873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92595409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CEB4E5-4634-F91A-5987-E277E7CAFA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FDAF579-7B31-2199-7B18-9B2004D30C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D6EC1C5-C76A-684B-BECF-D4768B4F33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45AA48C-F9F9-7CA1-C4D0-514EA54A11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349261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BC4EE-7660-C21D-E128-C2ECDC4716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658417A-0A2A-01A6-3131-87433846CC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011A770-617A-C08E-958A-3E6E9519B0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8980ED5-52F7-DB8F-EDF3-2B4713E76D9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456397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89525C-5971-722C-A824-AD40298DC3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5E3F720-4D54-2CFB-3C53-EAB8376427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7C6687B-D69F-9A9A-ADCF-9AF06CB030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FBA5C70-37F1-E986-941C-EC9D541554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34408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6CBBE-2F84-5D1A-D05B-C436A0ADB5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F28DCBC-88A9-9047-0865-B1C78ADB77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BEF08D2-BF70-8CEF-0843-F155901134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AB73B6A-34E4-A2AD-C7AF-7AB5195B82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1605319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610EF-F70D-C35B-01A8-FA63BF7A9D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B56B9AD-7E29-209A-5511-51E6B43D30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F7FDDA8-04D3-5283-97D7-09BD1205D49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3D34D93-F09A-376A-45B9-DD176B87F63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2488594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B1764C-3962-5BF1-E911-BE0CC1D08A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A938E31-B134-52B2-59C6-060FFAECE3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5D644F1-AD27-D0E9-1F73-AEEF8B2B23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A89DFDD-33E6-5517-551D-C425C8E51A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706995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400402-88D5-4071-E9CA-2C92B7C020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172F436-4050-FAEE-7BBD-EDB402EA63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E59961F-3EC6-4E92-87E2-69C2C488BE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D69123F-4169-CAF7-2AEA-220E4F389F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663556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0ACCE8-0153-B719-7DF8-ED23B61C16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879B90F-85D5-EA69-B98E-3A3DA935D8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CB4A9AE-7EA1-63AC-4040-C799453EA3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3BDBE9D-718C-FD7B-08AF-47134CBC70A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733533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DF4B15-C860-831C-44E6-98CF2A5051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227C6CE-54F5-074B-90DF-2389F0F132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752F3A1-52AE-02DB-0164-7F5B86EAA1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4A2158C-0412-50B4-C9B9-D821F8C49EB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915763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BC57A6-34FE-44C6-9508-AEF8124268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77A62C9-01FE-9B3E-FD39-5C67506B0D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EE7268D-25FB-596F-8D0C-60D2721B82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C0B6095-A6C6-C5D5-01AE-4B08D1A28D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6515630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043CE9-87E5-A2B0-A8A5-C573294F8C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973B21E-F6B9-DD40-E8C2-3B7015B3B4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9310306-2D9C-D5D8-FA1C-DB02E50FA6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AFAEB7D-AF90-A5E7-E7C1-BDE44A55E7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931214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E1AA72-10EE-3042-90DC-5BC55F387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4272F11-3BEA-0B8E-2EB8-E5CA460137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A38A150-8A82-2560-06E8-8B2D23EA08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DEEF976-14A3-B9BF-0A9B-9069980D0C7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246202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6204B-FDA7-A47B-C25A-0F80500F0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1829A30-C93B-1AB9-4612-B85BABE52E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45229EA-1557-4654-9B0C-B1B6B291B6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6C396CF-3450-2315-217C-4950C2B993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4149938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A8C2A5-4961-0F20-E53D-968C41E9AA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7677D41-5F80-B05A-2307-A24C0D25DE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EF4F1E3-E14C-82CF-D2F1-410B65BC83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5C2CC39-2024-0FF7-FCCC-DD1DD02F10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755997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2E0AC9-FBCF-5F4F-838E-131203C2D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30E2450-6887-AC47-E024-9A80DC3DDC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BE14BC6-E4FC-B7AB-5562-37C64ADBB43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C3033A5-FA87-BF7E-CDD8-70C46D9749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937741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46142C-D382-3146-7D77-2A4E424151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96EBD76-4410-77B8-8D2D-4C20689928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BD1DB46-DD92-29DE-ED77-01E81AB546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DD5E640-0489-02CB-080C-65AC2E024F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64586584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C96C6-622F-7215-3DFE-FCF0EE0EC8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13AFB57-551B-A7EA-53ED-DF522E9EB0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FA7C941-92C0-E247-A2DC-FA79868E4F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C459DC2-28AB-F175-166D-520E2B8E841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3286201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2A0D1-15E5-1807-1CD9-81602AD26B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4191442-B1FD-37B7-2346-346CD1C176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4BEA2CE-111A-D9DF-E686-AAE026E1F6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59DA392-F4B3-2179-B31D-E67D175D5E5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5389174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79F8CB-14B4-F483-1F2E-31846FCFE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1054D16-9557-113A-9761-9BC07AEDF0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1745A44-220B-4F2B-C2E6-D46C4EE302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6110273-5163-0074-2F04-24D4D044F2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612497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29BB56-08D0-B79A-DC3A-9B49F6D644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50B0485-B658-2E9C-7ED0-6CC768311C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3BFD4FF-E08D-64B0-07CC-00E0EEE15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D84968A-4039-68CB-3086-E032F9D634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7300804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CEDF8-D32E-B266-6233-75A16EA593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46B063D-0097-8FD2-C07A-E2BA614E18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AE0A82F-BD0C-E042-95C0-A89772F1081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3202C2E-0219-6C97-3956-759218862D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734274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9CA475-ED68-8E3A-E0C7-253F758F2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E2B6125-284E-E114-5923-E443F8D4E3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62A75ED-E35D-38E2-E595-67539362BA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D775068-6387-0E64-C58D-06576F2C4A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792351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3A3D7A-190F-197B-0711-19AF56BBED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F7607E6-1388-67BC-2EC2-EB3EE8A1F6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33C3532-779E-80D3-2B53-0D99DA9F7A9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354C74C-405E-B2B9-2BC6-B3D100852BA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343050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742600-0A62-9D4A-4EB9-1E7F74E620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CDB6F2E-8750-BDF2-3BCD-81EFF87517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80A9092-0AED-FA4C-62E4-0C934BB645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70DAEE9-4370-55B6-ED8A-9506393A7C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657125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6B15A-B9EB-218D-9437-89B7B82D6F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CB2423E-D5BE-7109-1948-522CE3944A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5D9D26A-9FFD-535C-E312-6F4C1E08F6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2D6E1BA-C3E1-EDC2-69DA-D55C3E5872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225305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BB433-79CE-8974-D3EC-B481FBB00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304FC0A-48D4-0B99-0936-689701C7F1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4881218-29EA-F529-7CE1-EC1277038C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0DF30EB-AB59-DF28-8647-6A7E0B19D3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3483854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485E4D-70A4-D3A3-FCAA-16560ACD2B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54D7E50-D8AA-B6B3-A810-D1F81DEF51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65E64BD-1542-7166-CC3C-69DFD658F94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B01AAC1-4BBE-8548-FEF5-837BA88B1C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77879213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1C5D54-8E1E-EE59-2F22-97497C6850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59AB6EB-1E22-D5CF-B239-BD23BF0A15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D78D719-2014-B6A7-CF40-A55EE66D63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AA30359-1830-C56B-F113-4F46A96ACD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99297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748185-4F3F-6384-3304-7E3AA165E6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07B0F2F-1654-00DC-DB98-4BA93D99C6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52EA419-9840-6041-20DD-9DC36C7DF4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2C93ADB-E4F2-591D-62B0-B675222F09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8631038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F81691-CC21-62CE-6F1B-3A3D2AFC9F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1C70DA1-3408-945F-CCF7-E45D142BD0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B3F48C5-64E4-0DFA-051E-04203B999F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02CB6FE-8C21-2FC5-4E42-A891E8AC0E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583284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56F6B0-240B-9B00-D90C-185E187A80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92893E0-31F1-B4B1-71BB-BD89B2FC0B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CDE9594-F3E6-5247-241A-125E4576CF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0781F0E-0392-0BB6-A37F-061DCE421E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7071589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CD686F-743F-8924-B39E-6E9C5FA54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D79BF01-AFFC-F44F-8752-CDF2897480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BDE06C4-E9BF-83FE-1F89-CDE7C7117A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D3B5F77-9F31-F77B-F827-BB4E258AF6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964563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BB8B8E-D698-6FD0-4AA0-5F44484453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5F18BF9-F5C8-3CCB-6481-885B038AFA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2773C42-C0BB-F29B-0649-86F33F0301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4833CF1-1BA5-84A0-32EE-490737E740C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856749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2D7A05-386C-A0AA-1766-E1C8C7C094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178A703-EF06-3A3C-3F29-38F7EFA74D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7014C55-29F4-D798-B585-C185B1F0E5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A33B81F-4591-558F-8895-4E9DFF84652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735756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BEC834-9F6E-CBDF-374A-B52B32B128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0B0BABE-39EF-50EA-271A-EA8DECF811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B1B51E8-8ED3-F20C-8A35-1607F3284D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10EADCC-CC27-F3FF-ADB1-2F8D1412A64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164976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B7F05-4086-DED3-B92D-0CCA63270D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57D75D5-ED15-7FFC-2B4F-645C9B5FC8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DB2E487-6FE5-9192-DA20-8477BF8FA4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8CF0437-2632-09EE-A59E-5B2B5AA680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8367754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AE89B1-AB16-1633-42D1-E0690138A2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2E895AC-ED2D-9F77-5FB3-B08F654E477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9CEE364-41D5-694D-8D93-1B81F2F546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53A370F-5D4E-BAAB-A7C5-03C489FECE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6333986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097FF1-998C-6C22-9C46-8833A0C546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8A0C651-02D6-0360-652F-1D52B7F2E7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8EE6847-43F5-5044-66B2-6C435CDC7F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4F6E753-E3A4-FCD9-A0DC-7A803F61B5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7282043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6F602-1933-15B2-4154-DE14A62CBD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59AE25C-F733-5822-C922-91482690DA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5D6AB2C-9F31-3929-E7F4-C16D0BE85C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0EF4AC2-EB9C-068E-29FE-80F2AA7984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328697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13B1B9-0285-AFA3-9C30-53E8FA4F58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D48C716-05A9-15A1-8BCE-308E3EC281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E2FB77A-ED9C-0DFB-910E-0F544F11FC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89EF334-F728-B001-988C-76B3190BD7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108906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22A2FB-DA19-F877-04FE-D717E5BAAE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199DFDF-4EA7-D8CA-65A5-5B475D2774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5DEFC11-9F72-5744-E4B4-E3751AD11D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E30AFCB-36C5-C70E-1275-559DA98617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3458796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CE1932-21C7-755B-1852-2B7935374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3146F7F-BF2B-19BB-B158-DC822F907B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AC9248E-51C1-DE1E-BC74-36494A3605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E616894-570B-1E30-CAA9-DB1D98ABEF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93786048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C7ECFE-F539-E59A-EC23-283B3CF79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307B16F-73A7-2E36-D28D-73B71CA481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98ECA56-3E16-2B5D-0971-DCA658CC5F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46F827A-4513-FD60-209A-E1780D1C4F2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961353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2AE4C1-3042-96A8-120F-EBAD7D0B23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1FAC924-AF40-990E-FF1A-6EE68C08FE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F02C853-E8F0-D228-3134-901357CC81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6CBDBFD-5610-B3D3-BCF3-BD893C9BE3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0605310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5AEFDE-5E99-7A0F-34E4-125E953E0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A8B483F-8642-AE5D-44E6-174659BC06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D9B15A0-67DA-8716-0F7B-04B3FCA806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E1EE629-EF51-4BFE-B38F-09BDAEA374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4217200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1029B7-7131-3DBA-0FEA-293BE36197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DAC800C-1BAA-A05A-586D-BED449EAEA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FE65146-4ACA-0CA7-79B6-4ACDF395EF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9BD2F69-8BEE-E45A-9C8D-B2176F9C58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084934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8BE260-BE90-85A9-482E-949AD7C5C4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B01FFD8-94E1-B3A7-EEB1-606B6DD219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A27D72F-9D7B-3910-E7E8-514FAC1677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0B8072A-26A9-F2B4-0D89-889318DAC9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573408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6650DD-D77E-4ECE-7816-5E0FD7E7C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F92BA52-01EB-B94C-B29C-B46EE56225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30DA080-87D5-EFF6-24AC-2C5C82E8B6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FE7586A-0326-9B93-64AE-8A0866BDCF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519510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FEB4DD-77AA-DD37-F384-2E8911AD38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03AA73C-B975-8531-DF01-6076D48E30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9AD844D-D41C-61B8-F4CC-15935D54B3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BF51957-A0D8-770C-1A27-F56BBFE6AC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171061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16BED-9161-D78A-6267-D54070C684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A9103C0-BAC9-3597-FB0E-72BEA02A48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A06ECD5-BFB3-5CFD-B99B-4833A7E7F5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B783E4B-792D-AFBA-B2D4-930209D802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8168217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3E4172-4C0A-87AB-28C5-A2ADB59F23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E8A2757-B399-97A8-9036-E93F9326E5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C02A5F1-E13E-E50C-1AF9-A37B906B60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B86DD32-36C3-2482-F669-8C9C09FC705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893664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325609-57CB-0821-E5FB-0B8CAC0A0C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B8C3DA4-A988-49F9-0181-C320750541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13D7D39-AF0B-012E-4943-EACF6C2A81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AE8D8DF-43CA-C64D-99C9-2ED440405A1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2224434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368F22-ED72-C014-7D44-23AB2B9A8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D7D9AC4-8E4A-4490-A20C-6CCA9B1EF8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468C603-E17C-1153-F7A6-9EEC17F1BB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685B842-2AF0-FF18-A71C-5D65BB6CFF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2848295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F6FB24-C84D-8DCB-0583-181ACEB079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2963439-B3A9-3467-EF40-87FF4383C2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6F4F88D-087C-52D9-80FD-9187DE742D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60F5A90-0AE9-25B0-6403-BF682F9459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189050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DCF25C-038C-C044-8534-F1BEC2547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AC7FE96-F7BA-8FBB-74D4-EAA006992F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C1B34C1-F76C-F9C4-0CAF-A33DC48F5C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CAFE49F-CB73-E442-9BDD-632D5CE169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3231496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CFB411-FE85-088B-0A7B-8CC7067886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06A5BA0-10BC-B6B2-A845-96C84546D43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9462EC4-0C0A-AAE8-9036-35FBF988CD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95186ED-49BF-D85D-A9B9-C823F09A03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7868265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80725E-3A75-E09A-6955-4CDFAA3B69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7579163-3A84-FA7B-57BB-318E33939D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02FE814-0D32-89D9-9B74-8232FCBFE4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FCD9014-F74F-2390-A376-9BDFF80A79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805222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F7DD1A-CCB5-8891-35E6-B8F2C3AF3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707FF88-2461-D047-3994-5721F2520D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D40D6CE-1376-681A-03F1-BB22D0A129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27A7CC9-4BF7-EEFB-E86E-F45B9944BA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723453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4241C-1118-06E1-0DAB-2081587F25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E713F52-EAF8-291E-C782-25FDA658F5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EA5FB2C-CB3B-0B91-2791-76A3A78C7C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603FC72-5C06-F89E-CE61-C18749CBF0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4143727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E76C6A-9E2D-7BD5-B646-3586EE7654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79758E3-DC7F-6150-977B-FA21402F3F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1CBEA09-258A-4532-D59E-54C13DAE6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F996CB1-5979-DF46-F097-9CF78E5CBA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272491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E104C9-F4F9-67E5-7811-91FB78C65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92457AE-9825-E39D-73AE-147E0CA39B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D639EF7-166E-DB4B-6F68-5D4988EE3D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27CE1F1-AFAC-7CA1-FEE3-3A6756BC60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5655979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590FCF-BB57-91EA-3004-849EC8C70B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5375683-EFC8-7FE0-DC45-2671111020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66E34B6-BD63-C9C5-FD3A-7F116C6E08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BF6A5B1-E7E3-B1FD-2979-BE88F7D9F7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3470987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1D73FD-5741-224A-18EF-36267BFA5F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ABC568D4-A2D3-2008-7442-ACEC69D668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E96DDDD-714C-89B0-8B95-50DE7DB397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94C2866-B05E-54EF-235D-9E02932C3A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2573172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C02AC-D16D-92E4-037B-0B779D3B50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848B63D-A656-E900-EFB5-C72A3471CA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A6139F2-16A6-42C3-9F81-510E77D235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D5DCF08-166A-C0B3-5EA1-96B8DA5F63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9875527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7CE7B4-E74F-F4A1-6C0D-2C9459223D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2AC63D0-FEE9-FD61-9943-A1B0B82F2AD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37E6F0B-71B6-E6C9-8B6F-A5AF296585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FD76A89-4AA5-E459-C6AC-BACC17AFD8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1164274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11B268-62BE-9700-CC7B-3F77D2623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3CCA355-AE55-57D4-D295-0D9256B8DFB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6D984C5-AE8E-1BD8-98E2-BAE5464C60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AFDC6BE-A139-DA2F-F1F7-BE68D652C3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0256258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9BDDAF-5E63-F741-B0F2-09DF5A1236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5278789-56E9-C9D5-1E25-24F3617442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9D6A3F0-FF8E-D2B2-4597-91D9B6BB2E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34A164D-171E-B806-A7B0-491053C3F3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70957220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1FCAF-1045-6FEC-062A-E8A88F43E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4E24E48-63C1-EA12-6950-C2A75E3394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F7B6FF9-B8AE-308E-0CFF-E4F022B208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D0D6315-6D07-49D0-91FB-BD05412BDE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2976748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15872C-1B07-A709-0B26-2671671FF8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694ED7C-F2DC-62DA-0B71-FB48A3E597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6C759A0-4224-565F-E6D9-5502BA2FA9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312CE77-3D33-667B-6084-592169FB51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5696537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24D57C-8DB3-E1DF-9C84-D10EB8C880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0C34EC3-2A3B-7B66-1F40-1112ECD1DD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80EC1EB-F5DA-7172-327B-04130B9543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F567059-DC16-6FCA-3AAB-1CDC7B654FF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304166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65C666-2F62-CA44-771A-66F8A276B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F83EFA3-7E90-3030-4FFD-402C2E94F9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504B423-6D85-2C1B-6C0E-D52EABEEC1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63CC086-3E13-5F41-0DC9-978C380B50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796439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11383A-0A5F-1FC0-E5C5-5703B00D78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B305BF8-CC7E-4C89-047A-5EB521BF0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9C995E2-A2E3-F203-338F-2E8163A594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2D5CB9A-9D9B-6980-B542-DBB358FE42E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8684312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7F6D0-7651-7BB2-B095-35FFBD9A57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5F3B409-A43F-9C47-B66C-C91818A0BE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9C05804-CBF6-3DA7-CF15-C4BDBF36E3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7154981-9FC1-819C-A9CA-849A6F458B2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3605080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72070A-8775-7C8C-1FA4-7924F4F200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7C8C2C4-3D8B-7474-630D-4A747B4C80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3B5B20F-1B27-8168-AD91-B413C736FF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0EEFA9D-2324-1C8B-1457-F6DC53E204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4199375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49EF5-D1F8-F863-2E09-0133E30D1B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1379E17-0050-B5C0-42F6-125911BE7F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0080120-3BBB-F7CE-7A26-3097E996ED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5FB9931-3D41-C42D-8A25-3B6D5EA1286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8036878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D22A63-D66F-0D68-0597-D1F1FF8BD3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C7E09A6-D15F-5977-7375-57CDD37BA9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C7300DD-76F3-75A6-70CA-72B4941E79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421D5F0-EF68-2E15-FE7D-A2C3008AD3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6285359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D78666-1197-3927-4B64-CC58F1FC3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1231F3C-A98F-D6F5-67D2-7218234607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FD58FF8-F9C1-1F98-D625-B4A167E630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C31B216-F8B1-EE50-F9C3-7C259608A8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8608780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1E6AA-6EFF-A648-4136-35C6E79A22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E880640-F246-CA10-29F5-A49A69265A5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776BC25-4726-B068-73E5-75429E5AB0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E2A5CFF-2D08-98B1-6725-B07DEF8DE4D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9032857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C08F7A-CDDB-14B6-B738-945B6CA940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B504277-56DA-5D58-3647-8F5FE3BC0B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60052F2-D2AE-76FC-EE59-803162F963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40FF44E-0CFD-899C-6552-49F13C26DC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7347111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FF9C44-E9F3-E820-FABE-7DC572A1CE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1A10646-3C45-1097-55D4-8001AB9A0A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C3FABFC-592C-F1D7-4EED-34B8550AC4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369B3AE-6CBB-F540-8AC0-36C1ED1D50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265842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3414C7-25AD-E71E-CFB3-BA9ED62F61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4F0C063-B04B-4C74-7C88-D618C5D93E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C218531-3AB7-5722-D0BC-EF6C3E7BB6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F780E0B-4101-536B-A532-5EB96A3BB6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5040788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869150-BCBD-804A-B53B-0A8FD4974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F1F42F1-0523-242B-1CF8-8957B1CB5D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0B8758D-07F9-B831-4F3B-EFC3EA0313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A5DD192-31D4-3C4C-3A30-1675F2628FA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9393662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CAF76-589D-6DF7-7B20-8D420F1E98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CBD0241-9F08-6BBF-4609-54E3DB1E54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18FE9F5-1B2F-E126-FA20-B53B762F6D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85F7B92-7B3D-5085-C383-8389BF77C0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5278033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5FD2E-1C1A-5558-6F56-B06DB83058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BDCDFB4-0224-2BCC-6B20-5111BFC02A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E9C7D44-155E-3072-4E4D-3021FD41EE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C17FEC9-67FE-396C-C440-1B8D826ED1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1869464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397924-B982-1A0D-8C46-1C9B29303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C4F81B8-7EF8-6C89-3357-4AB556CC3A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313395F-94FB-48BE-D2E1-F7B3570C17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3ACF1B7-8E7E-D731-7045-E42BAD264C8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8514366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8AB1D3-61FD-04CC-CF78-39ABA2D66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6427788-6966-D732-321D-03E701152A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C77C44A-8061-2805-F1D8-E6487C3A24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B5467A1-D6EA-D194-9D8C-C3B926EBDB2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3887449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113FB8-8EAA-63DA-18DC-B9F9E436C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B7C014F-E6EB-43FC-41D3-4344C742DD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C417367-672F-B7BE-BC71-0C9191F354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15F78E5-0BB7-9A80-BFDB-63E66B9C4A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4918270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0AECE-09C8-AD3D-3F08-658516E562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D4C885B-2266-7EE6-F3D1-5680918B76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BD14B35-5ADA-1588-002C-C19A33E8BC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7047153-9D27-BBB1-D609-CD574D9AA2E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7537487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BCAB0B-C0AE-523A-5C9D-A368B38542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1F2B429-2B48-52DC-E947-1FBA62DE9E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A6BDB45-6C85-1BDD-8C18-A4EF4F51E4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10FD13C-A00D-4820-3909-A356D8AE05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4450368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A4ABE2-E96E-2071-4E93-9CDB976E9E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9FFF978-721E-9A39-6881-867CD5C25A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4A4299D-38A5-818A-7EB3-6B69E422D5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7C666FC-8DA7-453B-6E12-4A66C820C3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5955987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5E13AC-CD75-D4FA-EAA4-C7A297A4A6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3DE9A23-5653-AB16-13A5-8675CD1453F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00FCEE5-C5DA-F0B8-B5C0-5298674A0B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72C02DA-D497-72C3-5974-348FAFAE8E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9700864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A528D6-C2C6-3181-8CEE-D3F6DB536D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7AAC7B9-FBBC-2938-C6A4-D06BDBE4D7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DC25B19-6728-204C-289B-46A1C1AB67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1AEDA15-AD09-BBE9-A639-04BCE2BCE0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2725844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01CC2D-64B5-3956-D2E6-21B2243611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9DB8409-F7B8-84B1-47D1-9635D56E6E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2BA440F-6846-38CD-136F-4FBE027444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7B836A0-84E2-A5BB-8C3F-663B977F6D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952428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5864F-D4A2-D1F3-1D9B-22D49BE596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505FC92-50CD-BF36-BC81-6206100824D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134AEC9-5E63-B97F-6777-CF34C719E2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470B7A8-D966-7EE8-B321-0C899B6ACD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9895856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D8659-8C9F-0D01-2B19-2A8ACEF425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E9DE6EFB-8C82-1E3A-E59D-08054BCF7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1D18548-B3BC-7E03-ADB0-282E68FCC0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F86B9F5-686A-F65A-B979-48753C3A53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4994197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00C427-A65F-0A17-2671-7718FDB9BB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A407E5A-752A-184F-00E7-C347223F2F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7106351-449F-0C72-4894-8F5D2F45125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0F616F9-4A8D-6BC8-96C7-7F8103D8BD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4369974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7B098B-7DBE-66BE-3A7E-A52B7E0BD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4C4D84F-2B40-D104-1D26-E336804DB2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1A7618A-A467-9C23-2A1B-530498FDF3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3CCD48D-8B1C-E3BD-7787-B9D6B3EBD4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9202623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462351-ED3E-5E92-60EC-F1D08865C8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D18441D-65D2-957D-1298-C3E84DF7EE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00EBDB3-EBEA-F611-5752-649F18498D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67CABED-E70A-302D-7F1B-BFBCF0CBAD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0238470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E16E4-2B88-92B1-B2AA-46E82A394F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6F183D0-E956-0FBB-698A-C536ACE8ED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B7FFD93-0E80-2AD9-CB09-C30511E82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9CA6712-2236-0542-8BB6-E37F96463E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4980022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C820B0-DBF1-CBAC-C196-CC00D08AE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5D09162-638F-6FD9-58A3-4B3D24956D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547EF1B-DB4B-230C-9F5C-FF57671BF1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D57DEEA-7D38-3F44-7976-94F535087B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8518723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5D38CA-2965-F1E0-B608-587E760FEC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7BE7513-5E36-F77A-8C54-4349198D7D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E4EDF18-9BFC-5E39-E92D-F51B3ACCCB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AB7CA81-9033-D852-DD28-CC2DC78A3FB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4416379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AE4D4C-5736-E3A0-F1C6-5F1C2728DB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5CF20F3-F244-5F7E-2A79-A53B8CC8A6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6F9900A-DE28-BC15-5A89-3B3C81D5BB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35D2AA9-1672-9008-FEFB-16EE91E7107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3138934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F873BC-95AA-4640-9C25-CAB12063C8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571004C-42DD-D7CE-D013-41FB0629F6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96EE3B4-1203-0786-1B63-2B51CC90C3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7DD4F36-39D3-EDF7-7B62-447D5DB6AA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4056910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501167-34A3-7D19-DDB1-CBC3F1D5AD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BC44EC8-2534-ED12-763F-79714AE11B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D28669C-0EAB-0659-E09A-F459573994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32F716E-13D7-72CB-5DA6-F534B7E5EE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3967896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5FECE7-F1AE-7ACB-8194-2378DBC2E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C3242CA-407B-BFA2-92BA-CFBEF47F80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CD551C4-EC76-85A2-3542-3A8C8A5C45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44911FD-DB0C-2520-E27B-EA4A8008D8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8653386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FE96D-2163-A973-8A8D-946AAC643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72179ED-0F8E-9FF7-A09C-0F4BF01B64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D5A6143-8744-A3C9-EF55-307766D239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081C4A3-1DD5-AB0A-0FF6-DE3C0EA241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0584446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ADABC0-F642-3C38-D7DF-733B6D0B92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EC7E595-C41E-C569-97D1-23C4B3D0C7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2121AD9-6A29-A548-9E8D-3B61292708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3FD40DE-8BE4-0B74-DD5B-12275F3D44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1500930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AC0ED-5D16-39DF-88E6-16DC8FE82B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3A27355-B004-AECA-DB9A-2A2F381DE1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F1F198F-15A1-26DC-0F9A-D72FEE6C91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55ED240-8006-AA1C-22FE-BEB8A9775D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9013512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669B8D-DBF7-90E6-F375-92D8BD9D24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CFEEB3B-31EA-3615-6682-F94B9839CC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375B6D9-004A-A768-16C6-4C9C10FFC69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B1FA048-000B-C509-6ABC-BDB1E759A6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5257777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1D5E27-AD32-5339-4624-9F788DCE4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4B56D62-3F41-1C26-7548-BD657DEF62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BCA7902-D35A-5C4D-920B-D3F6DCEC0C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D0109C3-A1EC-A4CA-6093-8A078411A3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03615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9A8DF8-2824-FFA5-2C93-3DB0279ACD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9ADA31E-368F-7687-DD67-2AEFC2D73C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FCB6D61-8EE1-F287-2D5F-894CC4A2F5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C15B7EF-075E-156B-0EAC-4344A69950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1851401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83DB90-DCBE-21BA-6840-F72F144FB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8C59CDD-6AD3-256F-F77D-6E6C9B951E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997E4BF-151D-04DE-AA49-BBAB536BEF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894744B-9DA1-9503-1AEE-6AA55D929D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0955715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3A2625-72D1-0969-4B89-EB4A44834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65A4476-BD4D-C6BD-30C1-0C02F316E10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68EF4E2-1255-AF9F-78A0-F129855662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425F714-FB72-84F1-D3A7-5CAC89FD31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7679058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A0606A-A9F6-B73A-2EFC-1544CAC5D0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D4A21C1-9E51-5F36-C8B4-87045AEF37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988E92B-7B8A-23C0-7ED2-AB6D04E858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CECDB89-95BF-70B6-D18D-E27436B0FE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8319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BC9C5-167F-CD41-8B22-D456BB740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4E3EEA5-6D20-2B24-75E7-6A8C12A4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86902D3-A0B6-598B-2C0E-1F1E2AD00A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C79F51F-C41F-921C-E413-8897B1B70A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7245846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BC8B0-90EE-FB79-28CF-8CFC19D64F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8FD8DD1-D0F8-363D-3E97-BC37AF5260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9BC96F0-D18F-077B-1AEE-9B8F80E3B9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7420AF4-6E60-DCA8-65CF-2EDD55EAE4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684184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64B8C2-26E7-B791-96FD-BCD4875DD2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265CBF1-5440-CBF9-C824-317C55C393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683078F-16B3-79BE-8321-013F31E0A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EF956B5-C0C7-4D90-9DEF-3869E067F4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4782023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F1D87C-F528-6595-2074-E86CFBBB5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683063E-8C18-1369-1B5E-2909AED62A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CD8B6C7-CEAC-CE75-4FAA-6262FA55FB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5E740EF-4C90-FBB0-3EF1-72C26BC297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2082516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A00D61-F6DC-F7DB-5914-21B307095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1749CDE-E80D-1E77-B397-2861B211D1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6C59D8D-FBD5-4347-5072-A6BD506CEB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D85BDCB-87C7-20EB-2B3B-3151A484C2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2769449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03C658-E752-D603-F849-B1660FEF1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CCDB9558-0FAF-6BCF-4CAD-8E272A8D50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47A4EBE-BD69-D5AB-0925-119DAC77DC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E4601E4-BEA8-947A-A9F7-3C62921927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0174552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CA9CE1-099A-0AFA-43C0-720EC0B29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51BE68B-01ED-BC05-52FF-B73278503C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FCC96BD-CC24-C72B-4D48-FFC355177E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95F1CF0-0FA5-B119-E797-1001D296BC5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9789513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FFDF32-7DFE-0D08-131A-370ACB22F1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5E6A3AA-F555-F1E1-B319-0CCA51C8A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80C8E48-EABE-99D0-3BC0-8C329318CC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318D4C9-9F64-2F8B-FF21-FCCCC32594F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9861988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12EAF1-6283-232F-C0E4-387178AAC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079AD51-5568-4762-D4C9-496B1CDA79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C852070-D113-9854-FA89-CA727220F80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E529908-BBA9-60B1-EFF8-B4E7AD0175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9070321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1DD571-F5A3-1A72-2098-F876851C3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6B9E0F5-9B23-EE1C-550D-809746954E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B7A9C07-22D1-EF58-FFE2-6425DDDFDF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5803700-72B6-0F2E-DF98-22DBD8A707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8175963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0B0D71-983B-E8B8-4ECF-8C1CD1C5E2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1C4EC8F-14BF-7F98-7887-CDAEA4FC5A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A3501E4-6E21-68FD-93C6-C361913FE0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27F3B35-C949-D3C3-A5D5-A96BB7C696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5890550"/>
      </p:ext>
    </p:extLst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B31F05-D8A3-8371-D436-CF3DAD4D65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5D948D58-6716-8B04-1923-350318DA80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7928DA1-C2D5-2E04-50E5-CC4B1391185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AF852CA-992A-F60A-9BBF-67B7455F90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0017801"/>
      </p:ext>
    </p:extLst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81683-6AC4-540D-8E36-A84F7D3743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33B1A63-6B88-576B-1901-490E99CEAC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E7F37B1-BB08-9907-1159-9CDFB4F282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38EECFE-5F36-35C5-5460-7075751A94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7450737"/>
      </p:ext>
    </p:extLst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D8BAE-3DB1-347C-CFF9-031845F520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E87C847-0EAA-0D72-8A1F-162DB95749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2F74084-FC26-0C05-BB75-B3E3F55139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C61D6E0-8D77-3863-94E6-813C4DD592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8850647"/>
      </p:ext>
    </p:extLst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102950-E022-7CF5-96FA-AC40391B5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D93BF4A-BA2E-AE5F-5303-F4CA2CFE39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3EE5D67-F0E8-F802-9FE2-7A51097726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06B8C8C-3D24-EF22-33F7-21D3EFE456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8642979"/>
      </p:ext>
    </p:extLst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201A67-FF31-734A-D3F3-B14567DEFD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15C6FAD-46F1-751C-7D67-EB7CA88180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6E8DB59-D24A-AE8D-CC56-53BF12F7BC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CCB056C-A293-3639-799D-82CD173401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411631"/>
      </p:ext>
    </p:extLst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E18D5-82FF-F24B-2213-E06C896758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A9430B7-7521-8468-8652-12137F0A71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DCEAA57-7A91-3C11-69ED-A5B3B9CD15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4395C28-8354-48C1-8519-1CDC68244C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8512281"/>
      </p:ext>
    </p:extLst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B2AD4-FD52-5D17-3F7B-63A5B5806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6A1AF0B-09DF-046C-ACDE-998A31332B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702103A-4988-511B-6DCB-912E744ED0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C0C2179C-B96D-D4F5-02B2-2AE7A00912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6567489"/>
      </p:ext>
    </p:extLst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226F00-26DE-17C3-936C-4E3A379268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34CD530-9861-74A5-FEF2-C3D7C774A6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ED4C48A-4A44-49E8-4EDA-DAE2AADFFA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9F361F5-C871-29F1-AA4D-4B4CA0A8B9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8888909"/>
      </p:ext>
    </p:extLst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D5328B-CBE8-474D-BA32-037FAAA63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44F6C1A-DFFF-648E-AF19-875F25B155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648CE23-507B-69B9-B081-DC4BB90EEF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11589B1-58D9-0F9E-0D08-C4137E95ED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8305572"/>
      </p:ext>
    </p:extLst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8324A9-21D3-9894-FD9A-8AD52BD03E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BA02AF5-D0E9-F1FD-D875-1259D9AC07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89B9280-9583-FAFC-DF3E-69AAFEB5A2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E592A29-17D2-6921-B23B-C75B7EE4EDD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0008157"/>
      </p:ext>
    </p:extLst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D35796-49FB-389B-7530-B65120566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9E2924E-E88B-4898-5CB9-DBCB2FB8C5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75EF955-1BFF-B00F-6C9F-E8B2A3EF8E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6D76DDB-A924-05C8-101B-4843598FD9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456715"/>
      </p:ext>
    </p:extLst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BB2EE2-07CA-3611-6D72-C3BCE37034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D5F9993-453C-E835-F30E-71571D92EE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6DD6D6B-5AA6-B02F-19B2-43BC6358AE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D7A0D04-45D6-197E-F7D3-C37A7F1191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0226076"/>
      </p:ext>
    </p:extLst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2FC062-71E5-4935-6CDF-459277232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38FE592-7D28-B7A9-3593-793A5893B6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5E91F028-89F5-A8D0-D4F8-ADC2EED685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F344465-B158-A82C-96A4-D53432D819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0051200"/>
      </p:ext>
    </p:extLst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A2705-31F2-952C-CC23-1B2E9F549B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64412C3-009A-F97B-684B-1FAD124C28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EF97F25-2FB4-8C77-C8E3-B957B5717A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05B7574-4F44-83AC-AAA7-EFF7A3645FA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8312955"/>
      </p:ext>
    </p:extLst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415ABA-D5BF-BB80-A5BC-8B33F99E17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2F9AE81-1DD4-7630-A12D-4B74EA7DD3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1C8059AA-84A9-92F0-77F1-DFAE6C1DA95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B45D9B2-5B97-BC51-58CB-4906B4F3216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4405622"/>
      </p:ext>
    </p:extLst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42341-1025-E8F0-3EDF-8A3F52CBA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AE115F8-C34A-5C83-5326-DD432E37FD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F6E45C6-0A07-3B97-8223-10A5692BFF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163C379-42D7-3C30-14FD-F8C8A3CE7D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2783512"/>
      </p:ext>
    </p:extLst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816F9B-6FCE-C036-0A80-BDFF40BBE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0741150-0AE2-966E-71BF-8E01E3466E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20268F2-E520-B6D1-4AB7-C1DF5E956E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2B63EF3-BCF6-1C98-70FC-7084BCDF93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2074019"/>
      </p:ext>
    </p:extLst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434286-A4CA-0932-B3CD-3B629B5091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3378C12D-9342-564B-5CF7-1DB94417D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883AE77-1034-E8C3-0C3D-F22AC52C64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EFD0B06-AF36-0F4E-CCD8-05E5049309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1884331"/>
      </p:ext>
    </p:extLst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24EE23-A797-654F-D657-58F81E1C89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1C2B290-9C8F-1D89-13F2-1740B35889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CA9A3EB-CE43-1489-6FBA-3994505CE23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9B7DA3E-5B8D-D464-6D49-91CC492DF7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041542"/>
      </p:ext>
    </p:extLst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A6BE34-BA1B-9634-20A7-468CB3F68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7334B00-DC12-5E25-D4C2-246EAE1AB8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B35FAAA-A4A2-DFB5-E32F-EBA31C5CF92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D2EE008-53AE-2E61-F633-39849007D4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782477"/>
      </p:ext>
    </p:extLst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DD5B6-4B9B-5301-5335-98A2FE7465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608E5B3-4535-6802-8D03-DC0BD0F7E25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13DCFA8-8611-E882-DDFA-FADFE46E37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C6F42C1-F593-F52B-844D-7E7A6E3D57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8181091"/>
      </p:ext>
    </p:extLst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CECEB8-6AB7-18A5-749B-C592F0151F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6FDB456E-18B9-9C46-00DF-C92DD3BDB55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9F39C4B-3A3C-7A52-86D0-7E2BDAC9E1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Source : https://www.photovoltaique.info/fr/preparer-un-projet/quel-modele-economique/connaitre-les-couts-et-evaluer-la-rentabilite/couts-de-fonctionnement/</a:t>
            </a:r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0590694-0E87-E260-BA88-82E83E5DF4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168828-14A0-412B-94BC-241CF3A039B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22159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svg"/><Relationship Id="rId4" Type="http://schemas.openxmlformats.org/officeDocument/2006/relationships/image" Target="../media/image1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svg"/><Relationship Id="rId4" Type="http://schemas.openxmlformats.org/officeDocument/2006/relationships/image" Target="../media/image1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hyperlink" Target="https://www.wavestone.com/en/" TargetMode="External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svg"/><Relationship Id="rId5" Type="http://schemas.openxmlformats.org/officeDocument/2006/relationships/image" Target="../media/image1.png"/><Relationship Id="rId4" Type="http://schemas.openxmlformats.org/officeDocument/2006/relationships/image" Target="../media/image4.sv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hyperlink" Target="https://www.wavestone.com/en/" TargetMode="Externa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8" Type="http://schemas.openxmlformats.org/officeDocument/2006/relationships/tags" Target="../tags/tag29.xml"/><Relationship Id="rId13" Type="http://schemas.openxmlformats.org/officeDocument/2006/relationships/tags" Target="../tags/tag34.xml"/><Relationship Id="rId18" Type="http://schemas.openxmlformats.org/officeDocument/2006/relationships/tags" Target="../tags/tag39.xml"/><Relationship Id="rId3" Type="http://schemas.openxmlformats.org/officeDocument/2006/relationships/tags" Target="../tags/tag24.xml"/><Relationship Id="rId21" Type="http://schemas.openxmlformats.org/officeDocument/2006/relationships/chart" Target="../charts/chart1.xml"/><Relationship Id="rId7" Type="http://schemas.openxmlformats.org/officeDocument/2006/relationships/tags" Target="../tags/tag28.xml"/><Relationship Id="rId12" Type="http://schemas.openxmlformats.org/officeDocument/2006/relationships/tags" Target="../tags/tag33.xml"/><Relationship Id="rId17" Type="http://schemas.openxmlformats.org/officeDocument/2006/relationships/tags" Target="../tags/tag38.xml"/><Relationship Id="rId2" Type="http://schemas.openxmlformats.org/officeDocument/2006/relationships/tags" Target="../tags/tag23.xml"/><Relationship Id="rId16" Type="http://schemas.openxmlformats.org/officeDocument/2006/relationships/tags" Target="../tags/tag37.xml"/><Relationship Id="rId20" Type="http://schemas.openxmlformats.org/officeDocument/2006/relationships/slideMaster" Target="../slideMasters/slideMaster1.xml"/><Relationship Id="rId1" Type="http://schemas.openxmlformats.org/officeDocument/2006/relationships/tags" Target="../tags/tag22.xml"/><Relationship Id="rId6" Type="http://schemas.openxmlformats.org/officeDocument/2006/relationships/tags" Target="../tags/tag27.xml"/><Relationship Id="rId11" Type="http://schemas.openxmlformats.org/officeDocument/2006/relationships/tags" Target="../tags/tag32.xml"/><Relationship Id="rId5" Type="http://schemas.openxmlformats.org/officeDocument/2006/relationships/tags" Target="../tags/tag26.xml"/><Relationship Id="rId15" Type="http://schemas.openxmlformats.org/officeDocument/2006/relationships/tags" Target="../tags/tag36.xml"/><Relationship Id="rId10" Type="http://schemas.openxmlformats.org/officeDocument/2006/relationships/tags" Target="../tags/tag31.xml"/><Relationship Id="rId19" Type="http://schemas.openxmlformats.org/officeDocument/2006/relationships/tags" Target="../tags/tag40.xml"/><Relationship Id="rId4" Type="http://schemas.openxmlformats.org/officeDocument/2006/relationships/tags" Target="../tags/tag25.xml"/><Relationship Id="rId9" Type="http://schemas.openxmlformats.org/officeDocument/2006/relationships/tags" Target="../tags/tag30.xml"/><Relationship Id="rId14" Type="http://schemas.openxmlformats.org/officeDocument/2006/relationships/tags" Target="../tags/tag35.xml"/><Relationship Id="rId22" Type="http://schemas.openxmlformats.org/officeDocument/2006/relationships/chart" Target="../charts/chart2.xml"/></Relationships>
</file>

<file path=ppt/slideLayouts/_rels/slideLayout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jpeg"/><Relationship Id="rId13" Type="http://schemas.openxmlformats.org/officeDocument/2006/relationships/image" Target="../media/image20.jpeg"/><Relationship Id="rId3" Type="http://schemas.openxmlformats.org/officeDocument/2006/relationships/image" Target="../media/image10.jpeg"/><Relationship Id="rId7" Type="http://schemas.openxmlformats.org/officeDocument/2006/relationships/image" Target="../media/image14.jpeg"/><Relationship Id="rId12" Type="http://schemas.openxmlformats.org/officeDocument/2006/relationships/image" Target="../media/image19.jpeg"/><Relationship Id="rId2" Type="http://schemas.openxmlformats.org/officeDocument/2006/relationships/image" Target="../media/image9.jpeg"/><Relationship Id="rId16" Type="http://schemas.openxmlformats.org/officeDocument/2006/relationships/image" Target="../media/image23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3.jpeg"/><Relationship Id="rId11" Type="http://schemas.openxmlformats.org/officeDocument/2006/relationships/image" Target="../media/image18.jpeg"/><Relationship Id="rId5" Type="http://schemas.openxmlformats.org/officeDocument/2006/relationships/image" Target="../media/image12.jpeg"/><Relationship Id="rId15" Type="http://schemas.openxmlformats.org/officeDocument/2006/relationships/image" Target="../media/image22.jpeg"/><Relationship Id="rId10" Type="http://schemas.openxmlformats.org/officeDocument/2006/relationships/image" Target="../media/image17.jpeg"/><Relationship Id="rId4" Type="http://schemas.openxmlformats.org/officeDocument/2006/relationships/image" Target="../media/image11.jpeg"/><Relationship Id="rId9" Type="http://schemas.openxmlformats.org/officeDocument/2006/relationships/image" Target="../media/image16.jpeg"/><Relationship Id="rId14" Type="http://schemas.openxmlformats.org/officeDocument/2006/relationships/image" Target="../media/image21.jpe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svg"/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full blue with picture">
    <p:bg>
      <p:bgPr>
        <a:gradFill flip="none" rotWithShape="1">
          <a:gsLst>
            <a:gs pos="100000">
              <a:schemeClr val="accent3"/>
            </a:gs>
            <a:gs pos="0">
              <a:schemeClr val="bg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Subtitle 1" descr="&#10;">
            <a:extLst>
              <a:ext uri="{FF2B5EF4-FFF2-40B4-BE49-F238E27FC236}">
                <a16:creationId xmlns:a16="http://schemas.microsoft.com/office/drawing/2014/main" id="{DB0B5B0D-2EF3-BA23-C0A8-42E00367118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 bwMode="gray">
          <a:xfrm>
            <a:off x="423863" y="2116003"/>
            <a:ext cx="6815137" cy="495108"/>
          </a:xfrm>
          <a:prstGeom prst="rect">
            <a:avLst/>
          </a:prstGeom>
        </p:spPr>
        <p:txBody>
          <a:bodyPr lIns="0" tIns="0" rIns="0" bIns="0"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i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GB" noProof="0"/>
              <a:t>Placeholder for your sub headline</a:t>
            </a:r>
          </a:p>
        </p:txBody>
      </p:sp>
      <p:sp>
        <p:nvSpPr>
          <p:cNvPr id="8" name="Client logo placeholder">
            <a:extLst>
              <a:ext uri="{FF2B5EF4-FFF2-40B4-BE49-F238E27FC236}">
                <a16:creationId xmlns:a16="http://schemas.microsoft.com/office/drawing/2014/main" id="{5CB54D1B-30FC-650C-4FB0-89F95343E7A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423862" y="3448559"/>
            <a:ext cx="2627312" cy="782638"/>
          </a:xfrm>
        </p:spPr>
        <p:txBody>
          <a:bodyPr lIns="0" tIns="0" rIns="0" bIns="0"/>
          <a:lstStyle>
            <a:lvl1pPr>
              <a:defRPr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logo client</a:t>
            </a:r>
          </a:p>
        </p:txBody>
      </p:sp>
      <p:sp>
        <p:nvSpPr>
          <p:cNvPr id="4" name="Date Author Internal placeholer">
            <a:extLst>
              <a:ext uri="{FF2B5EF4-FFF2-40B4-BE49-F238E27FC236}">
                <a16:creationId xmlns:a16="http://schemas.microsoft.com/office/drawing/2014/main" id="{E64DDF60-6EAD-3BAE-1343-0BEE0FEA54D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23863" y="2617739"/>
            <a:ext cx="6815137" cy="481013"/>
          </a:xfrm>
        </p:spPr>
        <p:txBody>
          <a:bodyPr lIns="0" tIns="0" rIns="0" bIns="0"/>
          <a:lstStyle>
            <a:lvl1pPr>
              <a:defRPr sz="1200">
                <a:solidFill>
                  <a:schemeClr val="bg1">
                    <a:lumMod val="100000"/>
                  </a:schemeClr>
                </a:solidFill>
                <a:latin typeface="Aptos Light" panose="020B0004020202020204" pitchFamily="34" charset="0"/>
                <a:cs typeface="Poppins Light" panose="00000400000000000000" pitchFamily="2" charset="0"/>
              </a:defRPr>
            </a:lvl1pPr>
          </a:lstStyle>
          <a:p>
            <a:pPr lvl="0"/>
            <a:r>
              <a:rPr lang="en-GB"/>
              <a:t>Date | Author | Internal</a:t>
            </a:r>
          </a:p>
        </p:txBody>
      </p:sp>
      <p:pic>
        <p:nvPicPr>
          <p:cNvPr id="2" name="Blue Wavestone logo">
            <a:extLst>
              <a:ext uri="{FF2B5EF4-FFF2-40B4-BE49-F238E27FC236}">
                <a16:creationId xmlns:a16="http://schemas.microsoft.com/office/drawing/2014/main" id="{BE512CCC-1695-61D7-A3AD-CD8A1F887D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95789" y="6071526"/>
            <a:ext cx="2743199" cy="684590"/>
          </a:xfrm>
          <a:prstGeom prst="rect">
            <a:avLst/>
          </a:prstGeom>
        </p:spPr>
      </p:pic>
      <p:pic>
        <p:nvPicPr>
          <p:cNvPr id="3" name="White Wavestone logo" descr="Wavestone logo">
            <a:extLst>
              <a:ext uri="{FF2B5EF4-FFF2-40B4-BE49-F238E27FC236}">
                <a16:creationId xmlns:a16="http://schemas.microsoft.com/office/drawing/2014/main" id="{76ADC0A5-1067-2CB4-29A2-83253A1B9832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95789" y="6071526"/>
            <a:ext cx="2743200" cy="684590"/>
          </a:xfrm>
          <a:prstGeom prst="rect">
            <a:avLst/>
          </a:prstGeom>
        </p:spPr>
      </p:pic>
      <p:grpSp>
        <p:nvGrpSpPr>
          <p:cNvPr id="19" name="Strokes">
            <a:extLst>
              <a:ext uri="{FF2B5EF4-FFF2-40B4-BE49-F238E27FC236}">
                <a16:creationId xmlns:a16="http://schemas.microsoft.com/office/drawing/2014/main" id="{9D66CEAF-5896-9678-2399-77CD601EFB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-21100" y="2362201"/>
            <a:ext cx="12236484" cy="4500730"/>
            <a:chOff x="7485" y="2372714"/>
            <a:chExt cx="12179313" cy="4479703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4A3BFA1-BB6F-72A8-622E-01414B797B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485" y="3916442"/>
              <a:ext cx="12179313" cy="2600047"/>
            </a:xfrm>
            <a:custGeom>
              <a:avLst/>
              <a:gdLst>
                <a:gd name="connsiteX0" fmla="*/ 0 w 12179313"/>
                <a:gd name="connsiteY0" fmla="*/ 341972 h 2600047"/>
                <a:gd name="connsiteX1" fmla="*/ 8343401 w 12179313"/>
                <a:gd name="connsiteY1" fmla="*/ 2235348 h 2600047"/>
                <a:gd name="connsiteX2" fmla="*/ 12179314 w 12179313"/>
                <a:gd name="connsiteY2" fmla="*/ 0 h 260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79313" h="2600047">
                  <a:moveTo>
                    <a:pt x="0" y="341972"/>
                  </a:moveTo>
                  <a:cubicBezTo>
                    <a:pt x="593424" y="835996"/>
                    <a:pt x="4005852" y="3573297"/>
                    <a:pt x="8343401" y="2235348"/>
                  </a:cubicBezTo>
                  <a:cubicBezTo>
                    <a:pt x="9562981" y="1859185"/>
                    <a:pt x="10855574" y="1160904"/>
                    <a:pt x="12179314" y="0"/>
                  </a:cubicBezTo>
                </a:path>
              </a:pathLst>
            </a:custGeom>
            <a:noFill/>
            <a:ln w="28575" cap="flat">
              <a:solidFill>
                <a:srgbClr val="04F06A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6BAEA99-B6B7-C0A7-81D8-2B72AB61EC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8093216" y="2372714"/>
              <a:ext cx="4093581" cy="4479703"/>
            </a:xfrm>
            <a:custGeom>
              <a:avLst/>
              <a:gdLst>
                <a:gd name="connsiteX0" fmla="*/ 4093582 w 4093581"/>
                <a:gd name="connsiteY0" fmla="*/ 0 h 4479703"/>
                <a:gd name="connsiteX1" fmla="*/ 257669 w 4093581"/>
                <a:gd name="connsiteY1" fmla="*/ 3779076 h 4479703"/>
                <a:gd name="connsiteX2" fmla="*/ 0 w 4093581"/>
                <a:gd name="connsiteY2" fmla="*/ 4479704 h 44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93581" h="4479703">
                  <a:moveTo>
                    <a:pt x="4093582" y="0"/>
                  </a:moveTo>
                  <a:cubicBezTo>
                    <a:pt x="3611294" y="167529"/>
                    <a:pt x="1403920" y="1064612"/>
                    <a:pt x="257669" y="3779076"/>
                  </a:cubicBezTo>
                  <a:cubicBezTo>
                    <a:pt x="164231" y="4000333"/>
                    <a:pt x="77834" y="4233707"/>
                    <a:pt x="0" y="4479704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" name="Picture Placeholder 1">
            <a:extLst>
              <a:ext uri="{FF2B5EF4-FFF2-40B4-BE49-F238E27FC236}">
                <a16:creationId xmlns:a16="http://schemas.microsoft.com/office/drawing/2014/main" id="{27DB79B2-30B9-24F2-E432-CF955CDC61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7416801" y="0"/>
            <a:ext cx="4775201" cy="6858000"/>
          </a:xfrm>
          <a:custGeom>
            <a:avLst/>
            <a:gdLst>
              <a:gd name="connsiteX0" fmla="*/ 1517945 w 4775201"/>
              <a:gd name="connsiteY0" fmla="*/ 0 h 6858000"/>
              <a:gd name="connsiteX1" fmla="*/ 4775201 w 4775201"/>
              <a:gd name="connsiteY1" fmla="*/ 0 h 6858000"/>
              <a:gd name="connsiteX2" fmla="*/ 4775201 w 4775201"/>
              <a:gd name="connsiteY2" fmla="*/ 6858000 h 6858000"/>
              <a:gd name="connsiteX3" fmla="*/ 1517945 w 4775201"/>
              <a:gd name="connsiteY3" fmla="*/ 6858000 h 6858000"/>
              <a:gd name="connsiteX4" fmla="*/ 1435478 w 4775201"/>
              <a:gd name="connsiteY4" fmla="*/ 6784103 h 6858000"/>
              <a:gd name="connsiteX5" fmla="*/ 0 w 4775201"/>
              <a:gd name="connsiteY5" fmla="*/ 3429000 h 6858000"/>
              <a:gd name="connsiteX6" fmla="*/ 1435478 w 4775201"/>
              <a:gd name="connsiteY6" fmla="*/ 7389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75201" h="6858000">
                <a:moveTo>
                  <a:pt x="1517945" y="0"/>
                </a:moveTo>
                <a:lnTo>
                  <a:pt x="4775201" y="0"/>
                </a:lnTo>
                <a:lnTo>
                  <a:pt x="4775201" y="6858000"/>
                </a:lnTo>
                <a:lnTo>
                  <a:pt x="1517945" y="6858000"/>
                </a:lnTo>
                <a:lnTo>
                  <a:pt x="1435478" y="6784103"/>
                </a:lnTo>
                <a:cubicBezTo>
                  <a:pt x="553634" y="5954966"/>
                  <a:pt x="0" y="4758867"/>
                  <a:pt x="0" y="3429000"/>
                </a:cubicBezTo>
                <a:cubicBezTo>
                  <a:pt x="0" y="2099134"/>
                  <a:pt x="553634" y="903034"/>
                  <a:pt x="1435478" y="73898"/>
                </a:cubicBezTo>
                <a:close/>
              </a:path>
            </a:pathLst>
          </a:custGeom>
        </p:spPr>
        <p:txBody>
          <a:bodyPr wrap="square" lIns="108000" tIns="0" rIns="108000" bIns="0" anchor="ctr">
            <a:noAutofit/>
          </a:bodyPr>
          <a:lstStyle>
            <a:lvl1pPr>
              <a:defRPr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image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2FD9D35-5265-AC61-DA20-E908CED92E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3"/>
            <a:ext cx="6815016" cy="1704711"/>
          </a:xfrm>
        </p:spPr>
        <p:txBody>
          <a:bodyPr/>
          <a:lstStyle>
            <a:lvl1pPr>
              <a:defRPr sz="3400"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Complete here with the title of your presentation</a:t>
            </a:r>
            <a:r>
              <a:rPr lang="en-GB" noProof="0"/>
              <a:t> of maximum 3 lines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73312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full blue without picture">
    <p:bg>
      <p:bgPr>
        <a:gradFill flip="none" rotWithShape="1">
          <a:gsLst>
            <a:gs pos="100000">
              <a:schemeClr val="accent3"/>
            </a:gs>
            <a:gs pos="0">
              <a:schemeClr val="bg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ubtitle 1">
            <a:extLst>
              <a:ext uri="{FF2B5EF4-FFF2-40B4-BE49-F238E27FC236}">
                <a16:creationId xmlns:a16="http://schemas.microsoft.com/office/drawing/2014/main" id="{8E7C07B8-761D-5B0A-BBA4-2509B93128D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 bwMode="gray">
          <a:xfrm>
            <a:off x="423863" y="2116003"/>
            <a:ext cx="6815137" cy="495108"/>
          </a:xfrm>
          <a:prstGeom prst="rect">
            <a:avLst/>
          </a:prstGeom>
        </p:spPr>
        <p:txBody>
          <a:bodyPr lIns="0" tIns="0" rIns="0" bIns="0"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i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GB" noProof="0"/>
              <a:t>Placeholder for your sub headline</a:t>
            </a:r>
          </a:p>
        </p:txBody>
      </p:sp>
      <p:sp>
        <p:nvSpPr>
          <p:cNvPr id="15" name="Client logo placeholder">
            <a:extLst>
              <a:ext uri="{FF2B5EF4-FFF2-40B4-BE49-F238E27FC236}">
                <a16:creationId xmlns:a16="http://schemas.microsoft.com/office/drawing/2014/main" id="{0E0467A6-A3B4-56CE-4A41-A359642DF55D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423862" y="3448559"/>
            <a:ext cx="2627312" cy="782638"/>
          </a:xfrm>
        </p:spPr>
        <p:txBody>
          <a:bodyPr lIns="0" tIns="0" rIns="0" bIns="0"/>
          <a:lstStyle>
            <a:lvl1pPr>
              <a:defRPr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logo client</a:t>
            </a:r>
          </a:p>
        </p:txBody>
      </p:sp>
      <p:sp>
        <p:nvSpPr>
          <p:cNvPr id="7" name="Date Author Internal placeholer">
            <a:extLst>
              <a:ext uri="{FF2B5EF4-FFF2-40B4-BE49-F238E27FC236}">
                <a16:creationId xmlns:a16="http://schemas.microsoft.com/office/drawing/2014/main" id="{5D7C9DCD-FBB0-1A0D-19DB-017C19EFBAC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23863" y="2617739"/>
            <a:ext cx="6815137" cy="481013"/>
          </a:xfrm>
        </p:spPr>
        <p:txBody>
          <a:bodyPr lIns="0" tIns="0" rIns="0" bIns="0"/>
          <a:lstStyle>
            <a:lvl1pPr>
              <a:defRPr sz="1200">
                <a:solidFill>
                  <a:schemeClr val="bg1">
                    <a:lumMod val="100000"/>
                  </a:schemeClr>
                </a:solidFill>
                <a:latin typeface="Aptos Light" panose="020B0004020202020204" pitchFamily="34" charset="0"/>
                <a:cs typeface="Poppins Light" panose="00000400000000000000" pitchFamily="2" charset="0"/>
              </a:defRPr>
            </a:lvl1pPr>
          </a:lstStyle>
          <a:p>
            <a:pPr lvl="0"/>
            <a:r>
              <a:rPr lang="en-GB"/>
              <a:t>Date | Author | Internal</a:t>
            </a:r>
          </a:p>
        </p:txBody>
      </p:sp>
      <p:pic>
        <p:nvPicPr>
          <p:cNvPr id="5" name="Blue Wavestone logo">
            <a:extLst>
              <a:ext uri="{FF2B5EF4-FFF2-40B4-BE49-F238E27FC236}">
                <a16:creationId xmlns:a16="http://schemas.microsoft.com/office/drawing/2014/main" id="{BCD57857-FD15-E832-C433-88A51E7935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95789" y="6071526"/>
            <a:ext cx="2743199" cy="684590"/>
          </a:xfrm>
          <a:prstGeom prst="rect">
            <a:avLst/>
          </a:prstGeom>
        </p:spPr>
      </p:pic>
      <p:pic>
        <p:nvPicPr>
          <p:cNvPr id="6" name="White Wavestone logo" descr="Wavestone logo">
            <a:extLst>
              <a:ext uri="{FF2B5EF4-FFF2-40B4-BE49-F238E27FC236}">
                <a16:creationId xmlns:a16="http://schemas.microsoft.com/office/drawing/2014/main" id="{4EBE1307-FB4C-A2FF-CA0D-F617893B60B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95789" y="6071526"/>
            <a:ext cx="2743200" cy="684590"/>
          </a:xfrm>
          <a:prstGeom prst="rect">
            <a:avLst/>
          </a:prstGeom>
        </p:spPr>
      </p:pic>
      <p:sp>
        <p:nvSpPr>
          <p:cNvPr id="2" name="Title 9">
            <a:extLst>
              <a:ext uri="{FF2B5EF4-FFF2-40B4-BE49-F238E27FC236}">
                <a16:creationId xmlns:a16="http://schemas.microsoft.com/office/drawing/2014/main" id="{A3A45817-C259-069B-BA15-B25640BF555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3"/>
            <a:ext cx="6815016" cy="1704711"/>
          </a:xfrm>
        </p:spPr>
        <p:txBody>
          <a:bodyPr/>
          <a:lstStyle>
            <a:lvl1pPr>
              <a:defRPr sz="3400"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Complete here with the title of your presentation</a:t>
            </a:r>
            <a:r>
              <a:rPr lang="en-GB" noProof="0"/>
              <a:t> of maximum 3 lines</a:t>
            </a:r>
            <a:endParaRPr lang="en-GB"/>
          </a:p>
        </p:txBody>
      </p:sp>
      <p:grpSp>
        <p:nvGrpSpPr>
          <p:cNvPr id="3" name="Strokes">
            <a:extLst>
              <a:ext uri="{FF2B5EF4-FFF2-40B4-BE49-F238E27FC236}">
                <a16:creationId xmlns:a16="http://schemas.microsoft.com/office/drawing/2014/main" id="{CDA0816A-1F5C-5D70-60C0-A287808C5C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-21100" y="2362201"/>
            <a:ext cx="12236484" cy="4500730"/>
            <a:chOff x="7485" y="2372714"/>
            <a:chExt cx="12179313" cy="4479703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056C3BC-9D74-66D7-4BFB-9CFCEF4B220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485" y="3916442"/>
              <a:ext cx="12179313" cy="2600047"/>
            </a:xfrm>
            <a:custGeom>
              <a:avLst/>
              <a:gdLst>
                <a:gd name="connsiteX0" fmla="*/ 0 w 12179313"/>
                <a:gd name="connsiteY0" fmla="*/ 341972 h 2600047"/>
                <a:gd name="connsiteX1" fmla="*/ 8343401 w 12179313"/>
                <a:gd name="connsiteY1" fmla="*/ 2235348 h 2600047"/>
                <a:gd name="connsiteX2" fmla="*/ 12179314 w 12179313"/>
                <a:gd name="connsiteY2" fmla="*/ 0 h 260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79313" h="2600047">
                  <a:moveTo>
                    <a:pt x="0" y="341972"/>
                  </a:moveTo>
                  <a:cubicBezTo>
                    <a:pt x="593424" y="835996"/>
                    <a:pt x="4005852" y="3573297"/>
                    <a:pt x="8343401" y="2235348"/>
                  </a:cubicBezTo>
                  <a:cubicBezTo>
                    <a:pt x="9562981" y="1859185"/>
                    <a:pt x="10855574" y="1160904"/>
                    <a:pt x="12179314" y="0"/>
                  </a:cubicBezTo>
                </a:path>
              </a:pathLst>
            </a:custGeom>
            <a:noFill/>
            <a:ln w="28575" cap="flat">
              <a:solidFill>
                <a:srgbClr val="04F06A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208B2E-36F1-7546-B1E2-A7FD3CDE14E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8093216" y="2372714"/>
              <a:ext cx="4093581" cy="4479703"/>
            </a:xfrm>
            <a:custGeom>
              <a:avLst/>
              <a:gdLst>
                <a:gd name="connsiteX0" fmla="*/ 4093582 w 4093581"/>
                <a:gd name="connsiteY0" fmla="*/ 0 h 4479703"/>
                <a:gd name="connsiteX1" fmla="*/ 257669 w 4093581"/>
                <a:gd name="connsiteY1" fmla="*/ 3779076 h 4479703"/>
                <a:gd name="connsiteX2" fmla="*/ 0 w 4093581"/>
                <a:gd name="connsiteY2" fmla="*/ 4479704 h 44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93581" h="4479703">
                  <a:moveTo>
                    <a:pt x="4093582" y="0"/>
                  </a:moveTo>
                  <a:cubicBezTo>
                    <a:pt x="3611294" y="167529"/>
                    <a:pt x="1403920" y="1064612"/>
                    <a:pt x="257669" y="3779076"/>
                  </a:cubicBezTo>
                  <a:cubicBezTo>
                    <a:pt x="164231" y="4000333"/>
                    <a:pt x="77834" y="4233707"/>
                    <a:pt x="0" y="4479704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965544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2" pos="4566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full white with pictur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ubtitle 1">
            <a:extLst>
              <a:ext uri="{FF2B5EF4-FFF2-40B4-BE49-F238E27FC236}">
                <a16:creationId xmlns:a16="http://schemas.microsoft.com/office/drawing/2014/main" id="{B7D66CE5-36E9-C7E5-4F66-BDDB24BC139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 bwMode="gray">
          <a:xfrm>
            <a:off x="423863" y="2116003"/>
            <a:ext cx="6815137" cy="495108"/>
          </a:xfrm>
          <a:prstGeom prst="rect">
            <a:avLst/>
          </a:prstGeom>
        </p:spPr>
        <p:txBody>
          <a:bodyPr lIns="0" tIns="0" rIns="0" bIns="0"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i="0">
                <a:solidFill>
                  <a:schemeClr val="bg2">
                    <a:lumMod val="10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GB" noProof="0"/>
              <a:t>Placeholder for your sub headline</a:t>
            </a:r>
          </a:p>
        </p:txBody>
      </p:sp>
      <p:sp>
        <p:nvSpPr>
          <p:cNvPr id="7" name="Client logo placeholder">
            <a:extLst>
              <a:ext uri="{FF2B5EF4-FFF2-40B4-BE49-F238E27FC236}">
                <a16:creationId xmlns:a16="http://schemas.microsoft.com/office/drawing/2014/main" id="{28E92DB5-23F6-F411-855C-998B6CA674E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423862" y="3448559"/>
            <a:ext cx="2627312" cy="782638"/>
          </a:xfrm>
        </p:spPr>
        <p:txBody>
          <a:bodyPr lIns="0" tIns="0" rIns="0" bIns="0"/>
          <a:lstStyle>
            <a:lvl1pPr>
              <a:defRPr>
                <a:solidFill>
                  <a:schemeClr val="bg2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logo client</a:t>
            </a:r>
          </a:p>
        </p:txBody>
      </p:sp>
      <p:sp>
        <p:nvSpPr>
          <p:cNvPr id="9" name="Date Author Internal placeholer">
            <a:extLst>
              <a:ext uri="{FF2B5EF4-FFF2-40B4-BE49-F238E27FC236}">
                <a16:creationId xmlns:a16="http://schemas.microsoft.com/office/drawing/2014/main" id="{2A49AA8B-4F27-FEFD-A529-F87B23E9299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23863" y="2617739"/>
            <a:ext cx="6815137" cy="481013"/>
          </a:xfrm>
        </p:spPr>
        <p:txBody>
          <a:bodyPr lIns="0" tIns="0" rIns="0" bIns="0"/>
          <a:lstStyle>
            <a:lvl1pPr>
              <a:defRPr sz="1200">
                <a:solidFill>
                  <a:schemeClr val="bg2">
                    <a:lumMod val="100000"/>
                  </a:schemeClr>
                </a:solidFill>
                <a:latin typeface="Aptos Light" panose="020B0004020202020204" pitchFamily="34" charset="0"/>
                <a:cs typeface="Poppins Light" panose="00000400000000000000" pitchFamily="2" charset="0"/>
              </a:defRPr>
            </a:lvl1pPr>
          </a:lstStyle>
          <a:p>
            <a:pPr lvl="0"/>
            <a:r>
              <a:rPr lang="en-GB"/>
              <a:t>Date | Author | Internal</a:t>
            </a:r>
          </a:p>
        </p:txBody>
      </p:sp>
      <p:sp>
        <p:nvSpPr>
          <p:cNvPr id="12" name="Picture Placeholder">
            <a:extLst>
              <a:ext uri="{FF2B5EF4-FFF2-40B4-BE49-F238E27FC236}">
                <a16:creationId xmlns:a16="http://schemas.microsoft.com/office/drawing/2014/main" id="{809333A3-CFE9-6C67-FC9A-647D210E3E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7416801" y="0"/>
            <a:ext cx="4775201" cy="6858000"/>
          </a:xfrm>
          <a:custGeom>
            <a:avLst/>
            <a:gdLst>
              <a:gd name="connsiteX0" fmla="*/ 1517945 w 4775201"/>
              <a:gd name="connsiteY0" fmla="*/ 0 h 6858000"/>
              <a:gd name="connsiteX1" fmla="*/ 4775201 w 4775201"/>
              <a:gd name="connsiteY1" fmla="*/ 0 h 6858000"/>
              <a:gd name="connsiteX2" fmla="*/ 4775201 w 4775201"/>
              <a:gd name="connsiteY2" fmla="*/ 6858000 h 6858000"/>
              <a:gd name="connsiteX3" fmla="*/ 1517945 w 4775201"/>
              <a:gd name="connsiteY3" fmla="*/ 6858000 h 6858000"/>
              <a:gd name="connsiteX4" fmla="*/ 1435478 w 4775201"/>
              <a:gd name="connsiteY4" fmla="*/ 6784103 h 6858000"/>
              <a:gd name="connsiteX5" fmla="*/ 0 w 4775201"/>
              <a:gd name="connsiteY5" fmla="*/ 3429000 h 6858000"/>
              <a:gd name="connsiteX6" fmla="*/ 1435478 w 4775201"/>
              <a:gd name="connsiteY6" fmla="*/ 7389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75201" h="6858000">
                <a:moveTo>
                  <a:pt x="1517945" y="0"/>
                </a:moveTo>
                <a:lnTo>
                  <a:pt x="4775201" y="0"/>
                </a:lnTo>
                <a:lnTo>
                  <a:pt x="4775201" y="6858000"/>
                </a:lnTo>
                <a:lnTo>
                  <a:pt x="1517945" y="6858000"/>
                </a:lnTo>
                <a:lnTo>
                  <a:pt x="1435478" y="6784103"/>
                </a:lnTo>
                <a:cubicBezTo>
                  <a:pt x="553634" y="5954966"/>
                  <a:pt x="0" y="4758867"/>
                  <a:pt x="0" y="3429000"/>
                </a:cubicBezTo>
                <a:cubicBezTo>
                  <a:pt x="0" y="2099134"/>
                  <a:pt x="553634" y="903034"/>
                  <a:pt x="1435478" y="73898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>
              <a:defRPr>
                <a:solidFill>
                  <a:schemeClr val="tx1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image</a:t>
            </a:r>
          </a:p>
        </p:txBody>
      </p:sp>
      <p:pic>
        <p:nvPicPr>
          <p:cNvPr id="10" name="White Wavestone logo" descr="Wavestone logo">
            <a:extLst>
              <a:ext uri="{FF2B5EF4-FFF2-40B4-BE49-F238E27FC236}">
                <a16:creationId xmlns:a16="http://schemas.microsoft.com/office/drawing/2014/main" id="{C24581C9-449B-0114-E3CA-0BF0CC26CF2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95789" y="6071526"/>
            <a:ext cx="2743200" cy="684590"/>
          </a:xfrm>
          <a:prstGeom prst="rect">
            <a:avLst/>
          </a:prstGeom>
        </p:spPr>
      </p:pic>
      <p:pic>
        <p:nvPicPr>
          <p:cNvPr id="8" name="Blue Wavestone logo">
            <a:extLst>
              <a:ext uri="{FF2B5EF4-FFF2-40B4-BE49-F238E27FC236}">
                <a16:creationId xmlns:a16="http://schemas.microsoft.com/office/drawing/2014/main" id="{82B939A0-F94E-A40E-D5F6-B35B28C8F3A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95789" y="6071526"/>
            <a:ext cx="2743199" cy="684590"/>
          </a:xfrm>
          <a:prstGeom prst="rect">
            <a:avLst/>
          </a:prstGeom>
        </p:spPr>
      </p:pic>
      <p:sp>
        <p:nvSpPr>
          <p:cNvPr id="2" name="Title 9">
            <a:extLst>
              <a:ext uri="{FF2B5EF4-FFF2-40B4-BE49-F238E27FC236}">
                <a16:creationId xmlns:a16="http://schemas.microsoft.com/office/drawing/2014/main" id="{E58CD6CB-DFCB-B190-650C-576E3B5992B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3"/>
            <a:ext cx="6815016" cy="1704711"/>
          </a:xfrm>
        </p:spPr>
        <p:txBody>
          <a:bodyPr/>
          <a:lstStyle>
            <a:lvl1pPr>
              <a:defRPr sz="3400">
                <a:solidFill>
                  <a:schemeClr val="bg2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Complete here with the title of your presentation</a:t>
            </a:r>
            <a:r>
              <a:rPr lang="en-GB" noProof="0"/>
              <a:t> of maximum 3 lines</a:t>
            </a:r>
            <a:endParaRPr lang="en-GB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9184CE1-16E8-9B21-222D-069D80A64419}"/>
              </a:ext>
            </a:extLst>
          </p:cNvPr>
          <p:cNvGrpSpPr/>
          <p:nvPr userDrawn="1"/>
        </p:nvGrpSpPr>
        <p:grpSpPr>
          <a:xfrm>
            <a:off x="-21100" y="2362201"/>
            <a:ext cx="12236484" cy="4500730"/>
            <a:chOff x="-21100" y="2362201"/>
            <a:chExt cx="12236484" cy="4500730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A238787-3D33-0C64-8CD2-B60601CA75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-21100" y="3913175"/>
              <a:ext cx="12236484" cy="2612251"/>
            </a:xfrm>
            <a:custGeom>
              <a:avLst/>
              <a:gdLst>
                <a:gd name="connsiteX0" fmla="*/ 0 w 12179313"/>
                <a:gd name="connsiteY0" fmla="*/ 341972 h 2600047"/>
                <a:gd name="connsiteX1" fmla="*/ 8343401 w 12179313"/>
                <a:gd name="connsiteY1" fmla="*/ 2235348 h 2600047"/>
                <a:gd name="connsiteX2" fmla="*/ 12179314 w 12179313"/>
                <a:gd name="connsiteY2" fmla="*/ 0 h 260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79313" h="2600047">
                  <a:moveTo>
                    <a:pt x="0" y="341972"/>
                  </a:moveTo>
                  <a:cubicBezTo>
                    <a:pt x="593424" y="835996"/>
                    <a:pt x="4005852" y="3573297"/>
                    <a:pt x="8343401" y="2235348"/>
                  </a:cubicBezTo>
                  <a:cubicBezTo>
                    <a:pt x="9562981" y="1859185"/>
                    <a:pt x="10855574" y="1160904"/>
                    <a:pt x="12179314" y="0"/>
                  </a:cubicBezTo>
                </a:path>
              </a:pathLst>
            </a:custGeom>
            <a:noFill/>
            <a:ln w="28575" cap="flat">
              <a:solidFill>
                <a:srgbClr val="04F06A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268F4E6-ED81-59AC-C252-6A4BA5C3EA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8102586" y="2362201"/>
              <a:ext cx="4112797" cy="4500730"/>
            </a:xfrm>
            <a:custGeom>
              <a:avLst/>
              <a:gdLst>
                <a:gd name="connsiteX0" fmla="*/ 4093582 w 4093581"/>
                <a:gd name="connsiteY0" fmla="*/ 0 h 4479703"/>
                <a:gd name="connsiteX1" fmla="*/ 257669 w 4093581"/>
                <a:gd name="connsiteY1" fmla="*/ 3779076 h 4479703"/>
                <a:gd name="connsiteX2" fmla="*/ 0 w 4093581"/>
                <a:gd name="connsiteY2" fmla="*/ 4479704 h 44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93581" h="4479703">
                  <a:moveTo>
                    <a:pt x="4093582" y="0"/>
                  </a:moveTo>
                  <a:cubicBezTo>
                    <a:pt x="3611294" y="167529"/>
                    <a:pt x="1403920" y="1064612"/>
                    <a:pt x="257669" y="3779076"/>
                  </a:cubicBezTo>
                  <a:cubicBezTo>
                    <a:pt x="164231" y="4000333"/>
                    <a:pt x="77834" y="4233707"/>
                    <a:pt x="0" y="4479704"/>
                  </a:cubicBezTo>
                </a:path>
              </a:pathLst>
            </a:custGeom>
            <a:noFill/>
            <a:ln w="28575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396792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66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full white without pictur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ubtitle 1">
            <a:extLst>
              <a:ext uri="{FF2B5EF4-FFF2-40B4-BE49-F238E27FC236}">
                <a16:creationId xmlns:a16="http://schemas.microsoft.com/office/drawing/2014/main" id="{E12C197A-BB25-5561-74A9-9C42A88AAD7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 bwMode="gray">
          <a:xfrm>
            <a:off x="423863" y="2116003"/>
            <a:ext cx="6815137" cy="495108"/>
          </a:xfrm>
          <a:prstGeom prst="rect">
            <a:avLst/>
          </a:prstGeom>
        </p:spPr>
        <p:txBody>
          <a:bodyPr lIns="0" tIns="0" rIns="0" bIns="0"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i="0">
                <a:solidFill>
                  <a:schemeClr val="bg2">
                    <a:lumMod val="10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GB" noProof="0"/>
              <a:t>Placeholder for your sub headline</a:t>
            </a:r>
          </a:p>
        </p:txBody>
      </p:sp>
      <p:sp>
        <p:nvSpPr>
          <p:cNvPr id="6" name="Client logo placeholder">
            <a:extLst>
              <a:ext uri="{FF2B5EF4-FFF2-40B4-BE49-F238E27FC236}">
                <a16:creationId xmlns:a16="http://schemas.microsoft.com/office/drawing/2014/main" id="{FF992F39-4192-FE74-2876-6045E840AB7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423862" y="3448559"/>
            <a:ext cx="2627312" cy="782638"/>
          </a:xfrm>
        </p:spPr>
        <p:txBody>
          <a:bodyPr lIns="0" tIns="0" rIns="0" bIns="0"/>
          <a:lstStyle>
            <a:lvl1pPr>
              <a:defRPr>
                <a:solidFill>
                  <a:schemeClr val="bg2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logo client</a:t>
            </a:r>
          </a:p>
        </p:txBody>
      </p:sp>
      <p:sp>
        <p:nvSpPr>
          <p:cNvPr id="8" name="Date Author Internal placeholer">
            <a:extLst>
              <a:ext uri="{FF2B5EF4-FFF2-40B4-BE49-F238E27FC236}">
                <a16:creationId xmlns:a16="http://schemas.microsoft.com/office/drawing/2014/main" id="{B09AB756-E359-D998-331A-DDE765653015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23863" y="2617739"/>
            <a:ext cx="6815137" cy="481013"/>
          </a:xfrm>
        </p:spPr>
        <p:txBody>
          <a:bodyPr lIns="0" tIns="0" rIns="0" bIns="0"/>
          <a:lstStyle>
            <a:lvl1pPr>
              <a:defRPr sz="1200">
                <a:solidFill>
                  <a:schemeClr val="bg2">
                    <a:lumMod val="100000"/>
                  </a:schemeClr>
                </a:solidFill>
                <a:latin typeface="Aptos Light" panose="020B0004020202020204" pitchFamily="34" charset="0"/>
                <a:cs typeface="Poppins Light" panose="00000400000000000000" pitchFamily="2" charset="0"/>
              </a:defRPr>
            </a:lvl1pPr>
          </a:lstStyle>
          <a:p>
            <a:pPr lvl="0"/>
            <a:r>
              <a:rPr lang="en-GB"/>
              <a:t>Date | Author | Internal</a:t>
            </a:r>
          </a:p>
        </p:txBody>
      </p:sp>
      <p:pic>
        <p:nvPicPr>
          <p:cNvPr id="11" name="White Wavestone logo" descr="Wavestone logo">
            <a:extLst>
              <a:ext uri="{FF2B5EF4-FFF2-40B4-BE49-F238E27FC236}">
                <a16:creationId xmlns:a16="http://schemas.microsoft.com/office/drawing/2014/main" id="{48D1F763-BFE2-F09B-EE76-82FBAD2D79D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95789" y="6071526"/>
            <a:ext cx="2743200" cy="684590"/>
          </a:xfrm>
          <a:prstGeom prst="rect">
            <a:avLst/>
          </a:prstGeom>
        </p:spPr>
      </p:pic>
      <p:pic>
        <p:nvPicPr>
          <p:cNvPr id="12" name="Blue Wavestone logo">
            <a:extLst>
              <a:ext uri="{FF2B5EF4-FFF2-40B4-BE49-F238E27FC236}">
                <a16:creationId xmlns:a16="http://schemas.microsoft.com/office/drawing/2014/main" id="{F3C0A1F6-8E6B-A250-8783-37D8B51A48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95789" y="6071526"/>
            <a:ext cx="2743199" cy="684590"/>
          </a:xfrm>
          <a:prstGeom prst="rect">
            <a:avLst/>
          </a:prstGeom>
        </p:spPr>
      </p:pic>
      <p:sp>
        <p:nvSpPr>
          <p:cNvPr id="2" name="Title 9">
            <a:extLst>
              <a:ext uri="{FF2B5EF4-FFF2-40B4-BE49-F238E27FC236}">
                <a16:creationId xmlns:a16="http://schemas.microsoft.com/office/drawing/2014/main" id="{C0877EA9-B35D-D696-9631-3A18F66607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3"/>
            <a:ext cx="6815016" cy="1704711"/>
          </a:xfrm>
        </p:spPr>
        <p:txBody>
          <a:bodyPr/>
          <a:lstStyle>
            <a:lvl1pPr>
              <a:defRPr sz="3400">
                <a:solidFill>
                  <a:schemeClr val="bg2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Complete here with the title of your presentation</a:t>
            </a:r>
            <a:r>
              <a:rPr lang="en-GB" noProof="0"/>
              <a:t> of maximum 3 lines</a:t>
            </a:r>
            <a:endParaRPr lang="en-GB"/>
          </a:p>
        </p:txBody>
      </p:sp>
      <p:grpSp>
        <p:nvGrpSpPr>
          <p:cNvPr id="7" name="Strokes">
            <a:extLst>
              <a:ext uri="{FF2B5EF4-FFF2-40B4-BE49-F238E27FC236}">
                <a16:creationId xmlns:a16="http://schemas.microsoft.com/office/drawing/2014/main" id="{F54D4D87-ADE7-DA13-05DD-B7FB851F4F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-21100" y="2362201"/>
            <a:ext cx="12236484" cy="4500730"/>
            <a:chOff x="7485" y="2372714"/>
            <a:chExt cx="12179313" cy="447970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EF87484-35BD-0E6F-A84E-0A704D9B33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485" y="3916442"/>
              <a:ext cx="12179313" cy="2600047"/>
            </a:xfrm>
            <a:custGeom>
              <a:avLst/>
              <a:gdLst>
                <a:gd name="connsiteX0" fmla="*/ 0 w 12179313"/>
                <a:gd name="connsiteY0" fmla="*/ 341972 h 2600047"/>
                <a:gd name="connsiteX1" fmla="*/ 8343401 w 12179313"/>
                <a:gd name="connsiteY1" fmla="*/ 2235348 h 2600047"/>
                <a:gd name="connsiteX2" fmla="*/ 12179314 w 12179313"/>
                <a:gd name="connsiteY2" fmla="*/ 0 h 260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79313" h="2600047">
                  <a:moveTo>
                    <a:pt x="0" y="341972"/>
                  </a:moveTo>
                  <a:cubicBezTo>
                    <a:pt x="593424" y="835996"/>
                    <a:pt x="4005852" y="3573297"/>
                    <a:pt x="8343401" y="2235348"/>
                  </a:cubicBezTo>
                  <a:cubicBezTo>
                    <a:pt x="9562981" y="1859185"/>
                    <a:pt x="10855574" y="1160904"/>
                    <a:pt x="12179314" y="0"/>
                  </a:cubicBezTo>
                </a:path>
              </a:pathLst>
            </a:custGeom>
            <a:noFill/>
            <a:ln w="28575" cap="flat">
              <a:solidFill>
                <a:srgbClr val="04F06A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36FA8F0-861A-FFC5-0F7A-66DD953171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8093216" y="2372714"/>
              <a:ext cx="4093581" cy="4479703"/>
            </a:xfrm>
            <a:custGeom>
              <a:avLst/>
              <a:gdLst>
                <a:gd name="connsiteX0" fmla="*/ 4093582 w 4093581"/>
                <a:gd name="connsiteY0" fmla="*/ 0 h 4479703"/>
                <a:gd name="connsiteX1" fmla="*/ 257669 w 4093581"/>
                <a:gd name="connsiteY1" fmla="*/ 3779076 h 4479703"/>
                <a:gd name="connsiteX2" fmla="*/ 0 w 4093581"/>
                <a:gd name="connsiteY2" fmla="*/ 4479704 h 44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93581" h="4479703">
                  <a:moveTo>
                    <a:pt x="4093582" y="0"/>
                  </a:moveTo>
                  <a:cubicBezTo>
                    <a:pt x="3611294" y="167529"/>
                    <a:pt x="1403920" y="1064612"/>
                    <a:pt x="257669" y="3779076"/>
                  </a:cubicBezTo>
                  <a:cubicBezTo>
                    <a:pt x="164231" y="4000333"/>
                    <a:pt x="77834" y="4233707"/>
                    <a:pt x="0" y="4479704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249765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66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 content without picture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optitle placeholder 1">
            <a:extLst>
              <a:ext uri="{FF2B5EF4-FFF2-40B4-BE49-F238E27FC236}">
                <a16:creationId xmlns:a16="http://schemas.microsoft.com/office/drawing/2014/main" id="{851225A9-B9A5-5D43-2356-907348CE52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7794704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Insert a top title here - must not exceed 1 line</a:t>
            </a:r>
          </a:p>
        </p:txBody>
      </p:sp>
      <p:sp>
        <p:nvSpPr>
          <p:cNvPr id="8" name="Chapter placeholder 1">
            <a:extLst>
              <a:ext uri="{FF2B5EF4-FFF2-40B4-BE49-F238E27FC236}">
                <a16:creationId xmlns:a16="http://schemas.microsoft.com/office/drawing/2014/main" id="{AE7685B7-31BA-B763-988E-64FA2F7EC7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220074" y="144166"/>
            <a:ext cx="3548064" cy="260647"/>
          </a:xfrm>
          <a:prstGeom prst="rect">
            <a:avLst/>
          </a:prstGeom>
        </p:spPr>
        <p:txBody>
          <a:bodyPr lIns="0" tIns="0" rIns="0" bIns="0" anchor="b"/>
          <a:lstStyle>
            <a:lvl1pPr algn="r"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CHAPTER 1 – CHAPTER 2 – CHAPTER 3 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25354" y="404667"/>
            <a:ext cx="11342769" cy="936770"/>
          </a:xfrm>
        </p:spPr>
        <p:txBody>
          <a:bodyPr lIns="0" tIns="0" rIns="0" bIns="0"/>
          <a:lstStyle>
            <a:lvl1pPr>
              <a:defRPr sz="2400" baseline="0">
                <a:solidFill>
                  <a:schemeClr val="bg2">
                    <a:lumMod val="100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Complete with a title here that carries your message on two lines at most for more </a:t>
            </a:r>
            <a:r>
              <a:rPr lang="en-GB" noProof="0"/>
              <a:t>readability</a:t>
            </a:r>
          </a:p>
        </p:txBody>
      </p:sp>
      <p:sp>
        <p:nvSpPr>
          <p:cNvPr id="5" name="Content Placeholder 4" descr="Content placeholder: &#10;The first line is dedicated to Level 1.&#10;To move to the next level, click Alt + Shift + right arrow. 3 levels are available. ">
            <a:extLst>
              <a:ext uri="{FF2B5EF4-FFF2-40B4-BE49-F238E27FC236}">
                <a16:creationId xmlns:a16="http://schemas.microsoft.com/office/drawing/2014/main" id="{7AB6DAC7-33AA-E7F9-D829-CACCD01E64C1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23863" y="1341438"/>
            <a:ext cx="11344275" cy="4895850"/>
          </a:xfrm>
        </p:spPr>
        <p:txBody>
          <a:bodyPr lIns="0" tIns="36000" rIns="0" bIns="3600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5849780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optitle 1">
            <a:extLst>
              <a:ext uri="{FF2B5EF4-FFF2-40B4-BE49-F238E27FC236}">
                <a16:creationId xmlns:a16="http://schemas.microsoft.com/office/drawing/2014/main" id="{76849AAF-1C69-4F35-4759-ECA8DCF54A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7794704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Insert a top title here - must not exceed 1 line</a:t>
            </a:r>
          </a:p>
        </p:txBody>
      </p:sp>
      <p:sp>
        <p:nvSpPr>
          <p:cNvPr id="5" name="Chapter placeholder 1">
            <a:extLst>
              <a:ext uri="{FF2B5EF4-FFF2-40B4-BE49-F238E27FC236}">
                <a16:creationId xmlns:a16="http://schemas.microsoft.com/office/drawing/2014/main" id="{8BBD3644-B711-1D97-E528-4D75DCB5C90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220075" y="144166"/>
            <a:ext cx="3548064" cy="260647"/>
          </a:xfrm>
          <a:prstGeom prst="rect">
            <a:avLst/>
          </a:prstGeom>
        </p:spPr>
        <p:txBody>
          <a:bodyPr lIns="0" tIns="0" rIns="0" bIns="0" anchor="b"/>
          <a:lstStyle>
            <a:lvl1pPr algn="r"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CHAPTER 1 – CHAPTER 2 – CHAPTER 3 </a:t>
            </a:r>
          </a:p>
        </p:txBody>
      </p:sp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25355" y="404665"/>
            <a:ext cx="11342768" cy="936773"/>
          </a:xfrm>
        </p:spPr>
        <p:txBody>
          <a:bodyPr lIns="0" tIns="0" rIns="0" bIns="0"/>
          <a:lstStyle>
            <a:lvl1pPr>
              <a:defRPr sz="2400" baseline="0">
                <a:solidFill>
                  <a:schemeClr val="bg2">
                    <a:lumMod val="100000"/>
                  </a:schemeClr>
                </a:solidFill>
                <a:latin typeface="+mj-lt"/>
              </a:defRPr>
            </a:lvl1pPr>
          </a:lstStyle>
          <a:p>
            <a:r>
              <a:rPr lang="en-GB" noProof="0"/>
              <a:t>Complete with a title here that carries your message on two lines at most for more readability</a:t>
            </a:r>
          </a:p>
        </p:txBody>
      </p:sp>
    </p:spTree>
    <p:extLst>
      <p:ext uri="{BB962C8B-B14F-4D97-AF65-F5344CB8AC3E}">
        <p14:creationId xmlns:p14="http://schemas.microsoft.com/office/powerpoint/2010/main" val="148032939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t text left + text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optitle placeholder 1">
            <a:extLst>
              <a:ext uri="{FF2B5EF4-FFF2-40B4-BE49-F238E27FC236}">
                <a16:creationId xmlns:a16="http://schemas.microsoft.com/office/drawing/2014/main" id="{C3E536A8-35FA-BE3C-96F0-8E12379D56E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7794704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Insert a top title here - must not exceed 1 line</a:t>
            </a:r>
          </a:p>
        </p:txBody>
      </p:sp>
      <p:sp>
        <p:nvSpPr>
          <p:cNvPr id="2" name="Chapter placeholder 1">
            <a:extLst>
              <a:ext uri="{FF2B5EF4-FFF2-40B4-BE49-F238E27FC236}">
                <a16:creationId xmlns:a16="http://schemas.microsoft.com/office/drawing/2014/main" id="{5B219629-E151-CA04-8232-A7687951C3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220075" y="144166"/>
            <a:ext cx="3548064" cy="260647"/>
          </a:xfrm>
          <a:prstGeom prst="rect">
            <a:avLst/>
          </a:prstGeom>
        </p:spPr>
        <p:txBody>
          <a:bodyPr lIns="0" tIns="0" rIns="0" bIns="0" anchor="b"/>
          <a:lstStyle>
            <a:lvl1pPr algn="r"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CHAPTER 1 – CHAPTER 2 – CHAPTER 3 </a:t>
            </a:r>
          </a:p>
        </p:txBody>
      </p:sp>
      <p:sp>
        <p:nvSpPr>
          <p:cNvPr id="10" name="Title 1"/>
          <p:cNvSpPr>
            <a:spLocks noGrp="1"/>
          </p:cNvSpPr>
          <p:nvPr>
            <p:ph type="title" hasCustomPrompt="1"/>
          </p:nvPr>
        </p:nvSpPr>
        <p:spPr>
          <a:xfrm>
            <a:off x="425354" y="404665"/>
            <a:ext cx="11342769" cy="936772"/>
          </a:xfrm>
        </p:spPr>
        <p:txBody>
          <a:bodyPr lIns="0" tIns="0" rIns="0" bIns="0">
            <a:noAutofit/>
          </a:bodyPr>
          <a:lstStyle>
            <a:lvl1pPr>
              <a:defRPr sz="2400" baseline="0">
                <a:solidFill>
                  <a:schemeClr val="bg2">
                    <a:lumMod val="100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Complete with a title here that carries your message on two lines at most for more </a:t>
            </a:r>
            <a:r>
              <a:rPr lang="en-GB" noProof="0"/>
              <a:t>readability</a:t>
            </a:r>
          </a:p>
        </p:txBody>
      </p: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F0D1A3EB-B6CB-8791-B273-427226C6115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23863" y="1341438"/>
            <a:ext cx="5502275" cy="4895850"/>
          </a:xfrm>
        </p:spPr>
        <p:txBody>
          <a:bodyPr lIns="0" tIns="36000" rIns="0" bIns="36000"/>
          <a:lstStyle>
            <a:lvl1pPr algn="l">
              <a:defRPr/>
            </a:lvl1pPr>
            <a:lvl2pPr algn="l">
              <a:defRPr/>
            </a:lvl2pPr>
            <a:lvl3pPr algn="l">
              <a:defRPr/>
            </a:lvl3pPr>
            <a:lvl4pPr algn="l">
              <a:defRPr/>
            </a:lvl4pPr>
            <a:lvl5pPr algn="l">
              <a:defRPr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07AA2186-6393-9722-7709-04D4D067EB8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265864" y="1341438"/>
            <a:ext cx="5502275" cy="4895850"/>
          </a:xfrm>
        </p:spPr>
        <p:txBody>
          <a:bodyPr lIns="0" tIns="36000" rIns="0" bIns="36000"/>
          <a:lstStyle>
            <a:lvl1pPr algn="l">
              <a:defRPr/>
            </a:lvl1pPr>
            <a:lvl2pPr algn="l">
              <a:defRPr/>
            </a:lvl2pPr>
            <a:lvl3pPr algn="l">
              <a:defRPr/>
            </a:lvl3pPr>
            <a:lvl4pPr algn="l">
              <a:defRPr/>
            </a:lvl4pPr>
            <a:lvl5pPr algn="l">
              <a:defRPr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0673752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 content with picture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optitle 1">
            <a:extLst>
              <a:ext uri="{FF2B5EF4-FFF2-40B4-BE49-F238E27FC236}">
                <a16:creationId xmlns:a16="http://schemas.microsoft.com/office/drawing/2014/main" id="{FAC3B790-990D-7E1E-EF9F-7E42C783E7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6823170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Insert a top title here - must not exceed 1 line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25355" y="404666"/>
            <a:ext cx="6823170" cy="936772"/>
          </a:xfrm>
        </p:spPr>
        <p:txBody>
          <a:bodyPr lIns="0" tIns="0" rIns="0" bIns="0">
            <a:noAutofit/>
          </a:bodyPr>
          <a:lstStyle>
            <a:lvl1pPr>
              <a:defRPr sz="2400" baseline="0">
                <a:solidFill>
                  <a:schemeClr val="bg2">
                    <a:lumMod val="100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Complete with a title here that carries your message on two lines at most for more </a:t>
            </a:r>
            <a:r>
              <a:rPr lang="en-GB" noProof="0"/>
              <a:t>readability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9159FE6-ADA0-40D4-21CD-E9E8F8E99B6B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423863" y="1341438"/>
            <a:ext cx="6823075" cy="4894976"/>
          </a:xfrm>
        </p:spPr>
        <p:txBody>
          <a:bodyPr lIns="0" tIns="36000" rIns="0" bIns="3600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" name="Picture Placeholder 1">
            <a:extLst>
              <a:ext uri="{FF2B5EF4-FFF2-40B4-BE49-F238E27FC236}">
                <a16:creationId xmlns:a16="http://schemas.microsoft.com/office/drawing/2014/main" id="{023D9650-B46E-B22A-2227-4109F258BAF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899402" y="0"/>
            <a:ext cx="4292599" cy="6858000"/>
          </a:xfrm>
          <a:custGeom>
            <a:avLst/>
            <a:gdLst>
              <a:gd name="connsiteX0" fmla="*/ 704485 w 4292599"/>
              <a:gd name="connsiteY0" fmla="*/ 0 h 6858000"/>
              <a:gd name="connsiteX1" fmla="*/ 4292599 w 4292599"/>
              <a:gd name="connsiteY1" fmla="*/ 0 h 6858000"/>
              <a:gd name="connsiteX2" fmla="*/ 4292599 w 4292599"/>
              <a:gd name="connsiteY2" fmla="*/ 6858000 h 6858000"/>
              <a:gd name="connsiteX3" fmla="*/ 584306 w 4292599"/>
              <a:gd name="connsiteY3" fmla="*/ 6858000 h 6858000"/>
              <a:gd name="connsiteX4" fmla="*/ 573350 w 4292599"/>
              <a:gd name="connsiteY4" fmla="*/ 6830215 h 6858000"/>
              <a:gd name="connsiteX5" fmla="*/ 0 w 4292599"/>
              <a:gd name="connsiteY5" fmla="*/ 3581400 h 6858000"/>
              <a:gd name="connsiteX6" fmla="*/ 573350 w 4292599"/>
              <a:gd name="connsiteY6" fmla="*/ 33258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92599" h="6858000">
                <a:moveTo>
                  <a:pt x="704485" y="0"/>
                </a:moveTo>
                <a:lnTo>
                  <a:pt x="4292599" y="0"/>
                </a:lnTo>
                <a:lnTo>
                  <a:pt x="4292599" y="6858000"/>
                </a:lnTo>
                <a:lnTo>
                  <a:pt x="584306" y="6858000"/>
                </a:lnTo>
                <a:lnTo>
                  <a:pt x="573350" y="6830215"/>
                </a:lnTo>
                <a:cubicBezTo>
                  <a:pt x="202430" y="5817182"/>
                  <a:pt x="0" y="4722931"/>
                  <a:pt x="0" y="3581400"/>
                </a:cubicBezTo>
                <a:cubicBezTo>
                  <a:pt x="0" y="2439869"/>
                  <a:pt x="202430" y="1345618"/>
                  <a:pt x="573350" y="332586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>
              <a:defRPr/>
            </a:lvl1pPr>
          </a:lstStyle>
          <a:p>
            <a:r>
              <a:rPr lang="en-GB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10359577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566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 content with picture bot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optitle 1">
            <a:extLst>
              <a:ext uri="{FF2B5EF4-FFF2-40B4-BE49-F238E27FC236}">
                <a16:creationId xmlns:a16="http://schemas.microsoft.com/office/drawing/2014/main" id="{2B79800B-FA87-9C3B-3D8E-1D09EF999F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7794704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Insert a top title here - must not exceed 1 line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25354" y="404666"/>
            <a:ext cx="11342769" cy="936771"/>
          </a:xfrm>
        </p:spPr>
        <p:txBody>
          <a:bodyPr lIns="0" tIns="0" rIns="0" bIns="0"/>
          <a:lstStyle>
            <a:lvl1pPr>
              <a:defRPr sz="2400" baseline="0">
                <a:solidFill>
                  <a:schemeClr val="bg2">
                    <a:lumMod val="100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Complete with a title here that carries your message on two lines at most for more </a:t>
            </a:r>
            <a:r>
              <a:rPr lang="en-GB" noProof="0"/>
              <a:t>readability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B03CF1B5-100D-FD95-AA1E-3E2F48083B03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23863" y="1341438"/>
            <a:ext cx="11342769" cy="3167062"/>
          </a:xfrm>
        </p:spPr>
        <p:txBody>
          <a:bodyPr lIns="0" tIns="36000" rIns="0" bIns="3600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8" name="Picture Placeholder 1">
            <a:extLst>
              <a:ext uri="{FF2B5EF4-FFF2-40B4-BE49-F238E27FC236}">
                <a16:creationId xmlns:a16="http://schemas.microsoft.com/office/drawing/2014/main" id="{29035D89-7B89-6229-706B-E4E52626AD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4648200"/>
            <a:ext cx="12192000" cy="2209801"/>
          </a:xfrm>
          <a:custGeom>
            <a:avLst/>
            <a:gdLst>
              <a:gd name="connsiteX0" fmla="*/ 6019801 w 12192000"/>
              <a:gd name="connsiteY0" fmla="*/ 0 h 2209801"/>
              <a:gd name="connsiteX1" fmla="*/ 12022492 w 12192000"/>
              <a:gd name="connsiteY1" fmla="*/ 1226249 h 2209801"/>
              <a:gd name="connsiteX2" fmla="*/ 12192000 w 12192000"/>
              <a:gd name="connsiteY2" fmla="*/ 1327836 h 2209801"/>
              <a:gd name="connsiteX3" fmla="*/ 12192000 w 12192000"/>
              <a:gd name="connsiteY3" fmla="*/ 2209801 h 2209801"/>
              <a:gd name="connsiteX4" fmla="*/ 0 w 12192000"/>
              <a:gd name="connsiteY4" fmla="*/ 2209801 h 2209801"/>
              <a:gd name="connsiteX5" fmla="*/ 0 w 12192000"/>
              <a:gd name="connsiteY5" fmla="*/ 1236502 h 2209801"/>
              <a:gd name="connsiteX6" fmla="*/ 17108 w 12192000"/>
              <a:gd name="connsiteY6" fmla="*/ 1226249 h 2209801"/>
              <a:gd name="connsiteX7" fmla="*/ 6019801 w 12192000"/>
              <a:gd name="connsiteY7" fmla="*/ 0 h 2209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2209801">
                <a:moveTo>
                  <a:pt x="6019801" y="0"/>
                </a:moveTo>
                <a:cubicBezTo>
                  <a:pt x="8518543" y="0"/>
                  <a:pt x="10721592" y="486418"/>
                  <a:pt x="12022492" y="1226249"/>
                </a:cubicBezTo>
                <a:lnTo>
                  <a:pt x="12192000" y="1327836"/>
                </a:lnTo>
                <a:lnTo>
                  <a:pt x="12192000" y="2209801"/>
                </a:lnTo>
                <a:lnTo>
                  <a:pt x="0" y="2209801"/>
                </a:lnTo>
                <a:lnTo>
                  <a:pt x="0" y="1236502"/>
                </a:lnTo>
                <a:lnTo>
                  <a:pt x="17108" y="1226249"/>
                </a:lnTo>
                <a:cubicBezTo>
                  <a:pt x="1318009" y="486418"/>
                  <a:pt x="3521057" y="0"/>
                  <a:pt x="601980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algn="ctr">
              <a:defRPr/>
            </a:lvl1pPr>
          </a:lstStyle>
          <a:p>
            <a:r>
              <a:rPr lang="en-GB"/>
              <a:t>Insert image</a:t>
            </a:r>
          </a:p>
        </p:txBody>
      </p:sp>
      <p:sp>
        <p:nvSpPr>
          <p:cNvPr id="3" name="Chapter placeholder 1">
            <a:extLst>
              <a:ext uri="{FF2B5EF4-FFF2-40B4-BE49-F238E27FC236}">
                <a16:creationId xmlns:a16="http://schemas.microsoft.com/office/drawing/2014/main" id="{E84B0038-5254-66D7-AB07-2F18BE47DD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220074" y="144166"/>
            <a:ext cx="3548064" cy="260647"/>
          </a:xfrm>
          <a:prstGeom prst="rect">
            <a:avLst/>
          </a:prstGeom>
        </p:spPr>
        <p:txBody>
          <a:bodyPr lIns="0" tIns="0" rIns="0" bIns="0" anchor="b"/>
          <a:lstStyle>
            <a:lvl1pPr algn="r"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CHAPTER 1 – CHAPTER 2 – CHAPTER 3 </a:t>
            </a:r>
          </a:p>
        </p:txBody>
      </p:sp>
    </p:spTree>
    <p:extLst>
      <p:ext uri="{BB962C8B-B14F-4D97-AF65-F5344CB8AC3E}">
        <p14:creationId xmlns:p14="http://schemas.microsoft.com/office/powerpoint/2010/main" val="87272474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- 1 to 6 chapt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 Placeholder 4" descr="Chapter 1"/>
          <p:cNvSpPr>
            <a:spLocks noGrp="1"/>
          </p:cNvSpPr>
          <p:nvPr>
            <p:ph type="body" sz="quarter" idx="38" hasCustomPrompt="1"/>
          </p:nvPr>
        </p:nvSpPr>
        <p:spPr>
          <a:xfrm>
            <a:off x="423863" y="1341439"/>
            <a:ext cx="1329231" cy="725829"/>
          </a:xfrm>
          <a:prstGeom prst="rect">
            <a:avLst/>
          </a:prstGeom>
          <a:noFill/>
        </p:spPr>
        <p:txBody>
          <a:bodyPr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200" b="0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01</a:t>
            </a:r>
          </a:p>
        </p:txBody>
      </p:sp>
      <p:sp>
        <p:nvSpPr>
          <p:cNvPr id="5" name="Text Placeholder 8"/>
          <p:cNvSpPr>
            <a:spLocks noGrp="1"/>
          </p:cNvSpPr>
          <p:nvPr>
            <p:ph type="body" sz="quarter" idx="15" hasCustomPrompt="1"/>
          </p:nvPr>
        </p:nvSpPr>
        <p:spPr>
          <a:xfrm>
            <a:off x="2019238" y="1341439"/>
            <a:ext cx="7810561" cy="7258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Clr>
                <a:schemeClr val="bg2"/>
              </a:buClr>
              <a:buFontTx/>
              <a:buNone/>
              <a:defRPr sz="2200" i="0" cap="none" baseline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Chapter 1</a:t>
            </a:r>
          </a:p>
        </p:txBody>
      </p:sp>
      <p:sp>
        <p:nvSpPr>
          <p:cNvPr id="30" name="Text Placeholder 8"/>
          <p:cNvSpPr>
            <a:spLocks noGrp="1"/>
          </p:cNvSpPr>
          <p:nvPr>
            <p:ph type="body" sz="quarter" idx="25" hasCustomPrompt="1"/>
          </p:nvPr>
        </p:nvSpPr>
        <p:spPr>
          <a:xfrm>
            <a:off x="10063445" y="1341439"/>
            <a:ext cx="1700834" cy="725829"/>
          </a:xfrm>
          <a:prstGeom prst="rect">
            <a:avLst/>
          </a:prstGeom>
        </p:spPr>
        <p:txBody>
          <a:bodyPr wrap="square" anchor="ctr">
            <a:noAutofit/>
          </a:bodyPr>
          <a:lstStyle>
            <a:lvl1pPr algn="l">
              <a:defRPr sz="1000" b="0" i="0" cap="none" baseline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5" name="Text Placeholder 4" descr="Chapter 2"/>
          <p:cNvSpPr>
            <a:spLocks noGrp="1"/>
          </p:cNvSpPr>
          <p:nvPr>
            <p:ph type="body" sz="quarter" idx="39" hasCustomPrompt="1"/>
          </p:nvPr>
        </p:nvSpPr>
        <p:spPr>
          <a:xfrm>
            <a:off x="423863" y="2175267"/>
            <a:ext cx="1329231" cy="725829"/>
          </a:xfrm>
          <a:prstGeom prst="rect">
            <a:avLst/>
          </a:prstGeom>
          <a:noFill/>
        </p:spPr>
        <p:txBody>
          <a:bodyPr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200" b="0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02</a:t>
            </a:r>
          </a:p>
        </p:txBody>
      </p:sp>
      <p:sp>
        <p:nvSpPr>
          <p:cNvPr id="8" name="Text Placeholder 8"/>
          <p:cNvSpPr>
            <a:spLocks noGrp="1"/>
          </p:cNvSpPr>
          <p:nvPr>
            <p:ph type="body" sz="quarter" idx="17" hasCustomPrompt="1"/>
          </p:nvPr>
        </p:nvSpPr>
        <p:spPr>
          <a:xfrm>
            <a:off x="2019239" y="2175267"/>
            <a:ext cx="7810561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2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2</a:t>
            </a:r>
          </a:p>
        </p:txBody>
      </p:sp>
      <p:sp>
        <p:nvSpPr>
          <p:cNvPr id="35" name="Text Placeholder 8"/>
          <p:cNvSpPr>
            <a:spLocks noGrp="1"/>
          </p:cNvSpPr>
          <p:nvPr>
            <p:ph type="body" sz="quarter" idx="29" hasCustomPrompt="1"/>
          </p:nvPr>
        </p:nvSpPr>
        <p:spPr>
          <a:xfrm>
            <a:off x="10063445" y="2175267"/>
            <a:ext cx="1700834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6" name="Text Placeholder 4" descr="Chapter 3"/>
          <p:cNvSpPr>
            <a:spLocks noGrp="1"/>
          </p:cNvSpPr>
          <p:nvPr>
            <p:ph type="body" sz="quarter" idx="40" hasCustomPrompt="1"/>
          </p:nvPr>
        </p:nvSpPr>
        <p:spPr>
          <a:xfrm>
            <a:off x="423863" y="3009097"/>
            <a:ext cx="1329231" cy="725829"/>
          </a:xfrm>
          <a:prstGeom prst="rect">
            <a:avLst/>
          </a:prstGeom>
          <a:noFill/>
        </p:spPr>
        <p:txBody>
          <a:bodyPr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200" b="0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03</a:t>
            </a:r>
          </a:p>
        </p:txBody>
      </p:sp>
      <p:sp>
        <p:nvSpPr>
          <p:cNvPr id="11" name="Text Placeholder 8"/>
          <p:cNvSpPr>
            <a:spLocks noGrp="1"/>
          </p:cNvSpPr>
          <p:nvPr>
            <p:ph type="body" sz="quarter" idx="19" hasCustomPrompt="1"/>
          </p:nvPr>
        </p:nvSpPr>
        <p:spPr>
          <a:xfrm>
            <a:off x="2019239" y="3009097"/>
            <a:ext cx="7810561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2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3</a:t>
            </a:r>
          </a:p>
        </p:txBody>
      </p:sp>
      <p:sp>
        <p:nvSpPr>
          <p:cNvPr id="34" name="Text Placeholder 8"/>
          <p:cNvSpPr>
            <a:spLocks noGrp="1"/>
          </p:cNvSpPr>
          <p:nvPr>
            <p:ph type="body" sz="quarter" idx="28" hasCustomPrompt="1"/>
          </p:nvPr>
        </p:nvSpPr>
        <p:spPr>
          <a:xfrm>
            <a:off x="10063445" y="3009097"/>
            <a:ext cx="1700834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7" name="Text Placeholder 4" descr="Chapter 4"/>
          <p:cNvSpPr>
            <a:spLocks noGrp="1"/>
          </p:cNvSpPr>
          <p:nvPr>
            <p:ph type="body" sz="quarter" idx="41" hasCustomPrompt="1"/>
          </p:nvPr>
        </p:nvSpPr>
        <p:spPr>
          <a:xfrm>
            <a:off x="423863" y="3842926"/>
            <a:ext cx="1329231" cy="725829"/>
          </a:xfrm>
          <a:prstGeom prst="rect">
            <a:avLst/>
          </a:prstGeom>
          <a:noFill/>
        </p:spPr>
        <p:txBody>
          <a:bodyPr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200" b="0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04</a:t>
            </a:r>
          </a:p>
        </p:txBody>
      </p:sp>
      <p:sp>
        <p:nvSpPr>
          <p:cNvPr id="14" name="Text Placeholder 8"/>
          <p:cNvSpPr>
            <a:spLocks noGrp="1"/>
          </p:cNvSpPr>
          <p:nvPr>
            <p:ph type="body" sz="quarter" idx="21" hasCustomPrompt="1"/>
          </p:nvPr>
        </p:nvSpPr>
        <p:spPr>
          <a:xfrm>
            <a:off x="2019239" y="3842926"/>
            <a:ext cx="7810561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2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4</a:t>
            </a:r>
          </a:p>
        </p:txBody>
      </p:sp>
      <p:sp>
        <p:nvSpPr>
          <p:cNvPr id="33" name="Text Placeholder 8"/>
          <p:cNvSpPr>
            <a:spLocks noGrp="1"/>
          </p:cNvSpPr>
          <p:nvPr>
            <p:ph type="body" sz="quarter" idx="27" hasCustomPrompt="1"/>
          </p:nvPr>
        </p:nvSpPr>
        <p:spPr>
          <a:xfrm>
            <a:off x="10063445" y="3842926"/>
            <a:ext cx="1700834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8" name="Text Placeholder 4" descr="Chapter 5"/>
          <p:cNvSpPr>
            <a:spLocks noGrp="1"/>
          </p:cNvSpPr>
          <p:nvPr>
            <p:ph type="body" sz="quarter" idx="42" hasCustomPrompt="1"/>
          </p:nvPr>
        </p:nvSpPr>
        <p:spPr>
          <a:xfrm>
            <a:off x="423863" y="4676755"/>
            <a:ext cx="1329231" cy="725829"/>
          </a:xfrm>
          <a:prstGeom prst="rect">
            <a:avLst/>
          </a:prstGeom>
          <a:noFill/>
        </p:spPr>
        <p:txBody>
          <a:bodyPr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200" b="0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05</a:t>
            </a:r>
          </a:p>
        </p:txBody>
      </p:sp>
      <p:sp>
        <p:nvSpPr>
          <p:cNvPr id="17" name="Text Placeholder 8"/>
          <p:cNvSpPr>
            <a:spLocks noGrp="1"/>
          </p:cNvSpPr>
          <p:nvPr>
            <p:ph type="body" sz="quarter" idx="23" hasCustomPrompt="1"/>
          </p:nvPr>
        </p:nvSpPr>
        <p:spPr>
          <a:xfrm>
            <a:off x="2019239" y="4676755"/>
            <a:ext cx="7810561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2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5</a:t>
            </a:r>
          </a:p>
        </p:txBody>
      </p:sp>
      <p:sp>
        <p:nvSpPr>
          <p:cNvPr id="32" name="Text Placeholder 8"/>
          <p:cNvSpPr>
            <a:spLocks noGrp="1"/>
          </p:cNvSpPr>
          <p:nvPr>
            <p:ph type="body" sz="quarter" idx="26" hasCustomPrompt="1"/>
          </p:nvPr>
        </p:nvSpPr>
        <p:spPr>
          <a:xfrm>
            <a:off x="10063445" y="4676755"/>
            <a:ext cx="1700834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9" name="Text Placeholder 4" descr="Chapter 6"/>
          <p:cNvSpPr>
            <a:spLocks noGrp="1"/>
          </p:cNvSpPr>
          <p:nvPr>
            <p:ph type="body" sz="quarter" idx="43" hasCustomPrompt="1"/>
          </p:nvPr>
        </p:nvSpPr>
        <p:spPr>
          <a:xfrm>
            <a:off x="423863" y="5510585"/>
            <a:ext cx="1329231" cy="725829"/>
          </a:xfrm>
          <a:prstGeom prst="rect">
            <a:avLst/>
          </a:prstGeom>
          <a:noFill/>
        </p:spPr>
        <p:txBody>
          <a:bodyPr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200" b="0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06</a:t>
            </a:r>
          </a:p>
        </p:txBody>
      </p:sp>
      <p:sp>
        <p:nvSpPr>
          <p:cNvPr id="24" name="Text Placeholder 8"/>
          <p:cNvSpPr>
            <a:spLocks noGrp="1"/>
          </p:cNvSpPr>
          <p:nvPr>
            <p:ph type="body" sz="quarter" idx="30" hasCustomPrompt="1"/>
          </p:nvPr>
        </p:nvSpPr>
        <p:spPr>
          <a:xfrm>
            <a:off x="2019239" y="5510585"/>
            <a:ext cx="7810561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2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6</a:t>
            </a:r>
          </a:p>
        </p:txBody>
      </p:sp>
      <p:sp>
        <p:nvSpPr>
          <p:cNvPr id="26" name="Text Placeholder 8"/>
          <p:cNvSpPr>
            <a:spLocks noGrp="1"/>
          </p:cNvSpPr>
          <p:nvPr>
            <p:ph type="body" sz="quarter" idx="32" hasCustomPrompt="1"/>
          </p:nvPr>
        </p:nvSpPr>
        <p:spPr>
          <a:xfrm>
            <a:off x="10063445" y="5510585"/>
            <a:ext cx="1700834" cy="725829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D236E38-5EBC-B8DE-F744-6D2A67268D2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sz="2400"/>
            </a:lvl1pPr>
          </a:lstStyle>
          <a:p>
            <a:r>
              <a:rPr lang="en-US"/>
              <a:t>AGENDA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1786224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- 1 to 10 chapt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ext Placeholder 4" descr="Chapter 1"/>
          <p:cNvSpPr>
            <a:spLocks noGrp="1"/>
          </p:cNvSpPr>
          <p:nvPr>
            <p:ph type="body" sz="quarter" idx="56" hasCustomPrompt="1"/>
          </p:nvPr>
        </p:nvSpPr>
        <p:spPr>
          <a:xfrm>
            <a:off x="423985" y="1341438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01</a:t>
            </a:r>
          </a:p>
        </p:txBody>
      </p:sp>
      <p:sp>
        <p:nvSpPr>
          <p:cNvPr id="5" name="Text Placeholder 8"/>
          <p:cNvSpPr>
            <a:spLocks noGrp="1"/>
          </p:cNvSpPr>
          <p:nvPr>
            <p:ph type="body" sz="quarter" idx="15" hasCustomPrompt="1"/>
          </p:nvPr>
        </p:nvSpPr>
        <p:spPr>
          <a:xfrm>
            <a:off x="2019239" y="1341438"/>
            <a:ext cx="7962961" cy="392298"/>
          </a:xfrm>
          <a:prstGeom prst="rect">
            <a:avLst/>
          </a:prstGeom>
        </p:spPr>
        <p:txBody>
          <a:bodyPr wrap="square" tIns="0" bIns="0" anchor="ctr">
            <a:noAutofit/>
          </a:bodyPr>
          <a:lstStyle>
            <a:lvl1pPr marL="0" indent="0" algn="l">
              <a:buClr>
                <a:schemeClr val="bg2"/>
              </a:buClr>
              <a:buFontTx/>
              <a:buNone/>
              <a:defRPr sz="2000" i="0" cap="none" baseline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Chapter 1</a:t>
            </a:r>
          </a:p>
        </p:txBody>
      </p:sp>
      <p:sp>
        <p:nvSpPr>
          <p:cNvPr id="30" name="Text Placeholder 8"/>
          <p:cNvSpPr>
            <a:spLocks noGrp="1"/>
          </p:cNvSpPr>
          <p:nvPr>
            <p:ph type="body" sz="quarter" idx="25" hasCustomPrompt="1"/>
          </p:nvPr>
        </p:nvSpPr>
        <p:spPr>
          <a:xfrm>
            <a:off x="10213096" y="1341438"/>
            <a:ext cx="1546213" cy="392298"/>
          </a:xfrm>
          <a:prstGeom prst="rect">
            <a:avLst/>
          </a:prstGeom>
        </p:spPr>
        <p:txBody>
          <a:bodyPr wrap="square" tIns="0" bIns="0" anchor="ctr">
            <a:noAutofit/>
          </a:bodyPr>
          <a:lstStyle>
            <a:lvl1pPr algn="l">
              <a:defRPr sz="1000" b="0" i="0" cap="none" baseline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>
              <a:defRPr sz="1000"/>
            </a:lvl2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3" name="Text Placeholder 4" descr="Chapter 2"/>
          <p:cNvSpPr>
            <a:spLocks noGrp="1"/>
          </p:cNvSpPr>
          <p:nvPr>
            <p:ph type="body" sz="quarter" idx="57" hasCustomPrompt="1"/>
          </p:nvPr>
        </p:nvSpPr>
        <p:spPr>
          <a:xfrm>
            <a:off x="423985" y="1841736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02</a:t>
            </a:r>
          </a:p>
        </p:txBody>
      </p:sp>
      <p:sp>
        <p:nvSpPr>
          <p:cNvPr id="8" name="Text Placeholder 8"/>
          <p:cNvSpPr>
            <a:spLocks noGrp="1"/>
          </p:cNvSpPr>
          <p:nvPr>
            <p:ph type="body" sz="quarter" idx="17" hasCustomPrompt="1"/>
          </p:nvPr>
        </p:nvSpPr>
        <p:spPr>
          <a:xfrm>
            <a:off x="2019239" y="1841736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2</a:t>
            </a:r>
          </a:p>
        </p:txBody>
      </p:sp>
      <p:sp>
        <p:nvSpPr>
          <p:cNvPr id="35" name="Text Placeholder 8"/>
          <p:cNvSpPr>
            <a:spLocks noGrp="1"/>
          </p:cNvSpPr>
          <p:nvPr>
            <p:ph type="body" sz="quarter" idx="29" hasCustomPrompt="1"/>
          </p:nvPr>
        </p:nvSpPr>
        <p:spPr>
          <a:xfrm>
            <a:off x="10213095" y="1841736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48" name="Text Placeholder 4" descr="Chapter 3"/>
          <p:cNvSpPr>
            <a:spLocks noGrp="1"/>
          </p:cNvSpPr>
          <p:nvPr>
            <p:ph type="body" sz="quarter" idx="58" hasCustomPrompt="1"/>
          </p:nvPr>
        </p:nvSpPr>
        <p:spPr>
          <a:xfrm>
            <a:off x="423985" y="2342033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03</a:t>
            </a:r>
          </a:p>
        </p:txBody>
      </p:sp>
      <p:sp>
        <p:nvSpPr>
          <p:cNvPr id="11" name="Text Placeholder 8"/>
          <p:cNvSpPr>
            <a:spLocks noGrp="1"/>
          </p:cNvSpPr>
          <p:nvPr>
            <p:ph type="body" sz="quarter" idx="19" hasCustomPrompt="1"/>
          </p:nvPr>
        </p:nvSpPr>
        <p:spPr>
          <a:xfrm>
            <a:off x="2019239" y="2342033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3</a:t>
            </a:r>
          </a:p>
        </p:txBody>
      </p:sp>
      <p:sp>
        <p:nvSpPr>
          <p:cNvPr id="34" name="Text Placeholder 8"/>
          <p:cNvSpPr>
            <a:spLocks noGrp="1"/>
          </p:cNvSpPr>
          <p:nvPr>
            <p:ph type="body" sz="quarter" idx="28" hasCustomPrompt="1"/>
          </p:nvPr>
        </p:nvSpPr>
        <p:spPr>
          <a:xfrm>
            <a:off x="10213095" y="2342033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59" name="Text Placeholder 4" descr="Chapter 4"/>
          <p:cNvSpPr>
            <a:spLocks noGrp="1"/>
          </p:cNvSpPr>
          <p:nvPr>
            <p:ph type="body" sz="quarter" idx="59" hasCustomPrompt="1"/>
          </p:nvPr>
        </p:nvSpPr>
        <p:spPr>
          <a:xfrm>
            <a:off x="423985" y="2842331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04</a:t>
            </a:r>
          </a:p>
        </p:txBody>
      </p:sp>
      <p:sp>
        <p:nvSpPr>
          <p:cNvPr id="14" name="Text Placeholder 8"/>
          <p:cNvSpPr>
            <a:spLocks noGrp="1"/>
          </p:cNvSpPr>
          <p:nvPr>
            <p:ph type="body" sz="quarter" idx="21" hasCustomPrompt="1"/>
          </p:nvPr>
        </p:nvSpPr>
        <p:spPr>
          <a:xfrm>
            <a:off x="2019239" y="2842331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4</a:t>
            </a:r>
          </a:p>
        </p:txBody>
      </p:sp>
      <p:sp>
        <p:nvSpPr>
          <p:cNvPr id="33" name="Text Placeholder 8"/>
          <p:cNvSpPr>
            <a:spLocks noGrp="1"/>
          </p:cNvSpPr>
          <p:nvPr>
            <p:ph type="body" sz="quarter" idx="27" hasCustomPrompt="1"/>
          </p:nvPr>
        </p:nvSpPr>
        <p:spPr>
          <a:xfrm>
            <a:off x="10213095" y="2842331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60" name="Text Placeholder 4" descr="Chapter 5"/>
          <p:cNvSpPr>
            <a:spLocks noGrp="1"/>
          </p:cNvSpPr>
          <p:nvPr>
            <p:ph type="body" sz="quarter" idx="60" hasCustomPrompt="1"/>
          </p:nvPr>
        </p:nvSpPr>
        <p:spPr>
          <a:xfrm>
            <a:off x="423985" y="3342629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05</a:t>
            </a:r>
          </a:p>
        </p:txBody>
      </p:sp>
      <p:sp>
        <p:nvSpPr>
          <p:cNvPr id="22" name="Text Placeholder 8"/>
          <p:cNvSpPr>
            <a:spLocks noGrp="1"/>
          </p:cNvSpPr>
          <p:nvPr>
            <p:ph type="body" sz="quarter" idx="30" hasCustomPrompt="1"/>
          </p:nvPr>
        </p:nvSpPr>
        <p:spPr>
          <a:xfrm>
            <a:off x="2019239" y="3342629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5</a:t>
            </a:r>
          </a:p>
        </p:txBody>
      </p:sp>
      <p:sp>
        <p:nvSpPr>
          <p:cNvPr id="24" name="Text Placeholder 8"/>
          <p:cNvSpPr>
            <a:spLocks noGrp="1"/>
          </p:cNvSpPr>
          <p:nvPr>
            <p:ph type="body" sz="quarter" idx="32" hasCustomPrompt="1"/>
          </p:nvPr>
        </p:nvSpPr>
        <p:spPr>
          <a:xfrm>
            <a:off x="10213095" y="3342629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61" name="Text Placeholder 4" descr="Chapter 6"/>
          <p:cNvSpPr>
            <a:spLocks noGrp="1"/>
          </p:cNvSpPr>
          <p:nvPr>
            <p:ph type="body" sz="quarter" idx="61" hasCustomPrompt="1"/>
          </p:nvPr>
        </p:nvSpPr>
        <p:spPr>
          <a:xfrm>
            <a:off x="423985" y="3842926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06</a:t>
            </a:r>
          </a:p>
        </p:txBody>
      </p:sp>
      <p:sp>
        <p:nvSpPr>
          <p:cNvPr id="25" name="Text Placeholder 8"/>
          <p:cNvSpPr>
            <a:spLocks noGrp="1"/>
          </p:cNvSpPr>
          <p:nvPr>
            <p:ph type="body" sz="quarter" idx="33" hasCustomPrompt="1"/>
          </p:nvPr>
        </p:nvSpPr>
        <p:spPr>
          <a:xfrm>
            <a:off x="2019239" y="3842926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6</a:t>
            </a:r>
          </a:p>
        </p:txBody>
      </p:sp>
      <p:sp>
        <p:nvSpPr>
          <p:cNvPr id="31" name="Text Placeholder 8"/>
          <p:cNvSpPr>
            <a:spLocks noGrp="1"/>
          </p:cNvSpPr>
          <p:nvPr>
            <p:ph type="body" sz="quarter" idx="38" hasCustomPrompt="1"/>
          </p:nvPr>
        </p:nvSpPr>
        <p:spPr>
          <a:xfrm>
            <a:off x="10213095" y="3842926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62" name="Text Placeholder 4" descr="Chapter 7"/>
          <p:cNvSpPr>
            <a:spLocks noGrp="1"/>
          </p:cNvSpPr>
          <p:nvPr>
            <p:ph type="body" sz="quarter" idx="62" hasCustomPrompt="1"/>
          </p:nvPr>
        </p:nvSpPr>
        <p:spPr>
          <a:xfrm>
            <a:off x="423985" y="4343224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07</a:t>
            </a:r>
          </a:p>
        </p:txBody>
      </p:sp>
      <p:sp>
        <p:nvSpPr>
          <p:cNvPr id="27" name="Text Placeholder 8"/>
          <p:cNvSpPr>
            <a:spLocks noGrp="1"/>
          </p:cNvSpPr>
          <p:nvPr>
            <p:ph type="body" sz="quarter" idx="35" hasCustomPrompt="1"/>
          </p:nvPr>
        </p:nvSpPr>
        <p:spPr>
          <a:xfrm>
            <a:off x="2019239" y="4343224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7</a:t>
            </a:r>
          </a:p>
        </p:txBody>
      </p:sp>
      <p:sp>
        <p:nvSpPr>
          <p:cNvPr id="29" name="Text Placeholder 8"/>
          <p:cNvSpPr>
            <a:spLocks noGrp="1"/>
          </p:cNvSpPr>
          <p:nvPr>
            <p:ph type="body" sz="quarter" idx="37" hasCustomPrompt="1"/>
          </p:nvPr>
        </p:nvSpPr>
        <p:spPr>
          <a:xfrm>
            <a:off x="10213095" y="4343224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63" name="Text Placeholder 4" descr="Chapter 8"/>
          <p:cNvSpPr>
            <a:spLocks noGrp="1"/>
          </p:cNvSpPr>
          <p:nvPr>
            <p:ph type="body" sz="quarter" idx="63" hasCustomPrompt="1"/>
          </p:nvPr>
        </p:nvSpPr>
        <p:spPr>
          <a:xfrm>
            <a:off x="423985" y="4843521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08</a:t>
            </a:r>
          </a:p>
        </p:txBody>
      </p:sp>
      <p:sp>
        <p:nvSpPr>
          <p:cNvPr id="39" name="Text Placeholder 8"/>
          <p:cNvSpPr>
            <a:spLocks noGrp="1"/>
          </p:cNvSpPr>
          <p:nvPr>
            <p:ph type="body" sz="quarter" idx="39" hasCustomPrompt="1"/>
          </p:nvPr>
        </p:nvSpPr>
        <p:spPr>
          <a:xfrm>
            <a:off x="2019239" y="4843521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8</a:t>
            </a:r>
          </a:p>
        </p:txBody>
      </p:sp>
      <p:sp>
        <p:nvSpPr>
          <p:cNvPr id="41" name="Text Placeholder 8"/>
          <p:cNvSpPr>
            <a:spLocks noGrp="1"/>
          </p:cNvSpPr>
          <p:nvPr>
            <p:ph type="body" sz="quarter" idx="41" hasCustomPrompt="1"/>
          </p:nvPr>
        </p:nvSpPr>
        <p:spPr>
          <a:xfrm>
            <a:off x="10213095" y="4843521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64" name="Text Placeholder 4" descr="Chapter 9"/>
          <p:cNvSpPr>
            <a:spLocks noGrp="1"/>
          </p:cNvSpPr>
          <p:nvPr>
            <p:ph type="body" sz="quarter" idx="64" hasCustomPrompt="1"/>
          </p:nvPr>
        </p:nvSpPr>
        <p:spPr>
          <a:xfrm>
            <a:off x="423985" y="5343819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09</a:t>
            </a:r>
          </a:p>
        </p:txBody>
      </p:sp>
      <p:sp>
        <p:nvSpPr>
          <p:cNvPr id="42" name="Text Placeholder 8"/>
          <p:cNvSpPr>
            <a:spLocks noGrp="1"/>
          </p:cNvSpPr>
          <p:nvPr>
            <p:ph type="body" sz="quarter" idx="42" hasCustomPrompt="1"/>
          </p:nvPr>
        </p:nvSpPr>
        <p:spPr>
          <a:xfrm>
            <a:off x="2019239" y="5343819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9</a:t>
            </a:r>
          </a:p>
        </p:txBody>
      </p:sp>
      <p:sp>
        <p:nvSpPr>
          <p:cNvPr id="44" name="Text Placeholder 8"/>
          <p:cNvSpPr>
            <a:spLocks noGrp="1"/>
          </p:cNvSpPr>
          <p:nvPr>
            <p:ph type="body" sz="quarter" idx="44" hasCustomPrompt="1"/>
          </p:nvPr>
        </p:nvSpPr>
        <p:spPr>
          <a:xfrm>
            <a:off x="10213095" y="5343819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65" name="Text Placeholder 4" descr="Chapter 10"/>
          <p:cNvSpPr>
            <a:spLocks noGrp="1"/>
          </p:cNvSpPr>
          <p:nvPr>
            <p:ph type="body" sz="quarter" idx="65" hasCustomPrompt="1"/>
          </p:nvPr>
        </p:nvSpPr>
        <p:spPr>
          <a:xfrm>
            <a:off x="423985" y="5844116"/>
            <a:ext cx="1329231" cy="392298"/>
          </a:xfrm>
          <a:prstGeom prst="rect">
            <a:avLst/>
          </a:prstGeom>
          <a:noFill/>
        </p:spPr>
        <p:txBody>
          <a:bodyPr tIns="0" bIns="0" anchor="ctr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empus Sans ITC" panose="04020404030D07020202" pitchFamily="82" charset="0"/>
              <a:buNone/>
              <a:defRPr sz="2000" b="1" i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10</a:t>
            </a:r>
          </a:p>
        </p:txBody>
      </p:sp>
      <p:sp>
        <p:nvSpPr>
          <p:cNvPr id="17" name="Text Placeholder 8"/>
          <p:cNvSpPr>
            <a:spLocks noGrp="1"/>
          </p:cNvSpPr>
          <p:nvPr>
            <p:ph type="body" sz="quarter" idx="23" hasCustomPrompt="1"/>
          </p:nvPr>
        </p:nvSpPr>
        <p:spPr>
          <a:xfrm>
            <a:off x="2019239" y="5844116"/>
            <a:ext cx="7962961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200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>
              <a:buClr>
                <a:schemeClr val="bg2"/>
              </a:buClr>
            </a:pPr>
            <a:r>
              <a:rPr lang="en-GB" noProof="0"/>
              <a:t>Chapter 10</a:t>
            </a:r>
          </a:p>
        </p:txBody>
      </p:sp>
      <p:sp>
        <p:nvSpPr>
          <p:cNvPr id="32" name="Text Placeholder 8"/>
          <p:cNvSpPr>
            <a:spLocks noGrp="1"/>
          </p:cNvSpPr>
          <p:nvPr>
            <p:ph type="body" sz="quarter" idx="26" hasCustomPrompt="1"/>
          </p:nvPr>
        </p:nvSpPr>
        <p:spPr>
          <a:xfrm>
            <a:off x="10213095" y="5844116"/>
            <a:ext cx="1546213" cy="392298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lvl1pPr algn="l">
              <a:defRPr lang="fr-FR" sz="1000" b="0" i="0" cap="none" noProof="0" dirty="0">
                <a:solidFill>
                  <a:schemeClr val="tx1">
                    <a:lumMod val="10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GB" noProof="0"/>
              <a:t>Page x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45B47C4-F2C3-EE7D-17FA-2B6721573C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4" y="404664"/>
            <a:ext cx="11342769" cy="936774"/>
          </a:xfrm>
        </p:spPr>
        <p:txBody>
          <a:bodyPr/>
          <a:lstStyle>
            <a:lvl1pPr>
              <a:defRPr sz="2400"/>
            </a:lvl1pPr>
          </a:lstStyle>
          <a:p>
            <a:r>
              <a:rPr lang="en-US"/>
              <a:t>AGENDA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50395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gradient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FB919E34-A1C7-6BE5-FBE3-7C590F12DEE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23862" y="1351478"/>
            <a:ext cx="5443538" cy="1219200"/>
          </a:xfrm>
          <a:prstGeom prst="rect">
            <a:avLst/>
          </a:prstGeom>
          <a:noFill/>
        </p:spPr>
        <p:txBody>
          <a:bodyPr lIns="0" tIns="0" rIns="0" bIns="0" anchor="t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bg2"/>
              </a:buClr>
              <a:buFont typeface="Tempus Sans ITC" panose="04020404030D07020202" pitchFamily="82" charset="0"/>
              <a:buNone/>
              <a:defRPr sz="8800" b="0" i="0">
                <a:solidFill>
                  <a:schemeClr val="bg2">
                    <a:lumMod val="100000"/>
                  </a:schemeClr>
                </a:solidFill>
                <a:latin typeface="+mn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1.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95D24991-9593-6011-4D88-250D013FCE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>
          <a:xfrm>
            <a:off x="6600825" y="0"/>
            <a:ext cx="5591175" cy="6858000"/>
          </a:xfrm>
          <a:custGeom>
            <a:avLst/>
            <a:gdLst>
              <a:gd name="connsiteX0" fmla="*/ 705085 w 5591175"/>
              <a:gd name="connsiteY0" fmla="*/ 0 h 6858000"/>
              <a:gd name="connsiteX1" fmla="*/ 5591175 w 5591175"/>
              <a:gd name="connsiteY1" fmla="*/ 0 h 6858000"/>
              <a:gd name="connsiteX2" fmla="*/ 5591175 w 5591175"/>
              <a:gd name="connsiteY2" fmla="*/ 6858000 h 6858000"/>
              <a:gd name="connsiteX3" fmla="*/ 622198 w 5591175"/>
              <a:gd name="connsiteY3" fmla="*/ 6858000 h 6858000"/>
              <a:gd name="connsiteX4" fmla="*/ 557757 w 5591175"/>
              <a:gd name="connsiteY4" fmla="*/ 6694566 h 6858000"/>
              <a:gd name="connsiteX5" fmla="*/ 0 w 5591175"/>
              <a:gd name="connsiteY5" fmla="*/ 3534111 h 6858000"/>
              <a:gd name="connsiteX6" fmla="*/ 557757 w 5591175"/>
              <a:gd name="connsiteY6" fmla="*/ 37365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91175" h="6858000">
                <a:moveTo>
                  <a:pt x="705085" y="0"/>
                </a:moveTo>
                <a:lnTo>
                  <a:pt x="5591175" y="0"/>
                </a:lnTo>
                <a:lnTo>
                  <a:pt x="5591175" y="6858000"/>
                </a:lnTo>
                <a:lnTo>
                  <a:pt x="622198" y="6858000"/>
                </a:lnTo>
                <a:lnTo>
                  <a:pt x="557757" y="6694566"/>
                </a:lnTo>
                <a:cubicBezTo>
                  <a:pt x="196925" y="5709086"/>
                  <a:pt x="0" y="4644596"/>
                  <a:pt x="0" y="3534111"/>
                </a:cubicBezTo>
                <a:cubicBezTo>
                  <a:pt x="0" y="2423627"/>
                  <a:pt x="196925" y="1359136"/>
                  <a:pt x="557757" y="373656"/>
                </a:cubicBezTo>
                <a:close/>
              </a:path>
            </a:pathLst>
          </a:custGeom>
          <a:gradFill>
            <a:gsLst>
              <a:gs pos="100000">
                <a:schemeClr val="accent3"/>
              </a:gs>
              <a:gs pos="0">
                <a:schemeClr val="bg2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>
              <a:solidFill>
                <a:schemeClr val="bg2"/>
              </a:solidFill>
              <a:ea typeface="+mj-ea"/>
              <a:cs typeface="+mj-cs"/>
            </a:endParaRPr>
          </a:p>
        </p:txBody>
      </p:sp>
      <p:grpSp>
        <p:nvGrpSpPr>
          <p:cNvPr id="20" name="Strokes">
            <a:extLst>
              <a:ext uri="{FF2B5EF4-FFF2-40B4-BE49-F238E27FC236}">
                <a16:creationId xmlns:a16="http://schemas.microsoft.com/office/drawing/2014/main" id="{0B58CFC9-C855-8C8C-2C84-41B14641E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448800" y="-38315"/>
            <a:ext cx="1665950" cy="6935067"/>
            <a:chOff x="5268685" y="-38315"/>
            <a:chExt cx="1665950" cy="6935067"/>
          </a:xfrm>
        </p:grpSpPr>
        <p:sp>
          <p:nvSpPr>
            <p:cNvPr id="18" name="Graphic 2">
              <a:extLst>
                <a:ext uri="{FF2B5EF4-FFF2-40B4-BE49-F238E27FC236}">
                  <a16:creationId xmlns:a16="http://schemas.microsoft.com/office/drawing/2014/main" id="{22505BBA-9534-53A1-8A03-39AB2B1A10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5268685" y="-19374"/>
              <a:ext cx="1196776" cy="6915472"/>
            </a:xfrm>
            <a:custGeom>
              <a:avLst/>
              <a:gdLst>
                <a:gd name="connsiteX0" fmla="*/ 53775 w 1196776"/>
                <a:gd name="connsiteY0" fmla="*/ 0 h 6915472"/>
                <a:gd name="connsiteX1" fmla="*/ 1196776 w 1196776"/>
                <a:gd name="connsiteY1" fmla="*/ 6915473 h 691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776" h="6915472">
                  <a:moveTo>
                    <a:pt x="53775" y="0"/>
                  </a:moveTo>
                  <a:cubicBezTo>
                    <a:pt x="53775" y="0"/>
                    <a:pt x="-376429" y="3291621"/>
                    <a:pt x="1196776" y="6915473"/>
                  </a:cubicBezTo>
                </a:path>
              </a:pathLst>
            </a:custGeom>
            <a:noFill/>
            <a:ln w="28575" cap="flat" cmpd="sng" algn="ctr">
              <a:solidFill>
                <a:schemeClr val="tx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raphic 1">
              <a:extLst>
                <a:ext uri="{FF2B5EF4-FFF2-40B4-BE49-F238E27FC236}">
                  <a16:creationId xmlns:a16="http://schemas.microsoft.com/office/drawing/2014/main" id="{DB4214DF-70DF-B49D-4AC2-1DC59C982D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5442443" y="-38315"/>
              <a:ext cx="1492192" cy="6935067"/>
            </a:xfrm>
            <a:custGeom>
              <a:avLst/>
              <a:gdLst>
                <a:gd name="connsiteX0" fmla="*/ 1492192 w 1492192"/>
                <a:gd name="connsiteY0" fmla="*/ 0 h 6935067"/>
                <a:gd name="connsiteX1" fmla="*/ 13911 w 1492192"/>
                <a:gd name="connsiteY1" fmla="*/ 6935067 h 69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2192" h="6935067">
                  <a:moveTo>
                    <a:pt x="1492192" y="0"/>
                  </a:moveTo>
                  <a:cubicBezTo>
                    <a:pt x="1492192" y="0"/>
                    <a:pt x="-167881" y="2988780"/>
                    <a:pt x="13911" y="6935067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E1836B4-830D-5B1B-BD6F-E2169BA9CB5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2570677"/>
            <a:ext cx="5443538" cy="1219199"/>
          </a:xfrm>
        </p:spPr>
        <p:txBody>
          <a:bodyPr/>
          <a:lstStyle>
            <a:lvl1pPr>
              <a:defRPr sz="3600">
                <a:latin typeface="+mn-lt"/>
              </a:defRPr>
            </a:lvl1pPr>
          </a:lstStyle>
          <a:p>
            <a:pPr lvl="0"/>
            <a:r>
              <a:rPr lang="en-GB" noProof="0"/>
              <a:t>Chapter</a:t>
            </a:r>
            <a:br>
              <a:rPr lang="en-GB" noProof="0"/>
            </a:br>
            <a:r>
              <a:rPr lang="en-GB" noProof="0"/>
              <a:t>divider</a:t>
            </a:r>
          </a:p>
        </p:txBody>
      </p:sp>
    </p:spTree>
    <p:extLst>
      <p:ext uri="{BB962C8B-B14F-4D97-AF65-F5344CB8AC3E}">
        <p14:creationId xmlns:p14="http://schemas.microsoft.com/office/powerpoint/2010/main" val="41249388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58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vibrant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1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23862" y="1351478"/>
            <a:ext cx="5443538" cy="1219200"/>
          </a:xfrm>
          <a:prstGeom prst="rect">
            <a:avLst/>
          </a:prstGeom>
          <a:noFill/>
        </p:spPr>
        <p:txBody>
          <a:bodyPr lIns="0" tIns="0" rIns="0" bIns="0" anchor="t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bg2"/>
              </a:buClr>
              <a:buFont typeface="Tempus Sans ITC" panose="04020404030D07020202" pitchFamily="82" charset="0"/>
              <a:buNone/>
              <a:defRPr sz="8800" b="0" i="0">
                <a:solidFill>
                  <a:schemeClr val="bg2">
                    <a:lumMod val="100000"/>
                  </a:schemeClr>
                </a:solidFill>
                <a:latin typeface="+mn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1.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81CDD358-1B24-A515-51A2-F0CEB125A6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>
          <a:xfrm>
            <a:off x="6600825" y="0"/>
            <a:ext cx="5591175" cy="6858000"/>
          </a:xfrm>
          <a:custGeom>
            <a:avLst/>
            <a:gdLst>
              <a:gd name="connsiteX0" fmla="*/ 705085 w 5591175"/>
              <a:gd name="connsiteY0" fmla="*/ 0 h 6858000"/>
              <a:gd name="connsiteX1" fmla="*/ 5591175 w 5591175"/>
              <a:gd name="connsiteY1" fmla="*/ 0 h 6858000"/>
              <a:gd name="connsiteX2" fmla="*/ 5591175 w 5591175"/>
              <a:gd name="connsiteY2" fmla="*/ 6858000 h 6858000"/>
              <a:gd name="connsiteX3" fmla="*/ 622198 w 5591175"/>
              <a:gd name="connsiteY3" fmla="*/ 6858000 h 6858000"/>
              <a:gd name="connsiteX4" fmla="*/ 557757 w 5591175"/>
              <a:gd name="connsiteY4" fmla="*/ 6694566 h 6858000"/>
              <a:gd name="connsiteX5" fmla="*/ 0 w 5591175"/>
              <a:gd name="connsiteY5" fmla="*/ 3534111 h 6858000"/>
              <a:gd name="connsiteX6" fmla="*/ 557757 w 5591175"/>
              <a:gd name="connsiteY6" fmla="*/ 37365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91175" h="6858000">
                <a:moveTo>
                  <a:pt x="705085" y="0"/>
                </a:moveTo>
                <a:lnTo>
                  <a:pt x="5591175" y="0"/>
                </a:lnTo>
                <a:lnTo>
                  <a:pt x="5591175" y="6858000"/>
                </a:lnTo>
                <a:lnTo>
                  <a:pt x="622198" y="6858000"/>
                </a:lnTo>
                <a:lnTo>
                  <a:pt x="557757" y="6694566"/>
                </a:lnTo>
                <a:cubicBezTo>
                  <a:pt x="196925" y="5709086"/>
                  <a:pt x="0" y="4644596"/>
                  <a:pt x="0" y="3534111"/>
                </a:cubicBezTo>
                <a:cubicBezTo>
                  <a:pt x="0" y="2423627"/>
                  <a:pt x="196925" y="1359136"/>
                  <a:pt x="557757" y="373656"/>
                </a:cubicBezTo>
                <a:close/>
              </a:path>
            </a:pathLst>
          </a:custGeom>
          <a:solidFill>
            <a:schemeClr val="bg2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>
              <a:solidFill>
                <a:schemeClr val="bg2"/>
              </a:solidFill>
              <a:ea typeface="+mj-ea"/>
              <a:cs typeface="+mj-cs"/>
            </a:endParaRPr>
          </a:p>
        </p:txBody>
      </p:sp>
      <p:grpSp>
        <p:nvGrpSpPr>
          <p:cNvPr id="20" name="Strokes">
            <a:extLst>
              <a:ext uri="{FF2B5EF4-FFF2-40B4-BE49-F238E27FC236}">
                <a16:creationId xmlns:a16="http://schemas.microsoft.com/office/drawing/2014/main" id="{0B58CFC9-C855-8C8C-2C84-41B14641E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448800" y="-38315"/>
            <a:ext cx="1665950" cy="6935067"/>
            <a:chOff x="5268685" y="-38315"/>
            <a:chExt cx="1665950" cy="6935067"/>
          </a:xfrm>
        </p:grpSpPr>
        <p:sp>
          <p:nvSpPr>
            <p:cNvPr id="18" name="Graphic 2">
              <a:extLst>
                <a:ext uri="{FF2B5EF4-FFF2-40B4-BE49-F238E27FC236}">
                  <a16:creationId xmlns:a16="http://schemas.microsoft.com/office/drawing/2014/main" id="{22505BBA-9534-53A1-8A03-39AB2B1A10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5268685" y="-19374"/>
              <a:ext cx="1196776" cy="6915472"/>
            </a:xfrm>
            <a:custGeom>
              <a:avLst/>
              <a:gdLst>
                <a:gd name="connsiteX0" fmla="*/ 53775 w 1196776"/>
                <a:gd name="connsiteY0" fmla="*/ 0 h 6915472"/>
                <a:gd name="connsiteX1" fmla="*/ 1196776 w 1196776"/>
                <a:gd name="connsiteY1" fmla="*/ 6915473 h 691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776" h="6915472">
                  <a:moveTo>
                    <a:pt x="53775" y="0"/>
                  </a:moveTo>
                  <a:cubicBezTo>
                    <a:pt x="53775" y="0"/>
                    <a:pt x="-376429" y="3291621"/>
                    <a:pt x="1196776" y="6915473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raphic 1">
              <a:extLst>
                <a:ext uri="{FF2B5EF4-FFF2-40B4-BE49-F238E27FC236}">
                  <a16:creationId xmlns:a16="http://schemas.microsoft.com/office/drawing/2014/main" id="{DB4214DF-70DF-B49D-4AC2-1DC59C982D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5442443" y="-38315"/>
              <a:ext cx="1492192" cy="6935067"/>
            </a:xfrm>
            <a:custGeom>
              <a:avLst/>
              <a:gdLst>
                <a:gd name="connsiteX0" fmla="*/ 1492192 w 1492192"/>
                <a:gd name="connsiteY0" fmla="*/ 0 h 6935067"/>
                <a:gd name="connsiteX1" fmla="*/ 13911 w 1492192"/>
                <a:gd name="connsiteY1" fmla="*/ 6935067 h 69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2192" h="6935067">
                  <a:moveTo>
                    <a:pt x="1492192" y="0"/>
                  </a:moveTo>
                  <a:cubicBezTo>
                    <a:pt x="1492192" y="0"/>
                    <a:pt x="-167881" y="2988780"/>
                    <a:pt x="13911" y="6935067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78A0290B-3051-1D42-DD53-7F86983E1D0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2570677"/>
            <a:ext cx="5443538" cy="1219199"/>
          </a:xfrm>
        </p:spPr>
        <p:txBody>
          <a:bodyPr/>
          <a:lstStyle>
            <a:lvl1pPr>
              <a:defRPr sz="3600">
                <a:latin typeface="+mn-lt"/>
              </a:defRPr>
            </a:lvl1pPr>
          </a:lstStyle>
          <a:p>
            <a:pPr lvl="0"/>
            <a:r>
              <a:rPr lang="en-GB" noProof="0"/>
              <a:t>Chapter</a:t>
            </a:r>
            <a:br>
              <a:rPr lang="en-GB" noProof="0"/>
            </a:br>
            <a:r>
              <a:rPr lang="en-GB" noProof="0"/>
              <a:t>divider</a:t>
            </a:r>
          </a:p>
        </p:txBody>
      </p:sp>
    </p:spTree>
    <p:extLst>
      <p:ext uri="{BB962C8B-B14F-4D97-AF65-F5344CB8AC3E}">
        <p14:creationId xmlns:p14="http://schemas.microsoft.com/office/powerpoint/2010/main" val="74679006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deep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1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23862" y="1351478"/>
            <a:ext cx="5443538" cy="1219200"/>
          </a:xfrm>
          <a:prstGeom prst="rect">
            <a:avLst/>
          </a:prstGeom>
          <a:noFill/>
        </p:spPr>
        <p:txBody>
          <a:bodyPr lIns="0" tIns="0" rIns="0" bIns="0" anchor="t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bg2"/>
              </a:buClr>
              <a:buFont typeface="Tempus Sans ITC" panose="04020404030D07020202" pitchFamily="82" charset="0"/>
              <a:buNone/>
              <a:defRPr sz="8800" b="0" i="0">
                <a:solidFill>
                  <a:schemeClr val="bg2">
                    <a:lumMod val="100000"/>
                  </a:schemeClr>
                </a:solidFill>
                <a:latin typeface="+mn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1.</a:t>
            </a: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23FC7270-1DEF-7AE3-DFB3-5C02ABBD454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>
          <a:xfrm>
            <a:off x="6600825" y="0"/>
            <a:ext cx="5591175" cy="6858000"/>
          </a:xfrm>
          <a:custGeom>
            <a:avLst/>
            <a:gdLst>
              <a:gd name="connsiteX0" fmla="*/ 705085 w 5591175"/>
              <a:gd name="connsiteY0" fmla="*/ 0 h 6858000"/>
              <a:gd name="connsiteX1" fmla="*/ 5591175 w 5591175"/>
              <a:gd name="connsiteY1" fmla="*/ 0 h 6858000"/>
              <a:gd name="connsiteX2" fmla="*/ 5591175 w 5591175"/>
              <a:gd name="connsiteY2" fmla="*/ 6858000 h 6858000"/>
              <a:gd name="connsiteX3" fmla="*/ 622198 w 5591175"/>
              <a:gd name="connsiteY3" fmla="*/ 6858000 h 6858000"/>
              <a:gd name="connsiteX4" fmla="*/ 557757 w 5591175"/>
              <a:gd name="connsiteY4" fmla="*/ 6694566 h 6858000"/>
              <a:gd name="connsiteX5" fmla="*/ 0 w 5591175"/>
              <a:gd name="connsiteY5" fmla="*/ 3534111 h 6858000"/>
              <a:gd name="connsiteX6" fmla="*/ 557757 w 5591175"/>
              <a:gd name="connsiteY6" fmla="*/ 37365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591175" h="6858000">
                <a:moveTo>
                  <a:pt x="705085" y="0"/>
                </a:moveTo>
                <a:lnTo>
                  <a:pt x="5591175" y="0"/>
                </a:lnTo>
                <a:lnTo>
                  <a:pt x="5591175" y="6858000"/>
                </a:lnTo>
                <a:lnTo>
                  <a:pt x="622198" y="6858000"/>
                </a:lnTo>
                <a:lnTo>
                  <a:pt x="557757" y="6694566"/>
                </a:lnTo>
                <a:cubicBezTo>
                  <a:pt x="196925" y="5709086"/>
                  <a:pt x="0" y="4644596"/>
                  <a:pt x="0" y="3534111"/>
                </a:cubicBezTo>
                <a:cubicBezTo>
                  <a:pt x="0" y="2423627"/>
                  <a:pt x="196925" y="1359136"/>
                  <a:pt x="557757" y="373656"/>
                </a:cubicBezTo>
                <a:close/>
              </a:path>
            </a:pathLst>
          </a:custGeom>
          <a:solidFill>
            <a:schemeClr val="accent3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>
              <a:solidFill>
                <a:schemeClr val="bg2"/>
              </a:solidFill>
              <a:ea typeface="+mj-ea"/>
              <a:cs typeface="+mj-cs"/>
            </a:endParaRPr>
          </a:p>
        </p:txBody>
      </p:sp>
      <p:grpSp>
        <p:nvGrpSpPr>
          <p:cNvPr id="20" name="Strokes">
            <a:extLst>
              <a:ext uri="{FF2B5EF4-FFF2-40B4-BE49-F238E27FC236}">
                <a16:creationId xmlns:a16="http://schemas.microsoft.com/office/drawing/2014/main" id="{0B58CFC9-C855-8C8C-2C84-41B14641E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448800" y="-38315"/>
            <a:ext cx="1665950" cy="6935067"/>
            <a:chOff x="5268685" y="-38315"/>
            <a:chExt cx="1665950" cy="6935067"/>
          </a:xfrm>
        </p:grpSpPr>
        <p:sp>
          <p:nvSpPr>
            <p:cNvPr id="18" name="Graphic 2">
              <a:extLst>
                <a:ext uri="{FF2B5EF4-FFF2-40B4-BE49-F238E27FC236}">
                  <a16:creationId xmlns:a16="http://schemas.microsoft.com/office/drawing/2014/main" id="{22505BBA-9534-53A1-8A03-39AB2B1A10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5268685" y="-19374"/>
              <a:ext cx="1196776" cy="6915472"/>
            </a:xfrm>
            <a:custGeom>
              <a:avLst/>
              <a:gdLst>
                <a:gd name="connsiteX0" fmla="*/ 53775 w 1196776"/>
                <a:gd name="connsiteY0" fmla="*/ 0 h 6915472"/>
                <a:gd name="connsiteX1" fmla="*/ 1196776 w 1196776"/>
                <a:gd name="connsiteY1" fmla="*/ 6915473 h 691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776" h="6915472">
                  <a:moveTo>
                    <a:pt x="53775" y="0"/>
                  </a:moveTo>
                  <a:cubicBezTo>
                    <a:pt x="53775" y="0"/>
                    <a:pt x="-376429" y="3291621"/>
                    <a:pt x="1196776" y="6915473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raphic 1">
              <a:extLst>
                <a:ext uri="{FF2B5EF4-FFF2-40B4-BE49-F238E27FC236}">
                  <a16:creationId xmlns:a16="http://schemas.microsoft.com/office/drawing/2014/main" id="{DB4214DF-70DF-B49D-4AC2-1DC59C982D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5442443" y="-38315"/>
              <a:ext cx="1492192" cy="6935067"/>
            </a:xfrm>
            <a:custGeom>
              <a:avLst/>
              <a:gdLst>
                <a:gd name="connsiteX0" fmla="*/ 1492192 w 1492192"/>
                <a:gd name="connsiteY0" fmla="*/ 0 h 6935067"/>
                <a:gd name="connsiteX1" fmla="*/ 13911 w 1492192"/>
                <a:gd name="connsiteY1" fmla="*/ 6935067 h 69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2192" h="6935067">
                  <a:moveTo>
                    <a:pt x="1492192" y="0"/>
                  </a:moveTo>
                  <a:cubicBezTo>
                    <a:pt x="1492192" y="0"/>
                    <a:pt x="-167881" y="2988780"/>
                    <a:pt x="13911" y="6935067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Title 1">
            <a:extLst>
              <a:ext uri="{FF2B5EF4-FFF2-40B4-BE49-F238E27FC236}">
                <a16:creationId xmlns:a16="http://schemas.microsoft.com/office/drawing/2014/main" id="{348DA029-BA70-021C-A4EF-12082A2D5F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2570678"/>
            <a:ext cx="5443538" cy="1219200"/>
          </a:xfrm>
        </p:spPr>
        <p:txBody>
          <a:bodyPr/>
          <a:lstStyle>
            <a:lvl1pPr>
              <a:defRPr sz="3600">
                <a:latin typeface="+mn-lt"/>
              </a:defRPr>
            </a:lvl1pPr>
          </a:lstStyle>
          <a:p>
            <a:pPr lvl="0"/>
            <a:r>
              <a:rPr lang="en-GB" noProof="0"/>
              <a:t>Chapter</a:t>
            </a:r>
            <a:br>
              <a:rPr lang="en-GB" noProof="0"/>
            </a:br>
            <a:r>
              <a:rPr lang="en-GB" noProof="0"/>
              <a:t>divider</a:t>
            </a:r>
          </a:p>
        </p:txBody>
      </p:sp>
    </p:spTree>
    <p:extLst>
      <p:ext uri="{BB962C8B-B14F-4D97-AF65-F5344CB8AC3E}">
        <p14:creationId xmlns:p14="http://schemas.microsoft.com/office/powerpoint/2010/main" val="40659928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58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white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1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23862" y="1344719"/>
            <a:ext cx="5443538" cy="1219200"/>
          </a:xfrm>
          <a:prstGeom prst="rect">
            <a:avLst/>
          </a:prstGeom>
          <a:noFill/>
        </p:spPr>
        <p:txBody>
          <a:bodyPr lIns="0" tIns="0" rIns="0" bIns="0" anchor="t">
            <a:noAutofit/>
          </a:bodyPr>
          <a:lstStyle>
            <a:lvl1pPr marL="0" indent="0" algn="just">
              <a:lnSpc>
                <a:spcPct val="100000"/>
              </a:lnSpc>
              <a:spcBef>
                <a:spcPts val="400"/>
              </a:spcBef>
              <a:buClr>
                <a:schemeClr val="bg2"/>
              </a:buClr>
              <a:buFont typeface="Tempus Sans ITC" panose="04020404030D07020202" pitchFamily="82" charset="0"/>
              <a:buNone/>
              <a:defRPr sz="8800" b="0" i="0">
                <a:solidFill>
                  <a:schemeClr val="bg2">
                    <a:lumMod val="100000"/>
                  </a:schemeClr>
                </a:solidFill>
                <a:latin typeface="+mn-lt"/>
              </a:defRPr>
            </a:lvl1pPr>
            <a:lvl2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2pPr>
            <a:lvl3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3pPr>
            <a:lvl4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cap="none" baseline="0">
                <a:solidFill>
                  <a:schemeClr val="bg2"/>
                </a:solidFill>
              </a:defRPr>
            </a:lvl4pPr>
            <a:lvl5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5pPr>
            <a:lvl6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>
                <a:solidFill>
                  <a:schemeClr val="bg2"/>
                </a:solidFill>
              </a:defRPr>
            </a:lvl6pPr>
            <a:lvl7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7pPr>
            <a:lvl8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8pPr>
            <a:lvl9pPr marL="0" indent="-252000" algn="just">
              <a:lnSpc>
                <a:spcPct val="100000"/>
              </a:lnSpc>
              <a:spcBef>
                <a:spcPts val="400"/>
              </a:spcBef>
              <a:buClr>
                <a:schemeClr val="accent1"/>
              </a:buClr>
              <a:buFont typeface="Tahoma" panose="020B0604030504040204" pitchFamily="34" charset="0"/>
              <a:buChar char="⁄"/>
              <a:defRPr sz="2000" b="1" i="0" baseline="0">
                <a:solidFill>
                  <a:schemeClr val="bg2"/>
                </a:solidFill>
              </a:defRPr>
            </a:lvl9pPr>
          </a:lstStyle>
          <a:p>
            <a:pPr lvl="0"/>
            <a:r>
              <a:rPr lang="en-GB" noProof="0"/>
              <a:t>1.</a:t>
            </a:r>
          </a:p>
        </p:txBody>
      </p:sp>
      <p:sp>
        <p:nvSpPr>
          <p:cNvPr id="24" name="Picture placeholder">
            <a:extLst>
              <a:ext uri="{FF2B5EF4-FFF2-40B4-BE49-F238E27FC236}">
                <a16:creationId xmlns:a16="http://schemas.microsoft.com/office/drawing/2014/main" id="{262EFC9A-FD0B-AFEC-332F-B9C4A3A4E2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7603094" y="0"/>
            <a:ext cx="4590494" cy="6858000"/>
          </a:xfrm>
          <a:custGeom>
            <a:avLst/>
            <a:gdLst>
              <a:gd name="connsiteX0" fmla="*/ 1589671 w 4590494"/>
              <a:gd name="connsiteY0" fmla="*/ 0 h 6858000"/>
              <a:gd name="connsiteX1" fmla="*/ 4590494 w 4590494"/>
              <a:gd name="connsiteY1" fmla="*/ 0 h 6858000"/>
              <a:gd name="connsiteX2" fmla="*/ 4590494 w 4590494"/>
              <a:gd name="connsiteY2" fmla="*/ 6858000 h 6858000"/>
              <a:gd name="connsiteX3" fmla="*/ 1589671 w 4590494"/>
              <a:gd name="connsiteY3" fmla="*/ 6858000 h 6858000"/>
              <a:gd name="connsiteX4" fmla="*/ 1472926 w 4590494"/>
              <a:gd name="connsiteY4" fmla="*/ 6756873 h 6858000"/>
              <a:gd name="connsiteX5" fmla="*/ 0 w 4590494"/>
              <a:gd name="connsiteY5" fmla="*/ 3429000 h 6858000"/>
              <a:gd name="connsiteX6" fmla="*/ 1472926 w 4590494"/>
              <a:gd name="connsiteY6" fmla="*/ 10112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590494" h="6858000">
                <a:moveTo>
                  <a:pt x="1589671" y="0"/>
                </a:moveTo>
                <a:lnTo>
                  <a:pt x="4590494" y="0"/>
                </a:lnTo>
                <a:lnTo>
                  <a:pt x="4590494" y="6858000"/>
                </a:lnTo>
                <a:lnTo>
                  <a:pt x="1589671" y="6858000"/>
                </a:lnTo>
                <a:lnTo>
                  <a:pt x="1472926" y="6756873"/>
                </a:lnTo>
                <a:cubicBezTo>
                  <a:pt x="568077" y="5934466"/>
                  <a:pt x="0" y="4748074"/>
                  <a:pt x="0" y="3429000"/>
                </a:cubicBezTo>
                <a:cubicBezTo>
                  <a:pt x="0" y="2109927"/>
                  <a:pt x="568077" y="923534"/>
                  <a:pt x="1472926" y="101127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>
              <a:defRPr/>
            </a:lvl1pPr>
          </a:lstStyle>
          <a:p>
            <a:r>
              <a:rPr lang="en-GB"/>
              <a:t>Insert image</a:t>
            </a:r>
          </a:p>
        </p:txBody>
      </p:sp>
      <p:grpSp>
        <p:nvGrpSpPr>
          <p:cNvPr id="14" name="Strokes">
            <a:extLst>
              <a:ext uri="{FF2B5EF4-FFF2-40B4-BE49-F238E27FC236}">
                <a16:creationId xmlns:a16="http://schemas.microsoft.com/office/drawing/2014/main" id="{601CE935-C356-500C-F5A7-58C9E3487E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3454940"/>
            <a:ext cx="12192863" cy="3429232"/>
            <a:chOff x="0" y="1716074"/>
            <a:chExt cx="12192863" cy="3429232"/>
          </a:xfrm>
        </p:grpSpPr>
        <p:sp>
          <p:nvSpPr>
            <p:cNvPr id="12" name="Graphic 2">
              <a:extLst>
                <a:ext uri="{FF2B5EF4-FFF2-40B4-BE49-F238E27FC236}">
                  <a16:creationId xmlns:a16="http://schemas.microsoft.com/office/drawing/2014/main" id="{0DC83FE4-0D2A-A00F-80EE-8F10E86B8B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0" y="1716074"/>
              <a:ext cx="12192863" cy="2183025"/>
            </a:xfrm>
            <a:custGeom>
              <a:avLst/>
              <a:gdLst>
                <a:gd name="connsiteX0" fmla="*/ 0 w 12192863"/>
                <a:gd name="connsiteY0" fmla="*/ 1435691 h 2183025"/>
                <a:gd name="connsiteX1" fmla="*/ 12192864 w 12192863"/>
                <a:gd name="connsiteY1" fmla="*/ 0 h 218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863" h="2183025">
                  <a:moveTo>
                    <a:pt x="0" y="1435691"/>
                  </a:moveTo>
                  <a:cubicBezTo>
                    <a:pt x="0" y="1435691"/>
                    <a:pt x="6346390" y="3849908"/>
                    <a:pt x="12192864" y="0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Graphic 1">
              <a:extLst>
                <a:ext uri="{FF2B5EF4-FFF2-40B4-BE49-F238E27FC236}">
                  <a16:creationId xmlns:a16="http://schemas.microsoft.com/office/drawing/2014/main" id="{6CD1389A-3900-85CF-BD33-2ED1A4EE5AA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3974851" y="2876302"/>
              <a:ext cx="8218012" cy="2269004"/>
            </a:xfrm>
            <a:custGeom>
              <a:avLst/>
              <a:gdLst>
                <a:gd name="connsiteX0" fmla="*/ 0 w 8218012"/>
                <a:gd name="connsiteY0" fmla="*/ 2269005 h 2269004"/>
                <a:gd name="connsiteX1" fmla="*/ 8218013 w 8218012"/>
                <a:gd name="connsiteY1" fmla="*/ 220620 h 226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12" h="2269004">
                  <a:moveTo>
                    <a:pt x="0" y="2269005"/>
                  </a:moveTo>
                  <a:cubicBezTo>
                    <a:pt x="0" y="2269005"/>
                    <a:pt x="2755579" y="-840171"/>
                    <a:pt x="8218013" y="220620"/>
                  </a:cubicBezTo>
                </a:path>
              </a:pathLst>
            </a:custGeom>
            <a:noFill/>
            <a:ln w="28575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Title 1">
            <a:extLst>
              <a:ext uri="{FF2B5EF4-FFF2-40B4-BE49-F238E27FC236}">
                <a16:creationId xmlns:a16="http://schemas.microsoft.com/office/drawing/2014/main" id="{AB9EC2DB-6BBB-CDD5-13FF-7115D2EBFDC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2570678"/>
            <a:ext cx="5443538" cy="1218686"/>
          </a:xfrm>
        </p:spPr>
        <p:txBody>
          <a:bodyPr/>
          <a:lstStyle>
            <a:lvl1pPr>
              <a:defRPr sz="3600">
                <a:latin typeface="+mn-lt"/>
              </a:defRPr>
            </a:lvl1pPr>
          </a:lstStyle>
          <a:p>
            <a:pPr lvl="0"/>
            <a:r>
              <a:rPr lang="en-GB" noProof="0"/>
              <a:t>Chapter</a:t>
            </a:r>
            <a:br>
              <a:rPr lang="en-GB" noProof="0"/>
            </a:br>
            <a:r>
              <a:rPr lang="en-GB" noProof="0"/>
              <a:t>divider</a:t>
            </a:r>
          </a:p>
        </p:txBody>
      </p:sp>
    </p:spTree>
    <p:extLst>
      <p:ext uri="{BB962C8B-B14F-4D97-AF65-F5344CB8AC3E}">
        <p14:creationId xmlns:p14="http://schemas.microsoft.com/office/powerpoint/2010/main" val="170507337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with picture left">
    <p:bg>
      <p:bgPr>
        <a:gradFill flip="none" rotWithShape="1">
          <a:gsLst>
            <a:gs pos="0">
              <a:schemeClr val="bg2"/>
            </a:gs>
            <a:gs pos="100000">
              <a:schemeClr val="accent3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Strokes">
            <a:extLst>
              <a:ext uri="{FF2B5EF4-FFF2-40B4-BE49-F238E27FC236}">
                <a16:creationId xmlns:a16="http://schemas.microsoft.com/office/drawing/2014/main" id="{4A45B4E5-2874-9EDA-B7B4-6489563579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3454940"/>
            <a:ext cx="12192863" cy="3429232"/>
            <a:chOff x="0" y="1716074"/>
            <a:chExt cx="12192863" cy="3429232"/>
          </a:xfrm>
        </p:grpSpPr>
        <p:sp>
          <p:nvSpPr>
            <p:cNvPr id="10" name="Graphic 2">
              <a:extLst>
                <a:ext uri="{FF2B5EF4-FFF2-40B4-BE49-F238E27FC236}">
                  <a16:creationId xmlns:a16="http://schemas.microsoft.com/office/drawing/2014/main" id="{BF8F9DEC-A229-615F-A903-BDDFE7A4B0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0" y="1716074"/>
              <a:ext cx="12192863" cy="2183025"/>
            </a:xfrm>
            <a:custGeom>
              <a:avLst/>
              <a:gdLst>
                <a:gd name="connsiteX0" fmla="*/ 0 w 12192863"/>
                <a:gd name="connsiteY0" fmla="*/ 1435691 h 2183025"/>
                <a:gd name="connsiteX1" fmla="*/ 12192864 w 12192863"/>
                <a:gd name="connsiteY1" fmla="*/ 0 h 218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863" h="2183025">
                  <a:moveTo>
                    <a:pt x="0" y="1435691"/>
                  </a:moveTo>
                  <a:cubicBezTo>
                    <a:pt x="0" y="1435691"/>
                    <a:pt x="6346390" y="3849908"/>
                    <a:pt x="12192864" y="0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Graphic 1">
              <a:extLst>
                <a:ext uri="{FF2B5EF4-FFF2-40B4-BE49-F238E27FC236}">
                  <a16:creationId xmlns:a16="http://schemas.microsoft.com/office/drawing/2014/main" id="{3A3AE033-F28A-D2FA-6A12-D5CBCA821A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3974851" y="2876302"/>
              <a:ext cx="8218012" cy="2269004"/>
            </a:xfrm>
            <a:custGeom>
              <a:avLst/>
              <a:gdLst>
                <a:gd name="connsiteX0" fmla="*/ 0 w 8218012"/>
                <a:gd name="connsiteY0" fmla="*/ 2269005 h 2269004"/>
                <a:gd name="connsiteX1" fmla="*/ 8218013 w 8218012"/>
                <a:gd name="connsiteY1" fmla="*/ 220620 h 226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12" h="2269004">
                  <a:moveTo>
                    <a:pt x="0" y="2269005"/>
                  </a:moveTo>
                  <a:cubicBezTo>
                    <a:pt x="0" y="2269005"/>
                    <a:pt x="2755579" y="-840171"/>
                    <a:pt x="8218013" y="220620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" name="Text Placeholder 1">
            <a:extLst>
              <a:ext uri="{FF2B5EF4-FFF2-40B4-BE49-F238E27FC236}">
                <a16:creationId xmlns:a16="http://schemas.microsoft.com/office/drawing/2014/main" id="{974FFEB3-ED51-39BE-50EE-0CB5A1C293C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276851" y="1367004"/>
            <a:ext cx="6491288" cy="4203534"/>
          </a:xfrm>
        </p:spPr>
        <p:txBody>
          <a:bodyPr anchor="ctr"/>
          <a:lstStyle>
            <a:lvl1pPr algn="l">
              <a:defRPr sz="28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>
              <a:defRPr sz="2800">
                <a:solidFill>
                  <a:schemeClr val="bg1">
                    <a:lumMod val="100000"/>
                  </a:schemeClr>
                </a:solidFill>
              </a:defRPr>
            </a:lvl2pPr>
            <a:lvl3pPr>
              <a:defRPr sz="2800">
                <a:solidFill>
                  <a:schemeClr val="bg1">
                    <a:lumMod val="100000"/>
                  </a:schemeClr>
                </a:solidFill>
              </a:defRPr>
            </a:lvl3pPr>
            <a:lvl4pPr>
              <a:defRPr sz="2800">
                <a:solidFill>
                  <a:schemeClr val="bg1">
                    <a:lumMod val="100000"/>
                  </a:schemeClr>
                </a:solidFill>
              </a:defRPr>
            </a:lvl4pPr>
            <a:lvl5pPr>
              <a:defRPr sz="2800">
                <a:solidFill>
                  <a:schemeClr val="bg1">
                    <a:lumMod val="100000"/>
                  </a:schemeClr>
                </a:solidFill>
              </a:defRPr>
            </a:lvl5pPr>
          </a:lstStyle>
          <a:p>
            <a:pPr lvl="0"/>
            <a:r>
              <a:rPr lang="en-GB"/>
              <a:t>“Insert a quote here.”</a:t>
            </a:r>
          </a:p>
        </p:txBody>
      </p:sp>
      <p:sp>
        <p:nvSpPr>
          <p:cNvPr id="4" name="Picture Placeholder 1">
            <a:extLst>
              <a:ext uri="{FF2B5EF4-FFF2-40B4-BE49-F238E27FC236}">
                <a16:creationId xmlns:a16="http://schemas.microsoft.com/office/drawing/2014/main" id="{C67FAC2F-9E8E-BBCF-CE7C-761A5D718B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622564" cy="6858000"/>
          </a:xfrm>
          <a:custGeom>
            <a:avLst/>
            <a:gdLst>
              <a:gd name="connsiteX0" fmla="*/ 0 w 4622564"/>
              <a:gd name="connsiteY0" fmla="*/ 0 h 6858000"/>
              <a:gd name="connsiteX1" fmla="*/ 3111089 w 4622564"/>
              <a:gd name="connsiteY1" fmla="*/ 0 h 6858000"/>
              <a:gd name="connsiteX2" fmla="*/ 3242020 w 4622564"/>
              <a:gd name="connsiteY2" fmla="*/ 124831 h 6858000"/>
              <a:gd name="connsiteX3" fmla="*/ 4622564 w 4622564"/>
              <a:gd name="connsiteY3" fmla="*/ 3457760 h 6858000"/>
              <a:gd name="connsiteX4" fmla="*/ 3242020 w 4622564"/>
              <a:gd name="connsiteY4" fmla="*/ 6790690 h 6858000"/>
              <a:gd name="connsiteX5" fmla="*/ 3171420 w 4622564"/>
              <a:gd name="connsiteY5" fmla="*/ 6858000 h 6858000"/>
              <a:gd name="connsiteX6" fmla="*/ 0 w 4622564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22564" h="6858000">
                <a:moveTo>
                  <a:pt x="0" y="0"/>
                </a:moveTo>
                <a:lnTo>
                  <a:pt x="3111089" y="0"/>
                </a:lnTo>
                <a:lnTo>
                  <a:pt x="3242020" y="124831"/>
                </a:lnTo>
                <a:cubicBezTo>
                  <a:pt x="4094991" y="977802"/>
                  <a:pt x="4622564" y="2156170"/>
                  <a:pt x="4622564" y="3457760"/>
                </a:cubicBezTo>
                <a:cubicBezTo>
                  <a:pt x="4622564" y="4759350"/>
                  <a:pt x="4094991" y="5937719"/>
                  <a:pt x="3242020" y="6790690"/>
                </a:cubicBezTo>
                <a:lnTo>
                  <a:pt x="317142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>
              <a:defRPr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325531401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with people picture">
    <p:bg>
      <p:bgPr>
        <a:gradFill flip="none" rotWithShape="1">
          <a:gsLst>
            <a:gs pos="0">
              <a:schemeClr val="bg2"/>
            </a:gs>
            <a:gs pos="100000">
              <a:schemeClr val="accent3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Strokes">
            <a:extLst>
              <a:ext uri="{FF2B5EF4-FFF2-40B4-BE49-F238E27FC236}">
                <a16:creationId xmlns:a16="http://schemas.microsoft.com/office/drawing/2014/main" id="{4A45B4E5-2874-9EDA-B7B4-6489563579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3454940"/>
            <a:ext cx="12192863" cy="3429232"/>
            <a:chOff x="0" y="1716074"/>
            <a:chExt cx="12192863" cy="3429232"/>
          </a:xfrm>
        </p:grpSpPr>
        <p:sp>
          <p:nvSpPr>
            <p:cNvPr id="10" name="Graphic 2">
              <a:extLst>
                <a:ext uri="{FF2B5EF4-FFF2-40B4-BE49-F238E27FC236}">
                  <a16:creationId xmlns:a16="http://schemas.microsoft.com/office/drawing/2014/main" id="{BF8F9DEC-A229-615F-A903-BDDFE7A4B0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0" y="1716074"/>
              <a:ext cx="12192863" cy="2183025"/>
            </a:xfrm>
            <a:custGeom>
              <a:avLst/>
              <a:gdLst>
                <a:gd name="connsiteX0" fmla="*/ 0 w 12192863"/>
                <a:gd name="connsiteY0" fmla="*/ 1435691 h 2183025"/>
                <a:gd name="connsiteX1" fmla="*/ 12192864 w 12192863"/>
                <a:gd name="connsiteY1" fmla="*/ 0 h 218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863" h="2183025">
                  <a:moveTo>
                    <a:pt x="0" y="1435691"/>
                  </a:moveTo>
                  <a:cubicBezTo>
                    <a:pt x="0" y="1435691"/>
                    <a:pt x="6346390" y="3849908"/>
                    <a:pt x="12192864" y="0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Graphic 1">
              <a:extLst>
                <a:ext uri="{FF2B5EF4-FFF2-40B4-BE49-F238E27FC236}">
                  <a16:creationId xmlns:a16="http://schemas.microsoft.com/office/drawing/2014/main" id="{3A3AE033-F28A-D2FA-6A12-D5CBCA821A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3974851" y="2876302"/>
              <a:ext cx="8218012" cy="2269004"/>
            </a:xfrm>
            <a:custGeom>
              <a:avLst/>
              <a:gdLst>
                <a:gd name="connsiteX0" fmla="*/ 0 w 8218012"/>
                <a:gd name="connsiteY0" fmla="*/ 2269005 h 2269004"/>
                <a:gd name="connsiteX1" fmla="*/ 8218013 w 8218012"/>
                <a:gd name="connsiteY1" fmla="*/ 220620 h 226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12" h="2269004">
                  <a:moveTo>
                    <a:pt x="0" y="2269005"/>
                  </a:moveTo>
                  <a:cubicBezTo>
                    <a:pt x="0" y="2269005"/>
                    <a:pt x="2755579" y="-840171"/>
                    <a:pt x="8218013" y="220620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" name="Text Placeholder 1" descr="Quote placeholder">
            <a:extLst>
              <a:ext uri="{FF2B5EF4-FFF2-40B4-BE49-F238E27FC236}">
                <a16:creationId xmlns:a16="http://schemas.microsoft.com/office/drawing/2014/main" id="{974FFEB3-ED51-39BE-50EE-0CB5A1C293C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23864" y="2473541"/>
            <a:ext cx="11342769" cy="2487389"/>
          </a:xfrm>
        </p:spPr>
        <p:txBody>
          <a:bodyPr anchor="t"/>
          <a:lstStyle>
            <a:lvl1pPr algn="ctr">
              <a:defRPr sz="28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>
              <a:defRPr sz="2800">
                <a:solidFill>
                  <a:schemeClr val="bg1">
                    <a:lumMod val="100000"/>
                  </a:schemeClr>
                </a:solidFill>
              </a:defRPr>
            </a:lvl2pPr>
            <a:lvl3pPr>
              <a:defRPr sz="2800">
                <a:solidFill>
                  <a:schemeClr val="bg1">
                    <a:lumMod val="100000"/>
                  </a:schemeClr>
                </a:solidFill>
              </a:defRPr>
            </a:lvl3pPr>
            <a:lvl4pPr>
              <a:defRPr sz="2800">
                <a:solidFill>
                  <a:schemeClr val="bg1">
                    <a:lumMod val="100000"/>
                  </a:schemeClr>
                </a:solidFill>
              </a:defRPr>
            </a:lvl4pPr>
            <a:lvl5pPr>
              <a:defRPr sz="2800">
                <a:solidFill>
                  <a:schemeClr val="bg1">
                    <a:lumMod val="100000"/>
                  </a:schemeClr>
                </a:solidFill>
              </a:defRPr>
            </a:lvl5pPr>
          </a:lstStyle>
          <a:p>
            <a:pPr lvl="0"/>
            <a:r>
              <a:rPr lang="en-GB"/>
              <a:t>“Insert a quote here.”</a:t>
            </a:r>
          </a:p>
        </p:txBody>
      </p:sp>
      <p:sp>
        <p:nvSpPr>
          <p:cNvPr id="3" name="Picture Placeholder 1">
            <a:extLst>
              <a:ext uri="{FF2B5EF4-FFF2-40B4-BE49-F238E27FC236}">
                <a16:creationId xmlns:a16="http://schemas.microsoft.com/office/drawing/2014/main" id="{2DACCEA3-ADB0-F7A2-A3BB-B9052EE3CB3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362643" y="742019"/>
            <a:ext cx="1466714" cy="1466714"/>
          </a:xfrm>
          <a:prstGeom prst="ellipse">
            <a:avLst/>
          </a:prstGeom>
        </p:spPr>
        <p:txBody>
          <a:bodyPr/>
          <a:lstStyle>
            <a:lvl1pPr algn="ctr">
              <a:defRPr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r>
              <a:rPr lang="en-GB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107566180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2423118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acts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served text space 20">
            <a:extLst>
              <a:ext uri="{FF2B5EF4-FFF2-40B4-BE49-F238E27FC236}">
                <a16:creationId xmlns:a16="http://schemas.microsoft.com/office/drawing/2014/main" id="{396A1B03-6D53-7126-70B1-8B5190F8AE6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5200" y="2530870"/>
            <a:ext cx="3200400" cy="216428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First Name LAST NAME</a:t>
            </a:r>
          </a:p>
        </p:txBody>
      </p:sp>
      <p:sp>
        <p:nvSpPr>
          <p:cNvPr id="33" name="Reserved text space 32">
            <a:extLst>
              <a:ext uri="{FF2B5EF4-FFF2-40B4-BE49-F238E27FC236}">
                <a16:creationId xmlns:a16="http://schemas.microsoft.com/office/drawing/2014/main" id="{AB8D343A-8010-C989-7C3E-07E4FA5193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505200" y="2749164"/>
            <a:ext cx="3200400" cy="216428"/>
          </a:xfrm>
        </p:spPr>
        <p:txBody>
          <a:bodyPr lIns="0" tIns="0" rIns="0" bIns="0"/>
          <a:lstStyle>
            <a:lvl1pPr>
              <a:defRPr sz="1200"/>
            </a:lvl1pPr>
          </a:lstStyle>
          <a:p>
            <a:pPr lvl="0"/>
            <a:r>
              <a:rPr lang="en-GB"/>
              <a:t>Level (Partner…)</a:t>
            </a:r>
          </a:p>
        </p:txBody>
      </p:sp>
      <p:sp>
        <p:nvSpPr>
          <p:cNvPr id="24" name="Reserved text space 20">
            <a:extLst>
              <a:ext uri="{FF2B5EF4-FFF2-40B4-BE49-F238E27FC236}">
                <a16:creationId xmlns:a16="http://schemas.microsoft.com/office/drawing/2014/main" id="{A6F19060-472B-3A97-DA56-AFE14384F7A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804353" y="2530870"/>
            <a:ext cx="3962400" cy="216427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 algn="r">
              <a:spcBef>
                <a:spcPts val="0"/>
              </a:spcBef>
              <a:buNone/>
              <a:defRPr sz="1200"/>
            </a:lvl2pPr>
          </a:lstStyle>
          <a:p>
            <a:pPr lvl="1" algn="r" defTabSz="179388"/>
            <a:r>
              <a:rPr lang="en-GB" sz="1200" b="1">
                <a:solidFill>
                  <a:schemeClr val="tx1">
                    <a:lumMod val="100000"/>
                  </a:schemeClr>
                </a:solidFill>
              </a:rPr>
              <a:t>M</a:t>
            </a:r>
            <a:r>
              <a:rPr lang="en-GB" sz="1200">
                <a:solidFill>
                  <a:schemeClr val="tx1">
                    <a:lumMod val="100000"/>
                  </a:schemeClr>
                </a:solidFill>
              </a:rPr>
              <a:t>	+33 (0)6 00 00 00 00</a:t>
            </a:r>
          </a:p>
        </p:txBody>
      </p:sp>
      <p:sp>
        <p:nvSpPr>
          <p:cNvPr id="38" name="Reserved text space 20">
            <a:extLst>
              <a:ext uri="{FF2B5EF4-FFF2-40B4-BE49-F238E27FC236}">
                <a16:creationId xmlns:a16="http://schemas.microsoft.com/office/drawing/2014/main" id="{F3EFAFAA-F278-C8EA-70C2-EFEB16B5A30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804353" y="2749164"/>
            <a:ext cx="3962400" cy="225809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 algn="r">
              <a:spcBef>
                <a:spcPts val="0"/>
              </a:spcBef>
              <a:buNone/>
              <a:defRPr sz="1200"/>
            </a:lvl2pPr>
          </a:lstStyle>
          <a:p>
            <a:pPr lvl="1" algn="r" defTabSz="179388"/>
            <a:r>
              <a:rPr lang="en-GB" sz="1200" err="1">
                <a:solidFill>
                  <a:schemeClr val="tx1">
                    <a:lumMod val="100000"/>
                  </a:schemeClr>
                </a:solidFill>
              </a:rPr>
              <a:t>firstname.lastname@wavestone.com</a:t>
            </a:r>
            <a:endParaRPr lang="en-GB" sz="1200">
              <a:solidFill>
                <a:schemeClr val="tx1">
                  <a:lumMod val="100000"/>
                </a:schemeClr>
              </a:solidFill>
            </a:endParaRPr>
          </a:p>
        </p:txBody>
      </p:sp>
      <p:sp>
        <p:nvSpPr>
          <p:cNvPr id="4" name="Reserved text space 20">
            <a:extLst>
              <a:ext uri="{FF2B5EF4-FFF2-40B4-BE49-F238E27FC236}">
                <a16:creationId xmlns:a16="http://schemas.microsoft.com/office/drawing/2014/main" id="{381898D0-F078-0CA7-60A4-D73CC734B66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05200" y="3210706"/>
            <a:ext cx="3200400" cy="216428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First Name LAST NAME</a:t>
            </a:r>
          </a:p>
        </p:txBody>
      </p:sp>
      <p:sp>
        <p:nvSpPr>
          <p:cNvPr id="7" name="Reserved text space 32">
            <a:extLst>
              <a:ext uri="{FF2B5EF4-FFF2-40B4-BE49-F238E27FC236}">
                <a16:creationId xmlns:a16="http://schemas.microsoft.com/office/drawing/2014/main" id="{5C995286-76E9-14D8-4B8E-875087AF5A5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505200" y="3429000"/>
            <a:ext cx="3200400" cy="216428"/>
          </a:xfrm>
        </p:spPr>
        <p:txBody>
          <a:bodyPr lIns="0" tIns="0" rIns="0" bIns="0"/>
          <a:lstStyle>
            <a:lvl1pPr>
              <a:defRPr sz="1200"/>
            </a:lvl1pPr>
          </a:lstStyle>
          <a:p>
            <a:pPr lvl="0"/>
            <a:r>
              <a:rPr lang="en-GB"/>
              <a:t>Level (Partner…)</a:t>
            </a:r>
          </a:p>
        </p:txBody>
      </p:sp>
      <p:sp>
        <p:nvSpPr>
          <p:cNvPr id="8" name="Reserved text space 20">
            <a:extLst>
              <a:ext uri="{FF2B5EF4-FFF2-40B4-BE49-F238E27FC236}">
                <a16:creationId xmlns:a16="http://schemas.microsoft.com/office/drawing/2014/main" id="{F5C910A0-BC9B-2798-D968-DEA1BA497243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04353" y="3212573"/>
            <a:ext cx="3962400" cy="216427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 algn="r">
              <a:spcBef>
                <a:spcPts val="0"/>
              </a:spcBef>
              <a:buNone/>
              <a:defRPr sz="1200"/>
            </a:lvl2pPr>
          </a:lstStyle>
          <a:p>
            <a:pPr lvl="1" algn="r" defTabSz="179388"/>
            <a:r>
              <a:rPr lang="en-GB" sz="1200" b="1">
                <a:solidFill>
                  <a:schemeClr val="tx1">
                    <a:lumMod val="100000"/>
                  </a:schemeClr>
                </a:solidFill>
              </a:rPr>
              <a:t>M</a:t>
            </a:r>
            <a:r>
              <a:rPr lang="en-GB" sz="1200">
                <a:solidFill>
                  <a:schemeClr val="tx1">
                    <a:lumMod val="100000"/>
                  </a:schemeClr>
                </a:solidFill>
              </a:rPr>
              <a:t>	+33 (0)6 00 00 00 00</a:t>
            </a:r>
          </a:p>
        </p:txBody>
      </p:sp>
      <p:sp>
        <p:nvSpPr>
          <p:cNvPr id="9" name="Reserved text space 20">
            <a:extLst>
              <a:ext uri="{FF2B5EF4-FFF2-40B4-BE49-F238E27FC236}">
                <a16:creationId xmlns:a16="http://schemas.microsoft.com/office/drawing/2014/main" id="{5AD130FA-73DD-2EE7-1F80-237A42EA919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04353" y="3429000"/>
            <a:ext cx="3962400" cy="225809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 algn="r">
              <a:spcBef>
                <a:spcPts val="0"/>
              </a:spcBef>
              <a:buNone/>
              <a:defRPr sz="1200"/>
            </a:lvl2pPr>
          </a:lstStyle>
          <a:p>
            <a:pPr lvl="1" algn="r" defTabSz="179388"/>
            <a:r>
              <a:rPr lang="en-GB" sz="1200" err="1">
                <a:solidFill>
                  <a:schemeClr val="tx1">
                    <a:lumMod val="100000"/>
                  </a:schemeClr>
                </a:solidFill>
              </a:rPr>
              <a:t>firstname.lastname@wavestone.com</a:t>
            </a:r>
            <a:endParaRPr lang="en-GB" sz="1200">
              <a:solidFill>
                <a:schemeClr val="tx1">
                  <a:lumMod val="100000"/>
                </a:schemeClr>
              </a:solidFill>
            </a:endParaRPr>
          </a:p>
        </p:txBody>
      </p:sp>
      <p:sp>
        <p:nvSpPr>
          <p:cNvPr id="10" name="Reserved text space 20">
            <a:extLst>
              <a:ext uri="{FF2B5EF4-FFF2-40B4-BE49-F238E27FC236}">
                <a16:creationId xmlns:a16="http://schemas.microsoft.com/office/drawing/2014/main" id="{279F3D57-43B5-0E02-5058-DEBD40BB207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505200" y="3894276"/>
            <a:ext cx="3200400" cy="216428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First Name LAST NAME</a:t>
            </a:r>
          </a:p>
        </p:txBody>
      </p:sp>
      <p:sp>
        <p:nvSpPr>
          <p:cNvPr id="11" name="Reserved text space32">
            <a:extLst>
              <a:ext uri="{FF2B5EF4-FFF2-40B4-BE49-F238E27FC236}">
                <a16:creationId xmlns:a16="http://schemas.microsoft.com/office/drawing/2014/main" id="{0B76E3CE-54EF-68A4-2915-B0236215FF4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05200" y="4112570"/>
            <a:ext cx="3200400" cy="216428"/>
          </a:xfrm>
        </p:spPr>
        <p:txBody>
          <a:bodyPr lIns="0" tIns="0" rIns="0" bIns="0"/>
          <a:lstStyle>
            <a:lvl1pPr>
              <a:defRPr sz="1200"/>
            </a:lvl1pPr>
          </a:lstStyle>
          <a:p>
            <a:pPr lvl="0"/>
            <a:r>
              <a:rPr lang="en-GB"/>
              <a:t>Level (Partner…)</a:t>
            </a:r>
          </a:p>
        </p:txBody>
      </p:sp>
      <p:sp>
        <p:nvSpPr>
          <p:cNvPr id="12" name="Reserved text space 20">
            <a:extLst>
              <a:ext uri="{FF2B5EF4-FFF2-40B4-BE49-F238E27FC236}">
                <a16:creationId xmlns:a16="http://schemas.microsoft.com/office/drawing/2014/main" id="{3CB87AAF-3CA5-3453-6CC8-6325F5E2B234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804353" y="3894276"/>
            <a:ext cx="3962400" cy="216427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 algn="r">
              <a:spcBef>
                <a:spcPts val="0"/>
              </a:spcBef>
              <a:buNone/>
              <a:defRPr sz="1200"/>
            </a:lvl2pPr>
          </a:lstStyle>
          <a:p>
            <a:pPr lvl="1" algn="r" defTabSz="179388"/>
            <a:r>
              <a:rPr lang="en-GB" sz="1200" b="1">
                <a:solidFill>
                  <a:schemeClr val="tx1">
                    <a:lumMod val="100000"/>
                  </a:schemeClr>
                </a:solidFill>
              </a:rPr>
              <a:t>M</a:t>
            </a:r>
            <a:r>
              <a:rPr lang="en-GB" sz="1200">
                <a:solidFill>
                  <a:schemeClr val="tx1">
                    <a:lumMod val="100000"/>
                  </a:schemeClr>
                </a:solidFill>
              </a:rPr>
              <a:t>	+33 (0)6 00 00 00 00</a:t>
            </a:r>
          </a:p>
        </p:txBody>
      </p:sp>
      <p:sp>
        <p:nvSpPr>
          <p:cNvPr id="13" name="Reserved text space 20">
            <a:extLst>
              <a:ext uri="{FF2B5EF4-FFF2-40B4-BE49-F238E27FC236}">
                <a16:creationId xmlns:a16="http://schemas.microsoft.com/office/drawing/2014/main" id="{5BB75A27-FAB3-78D0-A920-3EB504C917A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804353" y="4112570"/>
            <a:ext cx="3962400" cy="225809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latin typeface="+mj-lt"/>
              </a:defRPr>
            </a:lvl1pPr>
            <a:lvl2pPr marL="0" indent="0" algn="r">
              <a:spcBef>
                <a:spcPts val="0"/>
              </a:spcBef>
              <a:buNone/>
              <a:defRPr sz="1200"/>
            </a:lvl2pPr>
          </a:lstStyle>
          <a:p>
            <a:pPr lvl="1" algn="r" defTabSz="179388"/>
            <a:r>
              <a:rPr lang="en-GB" sz="1200" err="1">
                <a:solidFill>
                  <a:schemeClr val="tx1">
                    <a:lumMod val="100000"/>
                  </a:schemeClr>
                </a:solidFill>
              </a:rPr>
              <a:t>firstname.lastname@wavestone.com</a:t>
            </a:r>
            <a:endParaRPr lang="en-GB" sz="1200">
              <a:solidFill>
                <a:schemeClr val="tx1">
                  <a:lumMod val="100000"/>
                </a:schemeClr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06D669B-CCDE-C66A-D502-1A770EBF63F1}"/>
              </a:ext>
            </a:extLst>
          </p:cNvPr>
          <p:cNvSpPr txBox="1">
            <a:spLocks/>
          </p:cNvSpPr>
          <p:nvPr userDrawn="1"/>
        </p:nvSpPr>
        <p:spPr>
          <a:xfrm>
            <a:off x="9713363" y="5444294"/>
            <a:ext cx="2053390" cy="468000"/>
          </a:xfrm>
          <a:prstGeom prst="rect">
            <a:avLst/>
          </a:prstGeom>
          <a:grpFill/>
        </p:spPr>
        <p:txBody>
          <a:bodyPr wrap="square" lIns="144000" tIns="0" rIns="0" bIns="0" anchor="b">
            <a:noAutofit/>
          </a:bodyPr>
          <a:lstStyle>
            <a:defPPr>
              <a:defRPr lang="en-US"/>
            </a:defPPr>
            <a:lvl1pPr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100" b="0" baseline="0">
                <a:solidFill>
                  <a:schemeClr val="bg1"/>
                </a:solidFill>
              </a:defRPr>
            </a:lvl1pPr>
            <a:lvl2pPr marL="0" indent="0">
              <a:spcBef>
                <a:spcPts val="500"/>
              </a:spcBef>
              <a:buClr>
                <a:schemeClr val="tx2"/>
              </a:buClr>
              <a:buSzPct val="105000"/>
              <a:buFontTx/>
              <a:buNone/>
              <a:defRPr>
                <a:solidFill>
                  <a:srgbClr val="6D6D6D"/>
                </a:solidFill>
              </a:defRPr>
            </a:lvl2pPr>
            <a:lvl3pPr marL="180000" indent="-1800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›"/>
              <a:defRPr sz="1600">
                <a:solidFill>
                  <a:srgbClr val="6D6D6D"/>
                </a:solidFill>
              </a:defRPr>
            </a:lvl3pPr>
            <a:lvl4pPr marL="367200" indent="-187200">
              <a:spcBef>
                <a:spcPts val="500"/>
              </a:spcBef>
              <a:buFont typeface="Symbol" panose="05050102010706020507" pitchFamily="18" charset="2"/>
              <a:buChar char="-"/>
              <a:defRPr sz="1600">
                <a:solidFill>
                  <a:srgbClr val="6D6D6D"/>
                </a:solidFill>
              </a:defRPr>
            </a:lvl4pPr>
            <a:lvl5pPr marL="576000" indent="-187200">
              <a:spcBef>
                <a:spcPts val="500"/>
              </a:spcBef>
              <a:buClr>
                <a:schemeClr val="tx1"/>
              </a:buClr>
              <a:buFont typeface="Symbol" panose="05050102010706020507" pitchFamily="18" charset="2"/>
              <a:buChar char="-"/>
              <a:defRPr sz="1400">
                <a:solidFill>
                  <a:srgbClr val="6D6D6D"/>
                </a:solidFill>
              </a:defRPr>
            </a:lvl5pPr>
            <a:lvl6pPr marL="766763" indent="-185738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>
                <a:solidFill>
                  <a:srgbClr val="6D6D6D"/>
                </a:solidFill>
              </a:defRPr>
            </a:lvl6pPr>
            <a:lvl7pPr marL="766800" indent="-1872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 baseline="0">
                <a:solidFill>
                  <a:srgbClr val="6D6D6D"/>
                </a:solidFill>
              </a:defRPr>
            </a:lvl7pPr>
            <a:lvl8pPr marL="766800" indent="-1872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 baseline="0">
                <a:solidFill>
                  <a:srgbClr val="6D6D6D"/>
                </a:solidFill>
              </a:defRPr>
            </a:lvl8pPr>
            <a:lvl9pPr marL="766800" indent="-1872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 baseline="0">
                <a:solidFill>
                  <a:srgbClr val="6D6D6D"/>
                </a:solidFill>
              </a:defRPr>
            </a:lvl9pPr>
          </a:lstStyle>
          <a:p>
            <a:pPr algn="r"/>
            <a:r>
              <a:rPr lang="en-GB" err="1">
                <a:solidFill>
                  <a:schemeClr val="tx1">
                    <a:lumMod val="100000"/>
                  </a:schemeClr>
                </a:solidFill>
                <a:hlinkClick r:id="rId2"/>
              </a:rPr>
              <a:t>Wavestone.com</a:t>
            </a:r>
            <a:r>
              <a:rPr lang="en-GB">
                <a:solidFill>
                  <a:schemeClr val="tx1">
                    <a:lumMod val="100000"/>
                  </a:schemeClr>
                </a:solidFill>
                <a:hlinkClick r:id="rId2"/>
              </a:rPr>
              <a:t> </a:t>
            </a:r>
            <a:endParaRPr lang="en-GB">
              <a:solidFill>
                <a:schemeClr val="tx1">
                  <a:lumMod val="100000"/>
                </a:schemeClr>
              </a:solidFill>
            </a:endParaRPr>
          </a:p>
        </p:txBody>
      </p:sp>
      <p:pic>
        <p:nvPicPr>
          <p:cNvPr id="6" name="White Wavestone logo">
            <a:extLst>
              <a:ext uri="{FF2B5EF4-FFF2-40B4-BE49-F238E27FC236}">
                <a16:creationId xmlns:a16="http://schemas.microsoft.com/office/drawing/2014/main" id="{EB4D8A06-BCAF-64B9-E7EE-FBCC5A1C82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9257009" y="257698"/>
            <a:ext cx="2743200" cy="684590"/>
          </a:xfrm>
          <a:prstGeom prst="rect">
            <a:avLst/>
          </a:prstGeom>
        </p:spPr>
      </p:pic>
      <p:pic>
        <p:nvPicPr>
          <p:cNvPr id="3" name="Wavestone logo">
            <a:extLst>
              <a:ext uri="{FF2B5EF4-FFF2-40B4-BE49-F238E27FC236}">
                <a16:creationId xmlns:a16="http://schemas.microsoft.com/office/drawing/2014/main" id="{1F33C6DA-9B69-52AA-7949-A0C3364B08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9257009" y="257698"/>
            <a:ext cx="2743199" cy="6845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54128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acts blue">
    <p:bg>
      <p:bgPr>
        <a:gradFill flip="none" rotWithShape="1">
          <a:gsLst>
            <a:gs pos="0">
              <a:schemeClr val="bg2"/>
            </a:gs>
            <a:gs pos="100000">
              <a:schemeClr val="accent3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Wavestone logo">
            <a:extLst>
              <a:ext uri="{FF2B5EF4-FFF2-40B4-BE49-F238E27FC236}">
                <a16:creationId xmlns:a16="http://schemas.microsoft.com/office/drawing/2014/main" id="{2AC6A881-F430-4E14-2709-04CEA7BDD5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257009" y="257698"/>
            <a:ext cx="2743199" cy="684590"/>
          </a:xfrm>
          <a:prstGeom prst="rect">
            <a:avLst/>
          </a:prstGeom>
        </p:spPr>
      </p:pic>
      <p:pic>
        <p:nvPicPr>
          <p:cNvPr id="38" name="White Wavestone logo">
            <a:extLst>
              <a:ext uri="{FF2B5EF4-FFF2-40B4-BE49-F238E27FC236}">
                <a16:creationId xmlns:a16="http://schemas.microsoft.com/office/drawing/2014/main" id="{6BC8D46B-7DDC-DF45-9C36-074A672FC1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257009" y="257698"/>
            <a:ext cx="2743200" cy="684590"/>
          </a:xfrm>
          <a:prstGeom prst="rect">
            <a:avLst/>
          </a:prstGeom>
        </p:spPr>
      </p:pic>
      <p:sp>
        <p:nvSpPr>
          <p:cNvPr id="21" name="Reserved text space 20">
            <a:extLst>
              <a:ext uri="{FF2B5EF4-FFF2-40B4-BE49-F238E27FC236}">
                <a16:creationId xmlns:a16="http://schemas.microsoft.com/office/drawing/2014/main" id="{396A1B03-6D53-7126-70B1-8B5190F8AE6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5200" y="2530870"/>
            <a:ext cx="3200400" cy="216428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First Name LAST NAME</a:t>
            </a:r>
          </a:p>
        </p:txBody>
      </p:sp>
      <p:sp>
        <p:nvSpPr>
          <p:cNvPr id="33" name="Reserved text space 32">
            <a:extLst>
              <a:ext uri="{FF2B5EF4-FFF2-40B4-BE49-F238E27FC236}">
                <a16:creationId xmlns:a16="http://schemas.microsoft.com/office/drawing/2014/main" id="{AB8D343A-8010-C989-7C3E-07E4FA5193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505200" y="2750473"/>
            <a:ext cx="3200400" cy="216428"/>
          </a:xfrm>
        </p:spPr>
        <p:txBody>
          <a:bodyPr lIns="0" tIns="0" rIns="0" bIns="0"/>
          <a:lstStyle>
            <a:lvl1pPr>
              <a:defRPr sz="1200"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Level (Partner…)</a:t>
            </a:r>
          </a:p>
        </p:txBody>
      </p:sp>
      <p:sp>
        <p:nvSpPr>
          <p:cNvPr id="6" name="Reserved text space 20" descr=" ">
            <a:extLst>
              <a:ext uri="{FF2B5EF4-FFF2-40B4-BE49-F238E27FC236}">
                <a16:creationId xmlns:a16="http://schemas.microsoft.com/office/drawing/2014/main" id="{BCFD5F1C-FF20-A968-4161-E1E51A81C199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804355" y="2530870"/>
            <a:ext cx="3962399" cy="216428"/>
          </a:xfrm>
        </p:spPr>
        <p:txBody>
          <a:bodyPr lIns="0" tIns="0" rIns="0" bIns="0"/>
          <a:lstStyle>
            <a:lvl1pPr algn="r"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M +33 (0)6 00 00 00 00</a:t>
            </a:r>
          </a:p>
        </p:txBody>
      </p:sp>
      <p:sp>
        <p:nvSpPr>
          <p:cNvPr id="7" name="Reserved text space 20">
            <a:extLst>
              <a:ext uri="{FF2B5EF4-FFF2-40B4-BE49-F238E27FC236}">
                <a16:creationId xmlns:a16="http://schemas.microsoft.com/office/drawing/2014/main" id="{362E9999-54D0-9609-C250-6C47FCB0D35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804355" y="2750473"/>
            <a:ext cx="3962399" cy="216428"/>
          </a:xfrm>
        </p:spPr>
        <p:txBody>
          <a:bodyPr lIns="0" tIns="0" rIns="0" bIns="0"/>
          <a:lstStyle>
            <a:lvl1pPr algn="r"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 err="1"/>
              <a:t>firstname.lastname@wavestone.com</a:t>
            </a:r>
            <a:endParaRPr lang="en-GB"/>
          </a:p>
        </p:txBody>
      </p:sp>
      <p:sp>
        <p:nvSpPr>
          <p:cNvPr id="25" name="Reserved text space 20">
            <a:extLst>
              <a:ext uri="{FF2B5EF4-FFF2-40B4-BE49-F238E27FC236}">
                <a16:creationId xmlns:a16="http://schemas.microsoft.com/office/drawing/2014/main" id="{73274A50-E871-4BB3-341F-B175B1EDCE1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505200" y="3203254"/>
            <a:ext cx="3200400" cy="216428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First Name LAST NAME</a:t>
            </a:r>
          </a:p>
        </p:txBody>
      </p:sp>
      <p:sp>
        <p:nvSpPr>
          <p:cNvPr id="26" name="Reserved text space 32">
            <a:extLst>
              <a:ext uri="{FF2B5EF4-FFF2-40B4-BE49-F238E27FC236}">
                <a16:creationId xmlns:a16="http://schemas.microsoft.com/office/drawing/2014/main" id="{49EBBC22-6A9A-EC69-F46C-1D7F3D42D25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505200" y="3422857"/>
            <a:ext cx="3200400" cy="216428"/>
          </a:xfrm>
        </p:spPr>
        <p:txBody>
          <a:bodyPr lIns="0" tIns="0" rIns="0" bIns="0"/>
          <a:lstStyle>
            <a:lvl1pPr>
              <a:defRPr sz="1200"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Level (Partner…)</a:t>
            </a:r>
          </a:p>
        </p:txBody>
      </p:sp>
      <p:sp>
        <p:nvSpPr>
          <p:cNvPr id="27" name="Reserved text space 20">
            <a:extLst>
              <a:ext uri="{FF2B5EF4-FFF2-40B4-BE49-F238E27FC236}">
                <a16:creationId xmlns:a16="http://schemas.microsoft.com/office/drawing/2014/main" id="{6EC1B314-6584-C535-82A8-96CCA873EA8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804355" y="3203254"/>
            <a:ext cx="3962399" cy="216428"/>
          </a:xfrm>
        </p:spPr>
        <p:txBody>
          <a:bodyPr lIns="0" tIns="0" rIns="0" bIns="0"/>
          <a:lstStyle>
            <a:lvl1pPr algn="r"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M +33 (0)6 00 00 00 00</a:t>
            </a:r>
          </a:p>
        </p:txBody>
      </p:sp>
      <p:sp>
        <p:nvSpPr>
          <p:cNvPr id="28" name="Reserved text space 20">
            <a:extLst>
              <a:ext uri="{FF2B5EF4-FFF2-40B4-BE49-F238E27FC236}">
                <a16:creationId xmlns:a16="http://schemas.microsoft.com/office/drawing/2014/main" id="{B0666091-54E8-E6F8-3E84-62F367E8F89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804355" y="3422857"/>
            <a:ext cx="3962399" cy="216428"/>
          </a:xfrm>
        </p:spPr>
        <p:txBody>
          <a:bodyPr lIns="0" tIns="0" rIns="0" bIns="0"/>
          <a:lstStyle>
            <a:lvl1pPr algn="r"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 err="1"/>
              <a:t>firstname.lastname@wavestone.com</a:t>
            </a:r>
            <a:endParaRPr lang="en-GB"/>
          </a:p>
        </p:txBody>
      </p:sp>
      <p:sp>
        <p:nvSpPr>
          <p:cNvPr id="29" name="Reserved text space 20">
            <a:extLst>
              <a:ext uri="{FF2B5EF4-FFF2-40B4-BE49-F238E27FC236}">
                <a16:creationId xmlns:a16="http://schemas.microsoft.com/office/drawing/2014/main" id="{D5487482-8BA9-F55C-36B8-4F51D8B779A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505200" y="3894275"/>
            <a:ext cx="3200400" cy="216428"/>
          </a:xfrm>
        </p:spPr>
        <p:txBody>
          <a:bodyPr lIns="0" tIns="0" rIns="0" bIns="0"/>
          <a:lstStyle>
            <a:lvl1pPr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First Name LAST NAME</a:t>
            </a:r>
          </a:p>
        </p:txBody>
      </p:sp>
      <p:sp>
        <p:nvSpPr>
          <p:cNvPr id="30" name="Reserved text space 32">
            <a:extLst>
              <a:ext uri="{FF2B5EF4-FFF2-40B4-BE49-F238E27FC236}">
                <a16:creationId xmlns:a16="http://schemas.microsoft.com/office/drawing/2014/main" id="{8D168342-CD64-D367-CA11-A7F115E8DFF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505200" y="4113878"/>
            <a:ext cx="3200400" cy="216428"/>
          </a:xfrm>
        </p:spPr>
        <p:txBody>
          <a:bodyPr lIns="0" tIns="0" rIns="0" bIns="0"/>
          <a:lstStyle>
            <a:lvl1pPr>
              <a:defRPr sz="1200">
                <a:solidFill>
                  <a:schemeClr val="bg1">
                    <a:lumMod val="100000"/>
                  </a:schemeClr>
                </a:solidFill>
              </a:defRPr>
            </a:lvl1pPr>
          </a:lstStyle>
          <a:p>
            <a:pPr lvl="0"/>
            <a:r>
              <a:rPr lang="en-GB"/>
              <a:t>Level (Partner…)</a:t>
            </a:r>
          </a:p>
        </p:txBody>
      </p:sp>
      <p:sp>
        <p:nvSpPr>
          <p:cNvPr id="31" name="Reserved text space 20" descr=" ">
            <a:extLst>
              <a:ext uri="{FF2B5EF4-FFF2-40B4-BE49-F238E27FC236}">
                <a16:creationId xmlns:a16="http://schemas.microsoft.com/office/drawing/2014/main" id="{57D61A6F-4D7C-F9CC-B398-A3EACFDA967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804355" y="3894275"/>
            <a:ext cx="3962399" cy="216428"/>
          </a:xfrm>
        </p:spPr>
        <p:txBody>
          <a:bodyPr lIns="0" tIns="0" rIns="0" bIns="0"/>
          <a:lstStyle>
            <a:lvl1pPr algn="r"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/>
              <a:t>M +33 (0)6 00 00 00 00</a:t>
            </a:r>
          </a:p>
        </p:txBody>
      </p:sp>
      <p:sp>
        <p:nvSpPr>
          <p:cNvPr id="32" name="Reserved text space 20">
            <a:extLst>
              <a:ext uri="{FF2B5EF4-FFF2-40B4-BE49-F238E27FC236}">
                <a16:creationId xmlns:a16="http://schemas.microsoft.com/office/drawing/2014/main" id="{A43BC210-A7CF-7751-2002-CF662CD9EC0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804355" y="4113878"/>
            <a:ext cx="3962399" cy="216428"/>
          </a:xfrm>
        </p:spPr>
        <p:txBody>
          <a:bodyPr lIns="0" tIns="0" rIns="0" bIns="0"/>
          <a:lstStyle>
            <a:lvl1pPr algn="r">
              <a:spcBef>
                <a:spcPts val="0"/>
              </a:spcBef>
              <a:defRPr sz="1200">
                <a:solidFill>
                  <a:schemeClr val="bg1">
                    <a:lumMod val="100000"/>
                  </a:schemeClr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/>
            </a:lvl2pPr>
          </a:lstStyle>
          <a:p>
            <a:pPr lvl="0"/>
            <a:r>
              <a:rPr lang="en-GB" err="1"/>
              <a:t>firstname.lastname@wavestone.com</a:t>
            </a:r>
            <a:endParaRPr lang="en-GB"/>
          </a:p>
        </p:txBody>
      </p:sp>
      <p:sp>
        <p:nvSpPr>
          <p:cNvPr id="2" name="TextBox 1" descr="Link of Wavestone website">
            <a:extLst>
              <a:ext uri="{FF2B5EF4-FFF2-40B4-BE49-F238E27FC236}">
                <a16:creationId xmlns:a16="http://schemas.microsoft.com/office/drawing/2014/main" id="{506D669B-CCDE-C66A-D502-1A770EBF63F1}"/>
              </a:ext>
            </a:extLst>
          </p:cNvPr>
          <p:cNvSpPr txBox="1">
            <a:spLocks/>
          </p:cNvSpPr>
          <p:nvPr userDrawn="1"/>
        </p:nvSpPr>
        <p:spPr>
          <a:xfrm>
            <a:off x="9713363" y="5444294"/>
            <a:ext cx="2053390" cy="468000"/>
          </a:xfrm>
          <a:prstGeom prst="rect">
            <a:avLst/>
          </a:prstGeom>
          <a:grpFill/>
        </p:spPr>
        <p:txBody>
          <a:bodyPr wrap="square" lIns="144000" tIns="0" rIns="0" bIns="0" anchor="b">
            <a:noAutofit/>
          </a:bodyPr>
          <a:lstStyle>
            <a:defPPr>
              <a:defRPr lang="en-US"/>
            </a:defPPr>
            <a:lvl1pPr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100" b="0" baseline="0">
                <a:solidFill>
                  <a:schemeClr val="bg1"/>
                </a:solidFill>
              </a:defRPr>
            </a:lvl1pPr>
            <a:lvl2pPr marL="0" indent="0">
              <a:spcBef>
                <a:spcPts val="500"/>
              </a:spcBef>
              <a:buClr>
                <a:schemeClr val="tx2"/>
              </a:buClr>
              <a:buSzPct val="105000"/>
              <a:buFontTx/>
              <a:buNone/>
              <a:defRPr>
                <a:solidFill>
                  <a:srgbClr val="6D6D6D"/>
                </a:solidFill>
              </a:defRPr>
            </a:lvl2pPr>
            <a:lvl3pPr marL="180000" indent="-1800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›"/>
              <a:defRPr sz="1600">
                <a:solidFill>
                  <a:srgbClr val="6D6D6D"/>
                </a:solidFill>
              </a:defRPr>
            </a:lvl3pPr>
            <a:lvl4pPr marL="367200" indent="-187200">
              <a:spcBef>
                <a:spcPts val="500"/>
              </a:spcBef>
              <a:buFont typeface="Symbol" panose="05050102010706020507" pitchFamily="18" charset="2"/>
              <a:buChar char="-"/>
              <a:defRPr sz="1600">
                <a:solidFill>
                  <a:srgbClr val="6D6D6D"/>
                </a:solidFill>
              </a:defRPr>
            </a:lvl4pPr>
            <a:lvl5pPr marL="576000" indent="-187200">
              <a:spcBef>
                <a:spcPts val="500"/>
              </a:spcBef>
              <a:buClr>
                <a:schemeClr val="tx1"/>
              </a:buClr>
              <a:buFont typeface="Symbol" panose="05050102010706020507" pitchFamily="18" charset="2"/>
              <a:buChar char="-"/>
              <a:defRPr sz="1400">
                <a:solidFill>
                  <a:srgbClr val="6D6D6D"/>
                </a:solidFill>
              </a:defRPr>
            </a:lvl5pPr>
            <a:lvl6pPr marL="766763" indent="-185738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>
                <a:solidFill>
                  <a:srgbClr val="6D6D6D"/>
                </a:solidFill>
              </a:defRPr>
            </a:lvl6pPr>
            <a:lvl7pPr marL="766800" indent="-1872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 baseline="0">
                <a:solidFill>
                  <a:srgbClr val="6D6D6D"/>
                </a:solidFill>
              </a:defRPr>
            </a:lvl7pPr>
            <a:lvl8pPr marL="766800" indent="-1872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 baseline="0">
                <a:solidFill>
                  <a:srgbClr val="6D6D6D"/>
                </a:solidFill>
              </a:defRPr>
            </a:lvl8pPr>
            <a:lvl9pPr marL="766800" indent="-187200">
              <a:spcBef>
                <a:spcPts val="500"/>
              </a:spcBef>
              <a:buClr>
                <a:schemeClr val="tx2"/>
              </a:buClr>
              <a:buFont typeface="Calibri" panose="020F0502020204030204" pitchFamily="34" charset="0"/>
              <a:buChar char="»"/>
              <a:defRPr sz="1400" baseline="0">
                <a:solidFill>
                  <a:srgbClr val="6D6D6D"/>
                </a:solidFill>
              </a:defRPr>
            </a:lvl9pPr>
          </a:lstStyle>
          <a:p>
            <a:pPr algn="r"/>
            <a:r>
              <a:rPr lang="en-GB" err="1">
                <a:solidFill>
                  <a:schemeClr val="bg1">
                    <a:lumMod val="100000"/>
                  </a:schemeClr>
                </a:solidFill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Wavestone.com</a:t>
            </a:r>
            <a:r>
              <a:rPr lang="en-GB">
                <a:solidFill>
                  <a:schemeClr val="bg1">
                    <a:lumMod val="100000"/>
                  </a:schemeClr>
                </a:solidFill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</a:t>
            </a:r>
            <a:endParaRPr lang="en-GB">
              <a:solidFill>
                <a:schemeClr val="bg1">
                  <a:lumMod val="10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54520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pag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Strokes">
            <a:extLst>
              <a:ext uri="{FF2B5EF4-FFF2-40B4-BE49-F238E27FC236}">
                <a16:creationId xmlns:a16="http://schemas.microsoft.com/office/drawing/2014/main" id="{36158397-7922-7808-3EBB-40FF3BD479C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3454940"/>
            <a:ext cx="12192863" cy="3429232"/>
            <a:chOff x="0" y="1716074"/>
            <a:chExt cx="12192863" cy="3429232"/>
          </a:xfrm>
        </p:grpSpPr>
        <p:sp>
          <p:nvSpPr>
            <p:cNvPr id="11" name="Graphic 2">
              <a:extLst>
                <a:ext uri="{FF2B5EF4-FFF2-40B4-BE49-F238E27FC236}">
                  <a16:creationId xmlns:a16="http://schemas.microsoft.com/office/drawing/2014/main" id="{655EDE39-E769-AEDF-3462-0F941FB35C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0" y="1716074"/>
              <a:ext cx="12192863" cy="2183025"/>
            </a:xfrm>
            <a:custGeom>
              <a:avLst/>
              <a:gdLst>
                <a:gd name="connsiteX0" fmla="*/ 0 w 12192863"/>
                <a:gd name="connsiteY0" fmla="*/ 1435691 h 2183025"/>
                <a:gd name="connsiteX1" fmla="*/ 12192864 w 12192863"/>
                <a:gd name="connsiteY1" fmla="*/ 0 h 218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863" h="2183025">
                  <a:moveTo>
                    <a:pt x="0" y="1435691"/>
                  </a:moveTo>
                  <a:cubicBezTo>
                    <a:pt x="0" y="1435691"/>
                    <a:pt x="6346390" y="3849908"/>
                    <a:pt x="12192864" y="0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Graphic 1">
              <a:extLst>
                <a:ext uri="{FF2B5EF4-FFF2-40B4-BE49-F238E27FC236}">
                  <a16:creationId xmlns:a16="http://schemas.microsoft.com/office/drawing/2014/main" id="{86159E8B-F7C4-AF3D-7CC5-8086F546F9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3974851" y="2876302"/>
              <a:ext cx="8218012" cy="2269004"/>
            </a:xfrm>
            <a:custGeom>
              <a:avLst/>
              <a:gdLst>
                <a:gd name="connsiteX0" fmla="*/ 0 w 8218012"/>
                <a:gd name="connsiteY0" fmla="*/ 2269005 h 2269004"/>
                <a:gd name="connsiteX1" fmla="*/ 8218013 w 8218012"/>
                <a:gd name="connsiteY1" fmla="*/ 220620 h 226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12" h="2269004">
                  <a:moveTo>
                    <a:pt x="0" y="2269005"/>
                  </a:moveTo>
                  <a:cubicBezTo>
                    <a:pt x="0" y="2269005"/>
                    <a:pt x="2755579" y="-840171"/>
                    <a:pt x="8218013" y="220620"/>
                  </a:cubicBezTo>
                </a:path>
              </a:pathLst>
            </a:custGeom>
            <a:noFill/>
            <a:ln w="28575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3" name="Wavestone logo">
            <a:extLst>
              <a:ext uri="{FF2B5EF4-FFF2-40B4-BE49-F238E27FC236}">
                <a16:creationId xmlns:a16="http://schemas.microsoft.com/office/drawing/2014/main" id="{FCE59BC8-8DCF-C998-920E-2153958C0309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724990" y="2473051"/>
            <a:ext cx="2740755" cy="1911898"/>
          </a:xfrm>
          <a:prstGeom prst="rect">
            <a:avLst/>
          </a:prstGeom>
        </p:spPr>
      </p:pic>
      <p:pic>
        <p:nvPicPr>
          <p:cNvPr id="2" name="Wavestone logo" descr="Wavestone">
            <a:extLst>
              <a:ext uri="{FF2B5EF4-FFF2-40B4-BE49-F238E27FC236}">
                <a16:creationId xmlns:a16="http://schemas.microsoft.com/office/drawing/2014/main" id="{5A854C3D-F8B2-9131-091B-C497D2FE4F3A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724990" y="2473051"/>
            <a:ext cx="2740754" cy="19118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83751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page blue">
    <p:bg>
      <p:bgPr>
        <a:gradFill>
          <a:gsLst>
            <a:gs pos="0">
              <a:schemeClr val="bg2"/>
            </a:gs>
            <a:gs pos="100000">
              <a:schemeClr val="accent3"/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Strokes">
            <a:extLst>
              <a:ext uri="{FF2B5EF4-FFF2-40B4-BE49-F238E27FC236}">
                <a16:creationId xmlns:a16="http://schemas.microsoft.com/office/drawing/2014/main" id="{36158397-7922-7808-3EBB-40FF3BD479C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3454940"/>
            <a:ext cx="12192863" cy="3429232"/>
            <a:chOff x="0" y="1716074"/>
            <a:chExt cx="12192863" cy="3429232"/>
          </a:xfrm>
        </p:grpSpPr>
        <p:sp>
          <p:nvSpPr>
            <p:cNvPr id="11" name="Graphic 2">
              <a:extLst>
                <a:ext uri="{FF2B5EF4-FFF2-40B4-BE49-F238E27FC236}">
                  <a16:creationId xmlns:a16="http://schemas.microsoft.com/office/drawing/2014/main" id="{655EDE39-E769-AEDF-3462-0F941FB35C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0" y="1716074"/>
              <a:ext cx="12192863" cy="2183025"/>
            </a:xfrm>
            <a:custGeom>
              <a:avLst/>
              <a:gdLst>
                <a:gd name="connsiteX0" fmla="*/ 0 w 12192863"/>
                <a:gd name="connsiteY0" fmla="*/ 1435691 h 2183025"/>
                <a:gd name="connsiteX1" fmla="*/ 12192864 w 12192863"/>
                <a:gd name="connsiteY1" fmla="*/ 0 h 218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863" h="2183025">
                  <a:moveTo>
                    <a:pt x="0" y="1435691"/>
                  </a:moveTo>
                  <a:cubicBezTo>
                    <a:pt x="0" y="1435691"/>
                    <a:pt x="6346390" y="3849908"/>
                    <a:pt x="12192864" y="0"/>
                  </a:cubicBezTo>
                </a:path>
              </a:pathLst>
            </a:custGeom>
            <a:noFill/>
            <a:ln w="28575" cap="flat" cmpd="sng" algn="ctr">
              <a:solidFill>
                <a:schemeClr val="accent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Graphic 1">
              <a:extLst>
                <a:ext uri="{FF2B5EF4-FFF2-40B4-BE49-F238E27FC236}">
                  <a16:creationId xmlns:a16="http://schemas.microsoft.com/office/drawing/2014/main" id="{86159E8B-F7C4-AF3D-7CC5-8086F546F9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3974851" y="2876302"/>
              <a:ext cx="8218012" cy="2269004"/>
            </a:xfrm>
            <a:custGeom>
              <a:avLst/>
              <a:gdLst>
                <a:gd name="connsiteX0" fmla="*/ 0 w 8218012"/>
                <a:gd name="connsiteY0" fmla="*/ 2269005 h 2269004"/>
                <a:gd name="connsiteX1" fmla="*/ 8218013 w 8218012"/>
                <a:gd name="connsiteY1" fmla="*/ 220620 h 226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12" h="2269004">
                  <a:moveTo>
                    <a:pt x="0" y="2269005"/>
                  </a:moveTo>
                  <a:cubicBezTo>
                    <a:pt x="0" y="2269005"/>
                    <a:pt x="2755579" y="-840171"/>
                    <a:pt x="8218013" y="220620"/>
                  </a:cubicBezTo>
                </a:path>
              </a:pathLst>
            </a:custGeom>
            <a:noFill/>
            <a:ln w="28575" cap="flat" cmpd="sng" algn="ctr">
              <a:solidFill>
                <a:schemeClr val="bg1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" name="Wavestone logo">
            <a:extLst>
              <a:ext uri="{FF2B5EF4-FFF2-40B4-BE49-F238E27FC236}">
                <a16:creationId xmlns:a16="http://schemas.microsoft.com/office/drawing/2014/main" id="{18A26B22-0010-124F-9D10-6168ECB2304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724990" y="2473051"/>
            <a:ext cx="2740754" cy="1911897"/>
          </a:xfrm>
          <a:prstGeom prst="rect">
            <a:avLst/>
          </a:prstGeom>
        </p:spPr>
      </p:pic>
      <p:pic>
        <p:nvPicPr>
          <p:cNvPr id="9" name="Wavestone logo" descr="Wavestone">
            <a:extLst>
              <a:ext uri="{FF2B5EF4-FFF2-40B4-BE49-F238E27FC236}">
                <a16:creationId xmlns:a16="http://schemas.microsoft.com/office/drawing/2014/main" id="{ECB92486-172C-3288-900C-9E56B3D04EBF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724990" y="2473051"/>
            <a:ext cx="2740755" cy="19118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92468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 TO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SP Agenda Section" hidden="1">
            <a:extLst>
              <a:ext uri="{FF2B5EF4-FFF2-40B4-BE49-F238E27FC236}">
                <a16:creationId xmlns:a16="http://schemas.microsoft.com/office/drawing/2014/main" id="{F2857B72-76E8-416F-990A-0E465F5B54C7}"/>
              </a:ext>
            </a:extLst>
          </p:cNvPr>
          <p:cNvGrpSpPr>
            <a:grpSpLocks/>
          </p:cNvGrpSpPr>
          <p:nvPr userDrawn="1"/>
        </p:nvGrpSpPr>
        <p:grpSpPr>
          <a:xfrm>
            <a:off x="466609" y="1295400"/>
            <a:ext cx="11258782" cy="552002"/>
            <a:chOff x="350973" y="1196307"/>
            <a:chExt cx="6173651" cy="552002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F1FB3B8E-CCCB-4799-86AC-E6E1C7DEB80B}"/>
                </a:ext>
              </a:extLst>
            </p:cNvPr>
            <p:cNvSpPr>
              <a:spLocks/>
            </p:cNvSpPr>
            <p:nvPr userDrawn="1"/>
          </p:nvSpPr>
          <p:spPr>
            <a:xfrm>
              <a:off x="350973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53129" marR="0" lvl="0" indent="-28575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GB" sz="16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9B50CB9-7FA6-4B89-BE45-50C8B85C7E72}"/>
                </a:ext>
              </a:extLst>
            </p:cNvPr>
            <p:cNvSpPr>
              <a:spLocks/>
            </p:cNvSpPr>
            <p:nvPr userDrawn="1"/>
          </p:nvSpPr>
          <p:spPr>
            <a:xfrm>
              <a:off x="887873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60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114E5980-B6EF-4F21-8788-F077C72B0FF0}"/>
                </a:ext>
              </a:extLst>
            </p:cNvPr>
            <p:cNvSpPr>
              <a:spLocks/>
            </p:cNvSpPr>
            <p:nvPr userDrawn="1"/>
          </p:nvSpPr>
          <p:spPr>
            <a:xfrm>
              <a:off x="6009095" y="1196308"/>
              <a:ext cx="515529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3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grpSp>
        <p:nvGrpSpPr>
          <p:cNvPr id="55" name="SP Agenda Section Highlight" hidden="1">
            <a:extLst>
              <a:ext uri="{FF2B5EF4-FFF2-40B4-BE49-F238E27FC236}">
                <a16:creationId xmlns:a16="http://schemas.microsoft.com/office/drawing/2014/main" id="{AF096DB6-BE40-42C7-B292-AB2B0E3628DC}"/>
              </a:ext>
            </a:extLst>
          </p:cNvPr>
          <p:cNvGrpSpPr>
            <a:grpSpLocks/>
          </p:cNvGrpSpPr>
          <p:nvPr userDrawn="1"/>
        </p:nvGrpSpPr>
        <p:grpSpPr>
          <a:xfrm>
            <a:off x="466610" y="1828800"/>
            <a:ext cx="11258783" cy="552002"/>
            <a:chOff x="350973" y="1196307"/>
            <a:chExt cx="6173652" cy="552002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588DDC6B-5ECF-498B-8DBA-366E2A3A0B1D}"/>
                </a:ext>
              </a:extLst>
            </p:cNvPr>
            <p:cNvSpPr>
              <a:spLocks/>
            </p:cNvSpPr>
            <p:nvPr userDrawn="1"/>
          </p:nvSpPr>
          <p:spPr>
            <a:xfrm>
              <a:off x="350973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53129" marR="0" lvl="0" indent="-28575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GB" sz="16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CCAC344-1E2F-48B9-95CE-33982A7D3EFB}"/>
                </a:ext>
              </a:extLst>
            </p:cNvPr>
            <p:cNvSpPr>
              <a:spLocks/>
            </p:cNvSpPr>
            <p:nvPr userDrawn="1"/>
          </p:nvSpPr>
          <p:spPr>
            <a:xfrm>
              <a:off x="892008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600" b="1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6A7C46F4-B4A6-461C-AAB6-CCDBCD1DCB81}"/>
                </a:ext>
              </a:extLst>
            </p:cNvPr>
            <p:cNvSpPr>
              <a:spLocks/>
            </p:cNvSpPr>
            <p:nvPr userDrawn="1"/>
          </p:nvSpPr>
          <p:spPr>
            <a:xfrm>
              <a:off x="6009095" y="1196308"/>
              <a:ext cx="51553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3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grpSp>
        <p:nvGrpSpPr>
          <p:cNvPr id="59" name="SP Agenda Subsection" hidden="1">
            <a:extLst>
              <a:ext uri="{FF2B5EF4-FFF2-40B4-BE49-F238E27FC236}">
                <a16:creationId xmlns:a16="http://schemas.microsoft.com/office/drawing/2014/main" id="{A68D29B9-A522-4D76-9EEA-80D6DB90932E}"/>
              </a:ext>
            </a:extLst>
          </p:cNvPr>
          <p:cNvGrpSpPr>
            <a:grpSpLocks/>
          </p:cNvGrpSpPr>
          <p:nvPr userDrawn="1"/>
        </p:nvGrpSpPr>
        <p:grpSpPr>
          <a:xfrm>
            <a:off x="1655395" y="2356260"/>
            <a:ext cx="10052532" cy="552002"/>
            <a:chOff x="350973" y="1196307"/>
            <a:chExt cx="5512215" cy="552002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9B4CD365-D4A9-4D87-8F1A-E7CBEE002C65}"/>
                </a:ext>
              </a:extLst>
            </p:cNvPr>
            <p:cNvSpPr>
              <a:spLocks/>
            </p:cNvSpPr>
            <p:nvPr userDrawn="1"/>
          </p:nvSpPr>
          <p:spPr>
            <a:xfrm>
              <a:off x="350973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GB" sz="14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259E57C0-7D15-4D42-99B0-388B0AD38040}"/>
                </a:ext>
              </a:extLst>
            </p:cNvPr>
            <p:cNvSpPr>
              <a:spLocks/>
            </p:cNvSpPr>
            <p:nvPr userDrawn="1"/>
          </p:nvSpPr>
          <p:spPr>
            <a:xfrm>
              <a:off x="685464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40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890BE66A-B31C-40B5-8209-60FA2F2E0D99}"/>
                </a:ext>
              </a:extLst>
            </p:cNvPr>
            <p:cNvSpPr>
              <a:spLocks/>
            </p:cNvSpPr>
            <p:nvPr userDrawn="1"/>
          </p:nvSpPr>
          <p:spPr>
            <a:xfrm>
              <a:off x="5347657" y="1196308"/>
              <a:ext cx="51553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3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grpSp>
        <p:nvGrpSpPr>
          <p:cNvPr id="63" name="SP Agenda Subsection Highlight" hidden="1">
            <a:extLst>
              <a:ext uri="{FF2B5EF4-FFF2-40B4-BE49-F238E27FC236}">
                <a16:creationId xmlns:a16="http://schemas.microsoft.com/office/drawing/2014/main" id="{0AC8024E-800F-4D27-81F5-31D2DEC50AB7}"/>
              </a:ext>
            </a:extLst>
          </p:cNvPr>
          <p:cNvGrpSpPr>
            <a:grpSpLocks/>
          </p:cNvGrpSpPr>
          <p:nvPr userDrawn="1"/>
        </p:nvGrpSpPr>
        <p:grpSpPr>
          <a:xfrm>
            <a:off x="1655395" y="2908261"/>
            <a:ext cx="10069996" cy="552002"/>
            <a:chOff x="746973" y="1196307"/>
            <a:chExt cx="5521791" cy="552002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60B5CDE7-2CF2-495E-81C2-BBB8131B9DBC}"/>
                </a:ext>
              </a:extLst>
            </p:cNvPr>
            <p:cNvSpPr>
              <a:spLocks/>
            </p:cNvSpPr>
            <p:nvPr userDrawn="1"/>
          </p:nvSpPr>
          <p:spPr>
            <a:xfrm>
              <a:off x="746973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GB" sz="14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27B3B1A-DD17-4FB3-8083-0E50D87656B3}"/>
                </a:ext>
              </a:extLst>
            </p:cNvPr>
            <p:cNvSpPr>
              <a:spLocks/>
            </p:cNvSpPr>
            <p:nvPr userDrawn="1"/>
          </p:nvSpPr>
          <p:spPr>
            <a:xfrm>
              <a:off x="1084075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400" b="1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8399873-18C4-49BB-9AC4-3A8655D4B77C}"/>
                </a:ext>
              </a:extLst>
            </p:cNvPr>
            <p:cNvSpPr>
              <a:spLocks/>
            </p:cNvSpPr>
            <p:nvPr userDrawn="1"/>
          </p:nvSpPr>
          <p:spPr>
            <a:xfrm>
              <a:off x="5753232" y="1196308"/>
              <a:ext cx="515532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0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63AFF9E-7AF4-00F6-F416-A6EC7794515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4" y="404664"/>
            <a:ext cx="11342769" cy="936774"/>
          </a:xfrm>
        </p:spPr>
        <p:txBody>
          <a:bodyPr/>
          <a:lstStyle>
            <a:lvl1pPr>
              <a:defRPr sz="2400"/>
            </a:lvl1pPr>
          </a:lstStyle>
          <a:p>
            <a:r>
              <a:rPr lang="en-US"/>
              <a:t>AGENDA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37094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 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SP Agenda Section" hidden="1">
            <a:extLst>
              <a:ext uri="{FF2B5EF4-FFF2-40B4-BE49-F238E27FC236}">
                <a16:creationId xmlns:a16="http://schemas.microsoft.com/office/drawing/2014/main" id="{F2857B72-76E8-416F-990A-0E465F5B54C7}"/>
              </a:ext>
            </a:extLst>
          </p:cNvPr>
          <p:cNvGrpSpPr>
            <a:grpSpLocks/>
          </p:cNvGrpSpPr>
          <p:nvPr userDrawn="1"/>
        </p:nvGrpSpPr>
        <p:grpSpPr>
          <a:xfrm>
            <a:off x="466609" y="1295400"/>
            <a:ext cx="11258782" cy="552002"/>
            <a:chOff x="350973" y="1196307"/>
            <a:chExt cx="6173651" cy="552002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F1FB3B8E-CCCB-4799-86AC-E6E1C7DEB80B}"/>
                </a:ext>
              </a:extLst>
            </p:cNvPr>
            <p:cNvSpPr>
              <a:spLocks/>
            </p:cNvSpPr>
            <p:nvPr userDrawn="1"/>
          </p:nvSpPr>
          <p:spPr>
            <a:xfrm>
              <a:off x="350973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53129" marR="0" lvl="0" indent="-28575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GB" sz="16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9B50CB9-7FA6-4B89-BE45-50C8B85C7E72}"/>
                </a:ext>
              </a:extLst>
            </p:cNvPr>
            <p:cNvSpPr>
              <a:spLocks/>
            </p:cNvSpPr>
            <p:nvPr userDrawn="1"/>
          </p:nvSpPr>
          <p:spPr>
            <a:xfrm>
              <a:off x="887928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60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114E5980-B6EF-4F21-8788-F077C72B0FF0}"/>
                </a:ext>
              </a:extLst>
            </p:cNvPr>
            <p:cNvSpPr>
              <a:spLocks/>
            </p:cNvSpPr>
            <p:nvPr userDrawn="1"/>
          </p:nvSpPr>
          <p:spPr>
            <a:xfrm>
              <a:off x="6009095" y="1196308"/>
              <a:ext cx="515529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3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grpSp>
        <p:nvGrpSpPr>
          <p:cNvPr id="55" name="SP Agenda Section Highlight" hidden="1">
            <a:extLst>
              <a:ext uri="{FF2B5EF4-FFF2-40B4-BE49-F238E27FC236}">
                <a16:creationId xmlns:a16="http://schemas.microsoft.com/office/drawing/2014/main" id="{AF096DB6-BE40-42C7-B292-AB2B0E3628DC}"/>
              </a:ext>
            </a:extLst>
          </p:cNvPr>
          <p:cNvGrpSpPr>
            <a:grpSpLocks/>
          </p:cNvGrpSpPr>
          <p:nvPr userDrawn="1"/>
        </p:nvGrpSpPr>
        <p:grpSpPr>
          <a:xfrm>
            <a:off x="466610" y="1828800"/>
            <a:ext cx="11258783" cy="552002"/>
            <a:chOff x="350973" y="1196307"/>
            <a:chExt cx="6173652" cy="552002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588DDC6B-5ECF-498B-8DBA-366E2A3A0B1D}"/>
                </a:ext>
              </a:extLst>
            </p:cNvPr>
            <p:cNvSpPr>
              <a:spLocks/>
            </p:cNvSpPr>
            <p:nvPr userDrawn="1"/>
          </p:nvSpPr>
          <p:spPr>
            <a:xfrm>
              <a:off x="350973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53129" marR="0" lvl="0" indent="-28575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en-GB" sz="16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CCAC344-1E2F-48B9-95CE-33982A7D3EFB}"/>
                </a:ext>
              </a:extLst>
            </p:cNvPr>
            <p:cNvSpPr>
              <a:spLocks/>
            </p:cNvSpPr>
            <p:nvPr userDrawn="1"/>
          </p:nvSpPr>
          <p:spPr>
            <a:xfrm>
              <a:off x="891565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600" b="1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6A7C46F4-B4A6-461C-AAB6-CCDBCD1DCB81}"/>
                </a:ext>
              </a:extLst>
            </p:cNvPr>
            <p:cNvSpPr>
              <a:spLocks/>
            </p:cNvSpPr>
            <p:nvPr userDrawn="1"/>
          </p:nvSpPr>
          <p:spPr>
            <a:xfrm>
              <a:off x="6009095" y="1196308"/>
              <a:ext cx="51553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3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grpSp>
        <p:nvGrpSpPr>
          <p:cNvPr id="59" name="SP Agenda Subsection" hidden="1">
            <a:extLst>
              <a:ext uri="{FF2B5EF4-FFF2-40B4-BE49-F238E27FC236}">
                <a16:creationId xmlns:a16="http://schemas.microsoft.com/office/drawing/2014/main" id="{A68D29B9-A522-4D76-9EEA-80D6DB90932E}"/>
              </a:ext>
            </a:extLst>
          </p:cNvPr>
          <p:cNvGrpSpPr>
            <a:grpSpLocks/>
          </p:cNvGrpSpPr>
          <p:nvPr userDrawn="1"/>
        </p:nvGrpSpPr>
        <p:grpSpPr>
          <a:xfrm>
            <a:off x="1655388" y="2356260"/>
            <a:ext cx="10073477" cy="552002"/>
            <a:chOff x="746969" y="1196307"/>
            <a:chExt cx="5523700" cy="552002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9B4CD365-D4A9-4D87-8F1A-E7CBEE002C65}"/>
                </a:ext>
              </a:extLst>
            </p:cNvPr>
            <p:cNvSpPr>
              <a:spLocks/>
            </p:cNvSpPr>
            <p:nvPr userDrawn="1"/>
          </p:nvSpPr>
          <p:spPr>
            <a:xfrm>
              <a:off x="746969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GB" sz="14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259E57C0-7D15-4D42-99B0-388B0AD38040}"/>
                </a:ext>
              </a:extLst>
            </p:cNvPr>
            <p:cNvSpPr>
              <a:spLocks/>
            </p:cNvSpPr>
            <p:nvPr userDrawn="1"/>
          </p:nvSpPr>
          <p:spPr>
            <a:xfrm>
              <a:off x="1082549" y="1196307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40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890BE66A-B31C-40B5-8209-60FA2F2E0D99}"/>
                </a:ext>
              </a:extLst>
            </p:cNvPr>
            <p:cNvSpPr>
              <a:spLocks/>
            </p:cNvSpPr>
            <p:nvPr userDrawn="1"/>
          </p:nvSpPr>
          <p:spPr>
            <a:xfrm>
              <a:off x="5755138" y="1196308"/>
              <a:ext cx="51553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0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grpSp>
        <p:nvGrpSpPr>
          <p:cNvPr id="63" name="SP Agenda Subsection Highlight" hidden="1">
            <a:extLst>
              <a:ext uri="{FF2B5EF4-FFF2-40B4-BE49-F238E27FC236}">
                <a16:creationId xmlns:a16="http://schemas.microsoft.com/office/drawing/2014/main" id="{0AC8024E-800F-4D27-81F5-31D2DEC50AB7}"/>
              </a:ext>
            </a:extLst>
          </p:cNvPr>
          <p:cNvGrpSpPr>
            <a:grpSpLocks/>
          </p:cNvGrpSpPr>
          <p:nvPr userDrawn="1"/>
        </p:nvGrpSpPr>
        <p:grpSpPr>
          <a:xfrm>
            <a:off x="1655388" y="2908261"/>
            <a:ext cx="10070003" cy="552002"/>
            <a:chOff x="746969" y="1196307"/>
            <a:chExt cx="5521795" cy="552002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60B5CDE7-2CF2-495E-81C2-BBB8131B9DBC}"/>
                </a:ext>
              </a:extLst>
            </p:cNvPr>
            <p:cNvSpPr>
              <a:spLocks/>
            </p:cNvSpPr>
            <p:nvPr userDrawn="1"/>
          </p:nvSpPr>
          <p:spPr>
            <a:xfrm>
              <a:off x="746969" y="1196307"/>
              <a:ext cx="792000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GB" sz="1400" b="1" i="0" kern="1200" cap="none" baseline="0" noProof="0">
                  <a:solidFill>
                    <a:schemeClr val="accent1"/>
                  </a:solidFill>
                  <a:latin typeface="+mn-lt"/>
                  <a:ea typeface="+mn-ea"/>
                  <a:cs typeface="+mn-cs"/>
                </a:rPr>
                <a:t>&lt;N&gt;</a:t>
              </a: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27B3B1A-DD17-4FB3-8083-0E50D87656B3}"/>
                </a:ext>
              </a:extLst>
            </p:cNvPr>
            <p:cNvSpPr>
              <a:spLocks/>
            </p:cNvSpPr>
            <p:nvPr userDrawn="1"/>
          </p:nvSpPr>
          <p:spPr>
            <a:xfrm>
              <a:off x="1084287" y="1196308"/>
              <a:ext cx="4498711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1400" b="1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&lt;TEXT&gt;</a:t>
              </a: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8399873-18C4-49BB-9AC4-3A8655D4B77C}"/>
                </a:ext>
              </a:extLst>
            </p:cNvPr>
            <p:cNvSpPr>
              <a:spLocks/>
            </p:cNvSpPr>
            <p:nvPr userDrawn="1"/>
          </p:nvSpPr>
          <p:spPr>
            <a:xfrm>
              <a:off x="5753232" y="1196308"/>
              <a:ext cx="515532" cy="55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tx2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just" defTabSz="514350" rtl="0" eaLnBrk="1" fontAlgn="auto" latinLnBrk="0" hangingPunct="1">
                <a:lnSpc>
                  <a:spcPct val="100000"/>
                </a:lnSpc>
                <a:spcBef>
                  <a:spcPts val="369"/>
                </a:spcBef>
                <a:spcAft>
                  <a:spcPts val="0"/>
                </a:spcAft>
                <a:buClr>
                  <a:schemeClr val="bg2"/>
                </a:buClr>
                <a:buSzTx/>
                <a:buFont typeface="Tempus Sans ITC" panose="04020404030D07020202" pitchFamily="82" charset="0"/>
                <a:buNone/>
                <a:tabLst/>
                <a:defRPr/>
              </a:pPr>
              <a:r>
                <a:rPr lang="en-GB" sz="920" b="0" i="0" kern="1200" cap="none" baseline="0" noProof="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Page &lt;P&gt;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0AE165A-1031-B297-11E7-059175CA5C9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4" y="404664"/>
            <a:ext cx="11342769" cy="936774"/>
          </a:xfrm>
        </p:spPr>
        <p:txBody>
          <a:bodyPr/>
          <a:lstStyle>
            <a:lvl1pPr>
              <a:defRPr sz="2400"/>
            </a:lvl1pPr>
          </a:lstStyle>
          <a:p>
            <a:r>
              <a:rPr lang="en-US"/>
              <a:t>AGENDA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00037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, Color &amp; Font guideli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optitle placeholder 1">
            <a:extLst>
              <a:ext uri="{FF2B5EF4-FFF2-40B4-BE49-F238E27FC236}">
                <a16:creationId xmlns:a16="http://schemas.microsoft.com/office/drawing/2014/main" id="{D1B40373-C58F-9D2F-924E-36B7D28F88E0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11342769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sz="1000" noProof="0">
                <a:solidFill>
                  <a:schemeClr val="accent3"/>
                </a:solidFill>
                <a:latin typeface="+mn-lt"/>
              </a:rPr>
              <a:t>How to use the Wavestone ppt template</a:t>
            </a:r>
          </a:p>
        </p:txBody>
      </p:sp>
      <p:sp>
        <p:nvSpPr>
          <p:cNvPr id="36" name="Rectangle 27" descr="&#10;">
            <a:extLst>
              <a:ext uri="{FF2B5EF4-FFF2-40B4-BE49-F238E27FC236}">
                <a16:creationId xmlns:a16="http://schemas.microsoft.com/office/drawing/2014/main" id="{6B98A922-1EA3-FA8D-5567-CE76BABC216D}"/>
              </a:ext>
            </a:extLst>
          </p:cNvPr>
          <p:cNvSpPr>
            <a:spLocks/>
          </p:cNvSpPr>
          <p:nvPr userDrawn="1"/>
        </p:nvSpPr>
        <p:spPr>
          <a:xfrm>
            <a:off x="9414901" y="414067"/>
            <a:ext cx="2163674" cy="822103"/>
          </a:xfrm>
          <a:prstGeom prst="roundRect">
            <a:avLst>
              <a:gd name="adj" fmla="val 8171"/>
            </a:avLst>
          </a:pr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Design Tip IV: </a:t>
            </a:r>
            <a:r>
              <a:rPr lang="en-GB" sz="1200" b="0" baseline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 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Do not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forget to check the guides box, and do not add text out of them</a:t>
            </a:r>
            <a:r>
              <a:rPr lang="en-GB" sz="1200">
                <a:solidFill>
                  <a:schemeClr val="tx1">
                    <a:lumMod val="100000"/>
                  </a:schemeClr>
                </a:solidFill>
              </a:rPr>
              <a:t> 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(View &gt; Guides)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D964B1C5-C358-871B-CA19-F74DB0D2D4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4"/>
            <a:ext cx="2440268" cy="936774"/>
          </a:xfrm>
        </p:spPr>
        <p:txBody>
          <a:bodyPr/>
          <a:lstStyle>
            <a:lvl1pPr>
              <a:defRPr sz="2400"/>
            </a:lvl1pPr>
          </a:lstStyle>
          <a:p>
            <a:r>
              <a:rPr lang="en-US"/>
              <a:t>Text, Color</a:t>
            </a:r>
            <a:br>
              <a:rPr lang="en-US"/>
            </a:br>
            <a:r>
              <a:rPr lang="en-US"/>
              <a:t>&amp; Font guidelines</a:t>
            </a:r>
            <a:endParaRPr lang="en-GB"/>
          </a:p>
        </p:txBody>
      </p:sp>
      <p:sp>
        <p:nvSpPr>
          <p:cNvPr id="4" name="Copyright Wavestone and page 4">
            <a:extLst>
              <a:ext uri="{FF2B5EF4-FFF2-40B4-BE49-F238E27FC236}">
                <a16:creationId xmlns:a16="http://schemas.microsoft.com/office/drawing/2014/main" id="{59F3967A-8196-D78B-8AC8-7BE6285CE5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 userDrawn="1"/>
        </p:nvSpPr>
        <p:spPr bwMode="ltGray">
          <a:xfrm>
            <a:off x="10591800" y="6578600"/>
            <a:ext cx="1189038" cy="239774"/>
          </a:xfrm>
          <a:prstGeom prst="rect">
            <a:avLst/>
          </a:prstGeom>
        </p:spPr>
        <p:txBody>
          <a:bodyPr lIns="0" rIns="0" anchor="ctr"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173C6A"/>
              </a:buClr>
              <a:buSzTx/>
              <a:buFontTx/>
              <a:buNone/>
              <a:tabLst/>
              <a:defRPr/>
            </a:pP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© 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  <a:cs typeface="Poppins" panose="00000500000000000000" pitchFamily="2" charset="0"/>
              </a:rPr>
              <a:t>WAVESTONE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 | </a:t>
            </a:r>
            <a:fld id="{55EE84F1-812F-F440-AFF9-6DD93A744E0D}" type="slidenum">
              <a:rPr lang="en-GB" sz="700" smtClean="0">
                <a:solidFill>
                  <a:schemeClr val="bg2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173C6A"/>
                </a:buClr>
                <a:buSzTx/>
                <a:buFontTx/>
                <a:buNone/>
                <a:tabLst/>
                <a:defRPr/>
              </a:pPr>
              <a:t>‹N°›</a:t>
            </a:fld>
            <a:endParaRPr lang="en-GB" sz="700">
              <a:solidFill>
                <a:schemeClr val="bg2">
                  <a:lumMod val="100000"/>
                </a:schemeClr>
              </a:solidFill>
              <a:latin typeface="+mn-lt"/>
              <a:cs typeface="Poppins Light" panose="00000400000000000000" pitchFamily="2" charset="0"/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00EFBAA3-3951-D57F-B5D0-D5EB9F22E558}"/>
              </a:ext>
            </a:extLst>
          </p:cNvPr>
          <p:cNvSpPr txBox="1">
            <a:spLocks/>
          </p:cNvSpPr>
          <p:nvPr userDrawn="1"/>
        </p:nvSpPr>
        <p:spPr>
          <a:xfrm>
            <a:off x="423984" y="1314192"/>
            <a:ext cx="6509251" cy="260498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algn="l">
              <a:spcBef>
                <a:spcPts val="600"/>
              </a:spcBef>
            </a:pPr>
            <a:r>
              <a:rPr lang="en-GB" sz="1200" u="sng">
                <a:solidFill>
                  <a:schemeClr val="bg2"/>
                </a:solidFill>
                <a:latin typeface="+mj-lt"/>
              </a:rPr>
              <a:t>Colors of Wavestone </a:t>
            </a:r>
            <a:r>
              <a:rPr lang="en-GB" sz="1200" u="sng" err="1">
                <a:solidFill>
                  <a:schemeClr val="bg2"/>
                </a:solidFill>
                <a:latin typeface="+mj-lt"/>
              </a:rPr>
              <a:t>Powerpoint</a:t>
            </a:r>
            <a:r>
              <a:rPr lang="en-GB" sz="1200" u="sng">
                <a:solidFill>
                  <a:schemeClr val="bg2"/>
                </a:solidFill>
                <a:latin typeface="+mj-lt"/>
              </a:rPr>
              <a:t> Slide Master and associated hexadecimal &amp; RGB </a:t>
            </a:r>
            <a:r>
              <a:rPr lang="en-GB" sz="1200" u="sng" err="1">
                <a:solidFill>
                  <a:schemeClr val="bg2"/>
                </a:solidFill>
                <a:latin typeface="+mj-lt"/>
              </a:rPr>
              <a:t>color</a:t>
            </a:r>
            <a:r>
              <a:rPr lang="en-GB" sz="1200" u="sng">
                <a:solidFill>
                  <a:schemeClr val="bg2"/>
                </a:solidFill>
                <a:latin typeface="+mj-lt"/>
              </a:rPr>
              <a:t> codes 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AACC97AC-7336-CE31-D199-F838B137CA57}"/>
              </a:ext>
            </a:extLst>
          </p:cNvPr>
          <p:cNvSpPr txBox="1">
            <a:spLocks/>
          </p:cNvSpPr>
          <p:nvPr userDrawn="1"/>
        </p:nvSpPr>
        <p:spPr>
          <a:xfrm>
            <a:off x="3446461" y="1563560"/>
            <a:ext cx="1252416" cy="257369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algn="l">
              <a:spcBef>
                <a:spcPts val="600"/>
              </a:spcBef>
            </a:pPr>
            <a:r>
              <a:rPr lang="en-GB" sz="1200">
                <a:solidFill>
                  <a:schemeClr val="bg2"/>
                </a:solidFill>
                <a:latin typeface="+mj-lt"/>
              </a:rPr>
              <a:t>BRAND COLORS</a:t>
            </a:r>
          </a:p>
        </p:txBody>
      </p:sp>
      <p:graphicFrame>
        <p:nvGraphicFramePr>
          <p:cNvPr id="20" name="Chart 3">
            <a:extLst>
              <a:ext uri="{FF2B5EF4-FFF2-40B4-BE49-F238E27FC236}">
                <a16:creationId xmlns:a16="http://schemas.microsoft.com/office/drawing/2014/main" id="{2B9737E1-5C1E-93B8-F0F0-963264348992}"/>
              </a:ext>
            </a:extLst>
          </p:cNvPr>
          <p:cNvGraphicFramePr>
            <a:graphicFrameLocks/>
          </p:cNvGraphicFramePr>
          <p:nvPr userDrawn="1">
            <p:extLst>
              <p:ext uri="{D42A27DB-BD31-4B8C-83A1-F6EECF244321}">
                <p14:modId xmlns:p14="http://schemas.microsoft.com/office/powerpoint/2010/main" val="1790961718"/>
              </p:ext>
            </p:extLst>
          </p:nvPr>
        </p:nvGraphicFramePr>
        <p:xfrm>
          <a:off x="423982" y="1682534"/>
          <a:ext cx="7297615" cy="1464704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931634">
                  <a:extLst>
                    <a:ext uri="{9D8B030D-6E8A-4147-A177-3AD203B41FA5}">
                      <a16:colId xmlns:a16="http://schemas.microsoft.com/office/drawing/2014/main" val="509387146"/>
                    </a:ext>
                  </a:extLst>
                </a:gridCol>
                <a:gridCol w="8669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92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92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92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9928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992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0263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001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en-GB" sz="900" b="1" kern="1200" noProof="0">
                        <a:solidFill>
                          <a:schemeClr val="tx1">
                            <a:lumMod val="10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en-GB" sz="900" b="1" kern="1200" noProof="0">
                        <a:solidFill>
                          <a:schemeClr val="tx1">
                            <a:lumMod val="100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de-DE" sz="800" b="0" i="1" u="none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2000" marR="108000" marT="72000" marB="72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de-DE" sz="800" b="0" i="1" u="none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2000" marR="108000" marT="72000" marB="72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de-DE" sz="800" b="0" i="1" u="none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2000" marR="108000" marT="72000" marB="72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de-DE" sz="800" b="0" i="1" u="none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2000" marR="108000" marT="72000" marB="72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de-DE" sz="800" b="0" i="1" u="none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2000" marR="108000" marT="72000" marB="72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de-DE" sz="800" b="0" i="1" u="none">
                        <a:solidFill>
                          <a:schemeClr val="tx1"/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2000" marR="108000" marT="72000" marB="72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Codes</a:t>
                      </a:r>
                    </a:p>
                  </a:txBody>
                  <a:tcPr marL="88615" marR="0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Background 1</a:t>
                      </a:r>
                    </a:p>
                  </a:txBody>
                  <a:tcPr marL="88615" marR="0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1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Background 2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2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Accent 1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Accent 2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Accent 3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167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Hexadecimal</a:t>
                      </a:r>
                    </a:p>
                  </a:txBody>
                  <a:tcPr marL="88615" marR="0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</a:t>
                      </a:r>
                      <a:r>
                        <a:rPr lang="en-GB" sz="1000" i="1" u="none" noProof="0" err="1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FFFFFF</a:t>
                      </a:r>
                      <a:endParaRPr lang="en-GB" sz="1000" i="1" u="none" noProof="0">
                        <a:solidFill>
                          <a:schemeClr val="tx1">
                            <a:lumMod val="10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8615" marR="0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#000000</a:t>
                      </a:r>
                    </a:p>
                  </a:txBody>
                  <a:tcPr marL="88615" marR="132923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10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bg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#451DC7</a:t>
                      </a:r>
                    </a:p>
                  </a:txBody>
                  <a:tcPr marL="88615" marR="132923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#000000</a:t>
                      </a:r>
                    </a:p>
                  </a:txBody>
                  <a:tcPr marL="88615" marR="132923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#04F06A</a:t>
                      </a:r>
                    </a:p>
                  </a:txBody>
                  <a:tcPr marL="88615" marR="132923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#CAFEE0</a:t>
                      </a:r>
                    </a:p>
                  </a:txBody>
                  <a:tcPr marL="88615" marR="132923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bg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#250F6B</a:t>
                      </a:r>
                    </a:p>
                  </a:txBody>
                  <a:tcPr marL="88615" marR="132923" marT="72000" marB="72000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207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R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G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B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  <a:b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</a:b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69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29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199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4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240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106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202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254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224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37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15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107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4" name="Ellipse 23" descr="Circle highliting the Energic Green and Light Green">
            <a:extLst>
              <a:ext uri="{FF2B5EF4-FFF2-40B4-BE49-F238E27FC236}">
                <a16:creationId xmlns:a16="http://schemas.microsoft.com/office/drawing/2014/main" id="{E6FC4B06-EB78-01CC-6A75-69D4C16FDE8C}"/>
              </a:ext>
            </a:extLst>
          </p:cNvPr>
          <p:cNvSpPr/>
          <p:nvPr userDrawn="1"/>
        </p:nvSpPr>
        <p:spPr>
          <a:xfrm>
            <a:off x="4867208" y="2262429"/>
            <a:ext cx="1825690" cy="412383"/>
          </a:xfrm>
          <a:prstGeom prst="ellipse">
            <a:avLst/>
          </a:prstGeom>
          <a:noFill/>
          <a:ln w="28575">
            <a:solidFill>
              <a:srgbClr val="FF2A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>
              <a:spcBef>
                <a:spcPts val="600"/>
              </a:spcBef>
            </a:pPr>
            <a:endParaRPr lang="en-GB" sz="2000" err="1">
              <a:solidFill>
                <a:schemeClr val="bg2"/>
              </a:solidFill>
              <a:ea typeface="+mj-ea"/>
              <a:cs typeface="+mj-cs"/>
            </a:endParaRP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8856988C-A00D-ED47-F708-AF070CA788E5}"/>
              </a:ext>
            </a:extLst>
          </p:cNvPr>
          <p:cNvSpPr txBox="1"/>
          <p:nvPr userDrawn="1"/>
        </p:nvSpPr>
        <p:spPr>
          <a:xfrm>
            <a:off x="2669246" y="3107750"/>
            <a:ext cx="627852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>
                <a:solidFill>
                  <a:srgbClr val="FF2A49"/>
                </a:solidFill>
              </a:rPr>
              <a:t>F</a:t>
            </a:r>
            <a:r>
              <a:rPr lang="en-GB" sz="1200" b="0" noProof="0">
                <a:solidFill>
                  <a:srgbClr val="FF2A49"/>
                </a:solidFill>
              </a:rPr>
              <a:t>or accessibility reasons, do not combine energetic</a:t>
            </a:r>
            <a:r>
              <a:rPr lang="en-GB" sz="1200">
                <a:solidFill>
                  <a:srgbClr val="FF2A49"/>
                </a:solidFill>
              </a:rPr>
              <a:t> </a:t>
            </a:r>
            <a:r>
              <a:rPr lang="en-GB" sz="1200" b="0" noProof="0">
                <a:solidFill>
                  <a:srgbClr val="FF2A49"/>
                </a:solidFill>
              </a:rPr>
              <a:t>and light green with light colors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noProof="0">
                <a:solidFill>
                  <a:srgbClr val="FF2A49"/>
                </a:solidFill>
              </a:rPr>
              <a:t>(</a:t>
            </a:r>
            <a:r>
              <a:rPr lang="en-GB" sz="1200">
                <a:solidFill>
                  <a:srgbClr val="FF2A49"/>
                </a:solidFill>
              </a:rPr>
              <a:t>i.e. </a:t>
            </a:r>
            <a:r>
              <a:rPr lang="en-GB" sz="1200" b="0" noProof="0">
                <a:solidFill>
                  <a:srgbClr val="FF2A49"/>
                </a:solidFill>
              </a:rPr>
              <a:t>white text on energetic green background or vice versa)</a:t>
            </a:r>
            <a:endParaRPr lang="en-GB" sz="1200" b="0" baseline="0" noProof="0">
              <a:solidFill>
                <a:srgbClr val="FF2A49"/>
              </a:solidFill>
            </a:endParaRP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985B7646-69A1-25F4-DCC1-DFD1FEAB2722}"/>
              </a:ext>
            </a:extLst>
          </p:cNvPr>
          <p:cNvSpPr txBox="1">
            <a:spLocks/>
          </p:cNvSpPr>
          <p:nvPr userDrawn="1"/>
        </p:nvSpPr>
        <p:spPr>
          <a:xfrm>
            <a:off x="8776750" y="1563560"/>
            <a:ext cx="2587888" cy="257369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algn="l">
              <a:spcBef>
                <a:spcPts val="600"/>
              </a:spcBef>
            </a:pPr>
            <a:r>
              <a:rPr lang="en-GB" sz="1200">
                <a:solidFill>
                  <a:schemeClr val="bg2"/>
                </a:solidFill>
                <a:latin typeface="+mj-lt"/>
              </a:rPr>
              <a:t>ADDITIONAL FUNCTIONAL COLORS</a:t>
            </a:r>
          </a:p>
        </p:txBody>
      </p:sp>
      <p:graphicFrame>
        <p:nvGraphicFramePr>
          <p:cNvPr id="27" name="Chart 3">
            <a:extLst>
              <a:ext uri="{FF2B5EF4-FFF2-40B4-BE49-F238E27FC236}">
                <a16:creationId xmlns:a16="http://schemas.microsoft.com/office/drawing/2014/main" id="{F10AB6BE-2D7D-4567-DADA-E6CDD64C5FA4}"/>
              </a:ext>
            </a:extLst>
          </p:cNvPr>
          <p:cNvGraphicFramePr>
            <a:graphicFrameLocks/>
          </p:cNvGraphicFramePr>
          <p:nvPr userDrawn="1">
            <p:extLst>
              <p:ext uri="{D42A27DB-BD31-4B8C-83A1-F6EECF244321}">
                <p14:modId xmlns:p14="http://schemas.microsoft.com/office/powerpoint/2010/main" val="1000328564"/>
              </p:ext>
            </p:extLst>
          </p:nvPr>
        </p:nvGraphicFramePr>
        <p:xfrm>
          <a:off x="8410692" y="1967180"/>
          <a:ext cx="3087165" cy="1177337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7402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75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41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518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1737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Colors for complex infographic only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88615" marR="132923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400"/>
                        </a:spcBef>
                        <a:spcAft>
                          <a:spcPts val="4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900" b="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Colors for PMO                             purpose only</a:t>
                      </a:r>
                    </a:p>
                  </a:txBody>
                  <a:tcPr marL="88615" marR="132923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88615" marR="132923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617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#4682b4</a:t>
                      </a:r>
                    </a:p>
                  </a:txBody>
                  <a:tcPr marL="88615" marR="132923" marT="72000" marB="72000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682B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#8F00FF</a:t>
                      </a:r>
                    </a:p>
                  </a:txBody>
                  <a:tcPr marL="88615" marR="132923" marT="72000" marB="72000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F00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#FFCA4A</a:t>
                      </a:r>
                    </a:p>
                  </a:txBody>
                  <a:tcPr marL="88615" marR="132923" marT="72000" marB="72000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A4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1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#FF2A49</a:t>
                      </a:r>
                    </a:p>
                  </a:txBody>
                  <a:tcPr marL="88615" marR="132923" marT="72000" marB="72000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2A4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891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70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130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180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143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202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74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255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42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GB" sz="1000" i="0" u="none" noProof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73</a:t>
                      </a:r>
                    </a:p>
                  </a:txBody>
                  <a:tcPr marL="88615" marR="88615" marT="36000" marB="36000" anchor="ctr">
                    <a:lnL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9" name="ZoneTexte 28">
            <a:extLst>
              <a:ext uri="{FF2B5EF4-FFF2-40B4-BE49-F238E27FC236}">
                <a16:creationId xmlns:a16="http://schemas.microsoft.com/office/drawing/2014/main" id="{2AC88C3E-2504-0944-B7AA-CB32EEE10040}"/>
              </a:ext>
            </a:extLst>
          </p:cNvPr>
          <p:cNvSpPr txBox="1">
            <a:spLocks/>
          </p:cNvSpPr>
          <p:nvPr userDrawn="1"/>
        </p:nvSpPr>
        <p:spPr>
          <a:xfrm>
            <a:off x="423984" y="3343219"/>
            <a:ext cx="11344276" cy="257369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algn="l">
              <a:spcBef>
                <a:spcPts val="600"/>
              </a:spcBef>
            </a:pPr>
            <a:r>
              <a:rPr lang="en-GB" sz="1200" b="1" u="sng">
                <a:solidFill>
                  <a:schemeClr val="bg2"/>
                </a:solidFill>
                <a:latin typeface="+mj-lt"/>
              </a:rPr>
              <a:t>Text levels and bullet lists</a:t>
            </a:r>
          </a:p>
        </p:txBody>
      </p:sp>
      <p:graphicFrame>
        <p:nvGraphicFramePr>
          <p:cNvPr id="30" name="Table 4">
            <a:extLst>
              <a:ext uri="{FF2B5EF4-FFF2-40B4-BE49-F238E27FC236}">
                <a16:creationId xmlns:a16="http://schemas.microsoft.com/office/drawing/2014/main" id="{8A773BE2-ECD9-1D16-9ED9-00BBED616605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01703280"/>
              </p:ext>
            </p:extLst>
          </p:nvPr>
        </p:nvGraphicFramePr>
        <p:xfrm>
          <a:off x="438068" y="3642799"/>
          <a:ext cx="11342770" cy="2667000"/>
        </p:xfrm>
        <a:graphic>
          <a:graphicData uri="http://schemas.openxmlformats.org/drawingml/2006/table">
            <a:tbl>
              <a:tblPr firstRow="1" bandRow="1">
                <a:tableStyleId>{0E3FDE45-AF77-4B5C-9715-49D594BDF05E}</a:tableStyleId>
              </a:tblPr>
              <a:tblGrid>
                <a:gridCol w="14563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54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889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9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005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2368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90982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6387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09451">
                <a:tc>
                  <a:txBody>
                    <a:bodyPr/>
                    <a:lstStyle/>
                    <a:p>
                      <a:r>
                        <a:rPr lang="en-GB" sz="900" b="1" noProof="0"/>
                        <a:t>Level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900" b="1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Font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900" b="1" kern="1200" noProof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Color</a:t>
                      </a:r>
                      <a:endParaRPr lang="en-GB" sz="900" b="1" kern="120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900" b="1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Font Size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900" b="1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Effect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900" b="1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Bullet 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900" b="1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Paragraph Indentation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900" b="1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Paragraph Spacing</a:t>
                      </a:r>
                    </a:p>
                  </a:txBody>
                  <a:tcPr marL="112542" marR="112542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tabLst>
                          <a:tab pos="355600" algn="l"/>
                        </a:tabLst>
                      </a:pPr>
                      <a:r>
                        <a:rPr lang="en-GB" sz="1000" i="0" kern="1200" cap="none" baseline="0">
                          <a:solidFill>
                            <a:schemeClr val="accent3"/>
                          </a:solidFill>
                          <a:latin typeface="+mn-lt"/>
                          <a:ea typeface="+mn-ea"/>
                          <a:cs typeface="+mn-cs"/>
                        </a:rPr>
                        <a:t>Subtitle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i="0" u="none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Aptos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37 / 15 / 107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Normal</a:t>
                      </a:r>
                      <a:endParaRPr lang="en-GB" sz="1000" i="0" kern="1200" cap="all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Before text = 0 cm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 pt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No line spacing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sz="2400" kern="1200" baseline="0">
                          <a:solidFill>
                            <a:schemeClr val="bg2">
                              <a:lumMod val="100000"/>
                            </a:schemeClr>
                          </a:solidFill>
                          <a:latin typeface="+mj-lt"/>
                          <a:ea typeface="+mj-ea"/>
                          <a:cs typeface="+mj-cs"/>
                        </a:rPr>
                        <a:t>Title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i="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Aptos </a:t>
                      </a:r>
                      <a:r>
                        <a:rPr lang="en-GB" sz="1000" i="0" kern="1200" cap="none" baseline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SemiBold</a:t>
                      </a:r>
                      <a:endParaRPr lang="en-GB" sz="1000" i="0" kern="1200" cap="none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69 / 29 / 199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GB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Normal</a:t>
                      </a:r>
                      <a:endParaRPr lang="en-GB" sz="1000" i="0" kern="1200" cap="all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Before text = 0 cm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 pt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No line spacing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3048">
                <a:tc>
                  <a:txBody>
                    <a:bodyPr/>
                    <a:lstStyle/>
                    <a:p>
                      <a:pPr lvl="0"/>
                      <a:r>
                        <a:rPr lang="en-GB" sz="1600" i="0" kern="1200" cap="none" baseline="0">
                          <a:solidFill>
                            <a:schemeClr val="tx1">
                              <a:lumMod val="10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Level 1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i="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Aptos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 / 0 / 0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GB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Normal</a:t>
                      </a:r>
                      <a:endParaRPr lang="en-GB" sz="1000" i="0" kern="1200" cap="all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Before text </a:t>
                      </a:r>
                      <a:r>
                        <a:rPr lang="en-GB" sz="100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= 0 cm</a:t>
                      </a:r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 pt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Single line spacing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3048">
                <a:tc>
                  <a:txBody>
                    <a:bodyPr/>
                    <a:lstStyle/>
                    <a:p>
                      <a:pPr marL="269875" indent="-269875">
                        <a:buClr>
                          <a:schemeClr val="bg2"/>
                        </a:buClr>
                        <a:buFont typeface="Avenir Next LT Pro" panose="020B0504020202020204" pitchFamily="34" charset="0"/>
                        <a:buChar char="•"/>
                        <a:tabLst/>
                      </a:pPr>
                      <a:r>
                        <a:rPr lang="en-GB" sz="16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Level 2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i="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Aptos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 / 0 / 0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Normal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code 2022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Before text </a:t>
                      </a:r>
                      <a:r>
                        <a:rPr lang="en-GB" sz="100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= 0,5 cm</a:t>
                      </a:r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 pt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Single line spacing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3048">
                <a:tc>
                  <a:txBody>
                    <a:bodyPr/>
                    <a:lstStyle/>
                    <a:p>
                      <a:pPr marL="285750" lvl="1" indent="-285750" defTabSz="271463">
                        <a:buClr>
                          <a:schemeClr val="bg2"/>
                        </a:buClr>
                        <a:buFont typeface="Poppins" panose="00000500000000000000" pitchFamily="2" charset="0"/>
                        <a:buChar char="–"/>
                      </a:pPr>
                      <a:r>
                        <a:rPr lang="en-GB" sz="14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Level 3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i="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Aptos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 / 0 / 0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Normal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code 2013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Before text </a:t>
                      </a:r>
                      <a:r>
                        <a:rPr lang="en-GB" sz="100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= 0,5 cm</a:t>
                      </a:r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 pt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Single line spacing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3048">
                <a:tc>
                  <a:txBody>
                    <a:bodyPr/>
                    <a:lstStyle/>
                    <a:p>
                      <a:pPr marL="285750" indent="-285750">
                        <a:buClr>
                          <a:schemeClr val="bg2"/>
                        </a:buClr>
                        <a:buFont typeface="Courier New" panose="02070309020205020404" pitchFamily="49" charset="0"/>
                        <a:buChar char="o"/>
                      </a:pPr>
                      <a:r>
                        <a:rPr lang="en-GB" sz="120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Level 4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GB" sz="1000" i="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Aptos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i="0" kern="1200" cap="all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 / 0 / 0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Normal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buFont typeface="Tahoma" panose="020B0604030504040204" pitchFamily="34" charset="0"/>
                        <a:buNone/>
                      </a:pPr>
                      <a:r>
                        <a:rPr lang="en-GB" sz="1000" kern="1200" cap="none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Hollow round bullet</a:t>
                      </a: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Before text </a:t>
                      </a:r>
                      <a:r>
                        <a:rPr lang="en-GB" sz="1000" kern="1200" baseline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= 0,5 cm</a:t>
                      </a:r>
                      <a:endParaRPr lang="en-GB" sz="10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12542" marR="11254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6 pt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Single line spacing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2" name="Rectangle: Rounded Corners 10" descr="&#10;">
            <a:extLst>
              <a:ext uri="{FF2B5EF4-FFF2-40B4-BE49-F238E27FC236}">
                <a16:creationId xmlns:a16="http://schemas.microsoft.com/office/drawing/2014/main" id="{971E7AA9-C8DB-7DA8-625B-9C30B5CC56F7}"/>
              </a:ext>
            </a:extLst>
          </p:cNvPr>
          <p:cNvSpPr>
            <a:spLocks/>
          </p:cNvSpPr>
          <p:nvPr userDrawn="1"/>
        </p:nvSpPr>
        <p:spPr>
          <a:xfrm>
            <a:off x="2892489" y="404813"/>
            <a:ext cx="1316765" cy="822103"/>
          </a:xfrm>
          <a:prstGeom prst="roundRect">
            <a:avLst>
              <a:gd name="adj" fmla="val 8171"/>
            </a:avLst>
          </a:pr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GB" sz="1200" b="1" noProof="0">
                <a:solidFill>
                  <a:schemeClr val="bg2"/>
                </a:solidFill>
                <a:latin typeface="+mj-lt"/>
              </a:rPr>
              <a:t>Shortcut: </a:t>
            </a:r>
            <a:r>
              <a:rPr lang="en-GB" sz="1200" b="0" noProof="0">
                <a:solidFill>
                  <a:schemeClr val="tx1">
                    <a:lumMod val="100000"/>
                  </a:schemeClr>
                </a:solidFill>
              </a:rPr>
              <a:t>to switch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</a:rPr>
              <a:t> text level, </a:t>
            </a:r>
            <a:r>
              <a:rPr lang="en-GB" sz="1200" b="0" noProof="0">
                <a:solidFill>
                  <a:schemeClr val="tx1">
                    <a:lumMod val="100000"/>
                  </a:schemeClr>
                </a:solidFill>
              </a:rPr>
              <a:t>Shift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</a:rPr>
              <a:t> + Alt + Right/Left arrow</a:t>
            </a:r>
            <a:endParaRPr lang="en-GB" sz="1200" b="0" noProof="0">
              <a:solidFill>
                <a:schemeClr val="tx1">
                  <a:lumMod val="100000"/>
                </a:schemeClr>
              </a:solidFill>
            </a:endParaRPr>
          </a:p>
        </p:txBody>
      </p:sp>
      <p:sp>
        <p:nvSpPr>
          <p:cNvPr id="33" name="Rectangle: Rounded Corners 27">
            <a:extLst>
              <a:ext uri="{FF2B5EF4-FFF2-40B4-BE49-F238E27FC236}">
                <a16:creationId xmlns:a16="http://schemas.microsoft.com/office/drawing/2014/main" id="{8FD3DE1E-4897-4430-6940-C96902AE6BB0}"/>
              </a:ext>
            </a:extLst>
          </p:cNvPr>
          <p:cNvSpPr>
            <a:spLocks/>
          </p:cNvSpPr>
          <p:nvPr userDrawn="1"/>
        </p:nvSpPr>
        <p:spPr>
          <a:xfrm>
            <a:off x="4282431" y="404814"/>
            <a:ext cx="1440495" cy="822103"/>
          </a:xfrm>
          <a:prstGeom prst="roundRect">
            <a:avLst>
              <a:gd name="adj" fmla="val 5853"/>
            </a:avLst>
          </a:pr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GB" sz="1200" b="1" baseline="0" noProof="0">
                <a:solidFill>
                  <a:schemeClr val="bg2"/>
                </a:solidFill>
                <a:latin typeface="+mj-lt"/>
              </a:rPr>
              <a:t>Design Tip I</a:t>
            </a:r>
            <a:r>
              <a:rPr lang="en-GB" sz="1200" b="1" baseline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:</a:t>
            </a:r>
            <a:r>
              <a:rPr lang="en-GB" sz="1200" b="1" baseline="0" noProof="0">
                <a:solidFill>
                  <a:schemeClr val="tx1">
                    <a:lumMod val="100000"/>
                  </a:schemeClr>
                </a:solidFill>
                <a:latin typeface="+mj-lt"/>
              </a:rPr>
              <a:t> </a:t>
            </a:r>
            <a:r>
              <a:rPr lang="en-GB" sz="120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To add </a:t>
            </a:r>
            <a:r>
              <a:rPr lang="en-GB" sz="1200" baseline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bold</a:t>
            </a:r>
            <a:r>
              <a:rPr lang="en-GB" sz="120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 to your words, use the shortcut Ctrl + B</a:t>
            </a:r>
          </a:p>
        </p:txBody>
      </p:sp>
      <p:sp>
        <p:nvSpPr>
          <p:cNvPr id="34" name="Rectangle 27" descr="&#10;">
            <a:extLst>
              <a:ext uri="{FF2B5EF4-FFF2-40B4-BE49-F238E27FC236}">
                <a16:creationId xmlns:a16="http://schemas.microsoft.com/office/drawing/2014/main" id="{8100216D-76EB-262D-E159-0AFC65FEA556}"/>
              </a:ext>
            </a:extLst>
          </p:cNvPr>
          <p:cNvSpPr>
            <a:spLocks/>
          </p:cNvSpPr>
          <p:nvPr userDrawn="1"/>
        </p:nvSpPr>
        <p:spPr>
          <a:xfrm>
            <a:off x="5796102" y="404814"/>
            <a:ext cx="1704559" cy="822103"/>
          </a:xfrm>
          <a:prstGeom prst="roundRect">
            <a:avLst>
              <a:gd name="adj" fmla="val 8171"/>
            </a:avLst>
          </a:pr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Design Tip II: </a:t>
            </a:r>
            <a:r>
              <a:rPr lang="en-GB" sz="1200" b="0" baseline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 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Use Text 1 with Background 1 and Text 2 with Background 2</a:t>
            </a:r>
          </a:p>
        </p:txBody>
      </p:sp>
      <p:sp>
        <p:nvSpPr>
          <p:cNvPr id="35" name="Rectangle 27">
            <a:extLst>
              <a:ext uri="{FF2B5EF4-FFF2-40B4-BE49-F238E27FC236}">
                <a16:creationId xmlns:a16="http://schemas.microsoft.com/office/drawing/2014/main" id="{36E0FFAB-03B8-8A08-6D13-D0EAFCA49213}"/>
              </a:ext>
            </a:extLst>
          </p:cNvPr>
          <p:cNvSpPr>
            <a:spLocks/>
          </p:cNvSpPr>
          <p:nvPr userDrawn="1"/>
        </p:nvSpPr>
        <p:spPr>
          <a:xfrm>
            <a:off x="7573839" y="404814"/>
            <a:ext cx="1770007" cy="822103"/>
          </a:xfrm>
          <a:prstGeom prst="roundRect">
            <a:avLst>
              <a:gd name="adj" fmla="val 7592"/>
            </a:avLst>
          </a:pr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Design Tip III: </a:t>
            </a:r>
            <a:r>
              <a:rPr lang="en-GB" sz="1200" b="0" baseline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 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Accent 1 and 2 are accentuation colors (≈ 5% maximum of the slide)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200" b="0" baseline="0" noProof="0">
              <a:solidFill>
                <a:schemeClr val="tx1">
                  <a:lumMod val="100000"/>
                </a:schemeClr>
              </a:solidFill>
              <a:latin typeface="+mn-lt"/>
            </a:endParaRPr>
          </a:p>
        </p:txBody>
      </p:sp>
      <p:cxnSp>
        <p:nvCxnSpPr>
          <p:cNvPr id="37" name="Straight Arrow Connector 30" descr="The arrow points to the red guides that must not be crossed.">
            <a:extLst>
              <a:ext uri="{FF2B5EF4-FFF2-40B4-BE49-F238E27FC236}">
                <a16:creationId xmlns:a16="http://schemas.microsoft.com/office/drawing/2014/main" id="{68F40A72-D081-9B9B-69BD-2DF55D1A02CD}"/>
              </a:ext>
            </a:extLst>
          </p:cNvPr>
          <p:cNvCxnSpPr>
            <a:cxnSpLocks/>
          </p:cNvCxnSpPr>
          <p:nvPr userDrawn="1"/>
        </p:nvCxnSpPr>
        <p:spPr>
          <a:xfrm>
            <a:off x="11309060" y="1241773"/>
            <a:ext cx="405236" cy="503370"/>
          </a:xfrm>
          <a:prstGeom prst="straightConnector1">
            <a:avLst/>
          </a:prstGeom>
          <a:ln>
            <a:solidFill>
              <a:schemeClr val="bg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Accolade ouvrante 37">
            <a:extLst>
              <a:ext uri="{FF2B5EF4-FFF2-40B4-BE49-F238E27FC236}">
                <a16:creationId xmlns:a16="http://schemas.microsoft.com/office/drawing/2014/main" id="{AA89E716-F46A-0754-C0B1-AC130838D0B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>
          <a:xfrm rot="5400000">
            <a:off x="3926413" y="-1686353"/>
            <a:ext cx="292514" cy="7297614"/>
          </a:xfrm>
          <a:prstGeom prst="leftBrace">
            <a:avLst>
              <a:gd name="adj1" fmla="val 8333"/>
              <a:gd name="adj2" fmla="val 50453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Accolade ouvrante 38">
            <a:extLst>
              <a:ext uri="{FF2B5EF4-FFF2-40B4-BE49-F238E27FC236}">
                <a16:creationId xmlns:a16="http://schemas.microsoft.com/office/drawing/2014/main" id="{39C3894B-6EC3-5C30-104C-DEF4519D327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>
          <a:xfrm rot="5400000">
            <a:off x="9767709" y="436441"/>
            <a:ext cx="326373" cy="3018162"/>
          </a:xfrm>
          <a:prstGeom prst="leftBrace">
            <a:avLst>
              <a:gd name="adj1" fmla="val 8333"/>
              <a:gd name="adj2" fmla="val 50453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0" name="Groupe 39" descr="The red guides run around the slide and indicate the margins to be respected between the text and the edge of the slide.">
            <a:extLst>
              <a:ext uri="{FF2B5EF4-FFF2-40B4-BE49-F238E27FC236}">
                <a16:creationId xmlns:a16="http://schemas.microsoft.com/office/drawing/2014/main" id="{C29D599E-A1E8-E49B-BDD5-5909AAFF3E73}"/>
              </a:ext>
            </a:extLst>
          </p:cNvPr>
          <p:cNvGrpSpPr/>
          <p:nvPr userDrawn="1"/>
        </p:nvGrpSpPr>
        <p:grpSpPr>
          <a:xfrm>
            <a:off x="0" y="-14436"/>
            <a:ext cx="12192000" cy="6872436"/>
            <a:chOff x="0" y="-14436"/>
            <a:chExt cx="12192000" cy="6872436"/>
          </a:xfrm>
        </p:grpSpPr>
        <p:cxnSp>
          <p:nvCxnSpPr>
            <p:cNvPr id="43" name="Straight Connector 20">
              <a:extLst>
                <a:ext uri="{FF2B5EF4-FFF2-40B4-BE49-F238E27FC236}">
                  <a16:creationId xmlns:a16="http://schemas.microsoft.com/office/drawing/2014/main" id="{BD808427-9E7D-D39B-11C0-8782E180B16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423984" y="-14436"/>
              <a:ext cx="0" cy="6872436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13">
              <a:extLst>
                <a:ext uri="{FF2B5EF4-FFF2-40B4-BE49-F238E27FC236}">
                  <a16:creationId xmlns:a16="http://schemas.microsoft.com/office/drawing/2014/main" id="{B50D0714-1003-44F7-48B7-17DB00E26D0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0" y="404813"/>
              <a:ext cx="12192000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17">
              <a:extLst>
                <a:ext uri="{FF2B5EF4-FFF2-40B4-BE49-F238E27FC236}">
                  <a16:creationId xmlns:a16="http://schemas.microsoft.com/office/drawing/2014/main" id="{CE78C61B-5C4E-5A68-C4D0-8CB087C7F65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766753" y="-14436"/>
              <a:ext cx="0" cy="6872436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21">
              <a:extLst>
                <a:ext uri="{FF2B5EF4-FFF2-40B4-BE49-F238E27FC236}">
                  <a16:creationId xmlns:a16="http://schemas.microsoft.com/office/drawing/2014/main" id="{3584A021-5771-28C1-086C-6F974EF1C2A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0" y="6236414"/>
              <a:ext cx="12192000" cy="0"/>
            </a:xfrm>
            <a:prstGeom prst="line">
              <a:avLst/>
            </a:prstGeom>
            <a:ln>
              <a:solidFill>
                <a:srgbClr val="FF00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5" name="Connecteur droit avec flèche 44">
            <a:extLst>
              <a:ext uri="{FF2B5EF4-FFF2-40B4-BE49-F238E27FC236}">
                <a16:creationId xmlns:a16="http://schemas.microsoft.com/office/drawing/2014/main" id="{8D16077E-064C-37D0-9ED5-6EB31B62FD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5808508" y="2702848"/>
            <a:ext cx="0" cy="427173"/>
          </a:xfrm>
          <a:prstGeom prst="straightConnector1">
            <a:avLst/>
          </a:prstGeom>
          <a:ln w="12700">
            <a:solidFill>
              <a:srgbClr val="FF2A4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B6FF329D-DE27-6A90-002D-FC08D1AF54DE}"/>
              </a:ext>
            </a:extLst>
          </p:cNvPr>
          <p:cNvSpPr/>
          <p:nvPr userDrawn="1"/>
        </p:nvSpPr>
        <p:spPr>
          <a:xfrm rot="2411869">
            <a:off x="9981437" y="247938"/>
            <a:ext cx="3151694" cy="638614"/>
          </a:xfrm>
          <a:custGeom>
            <a:avLst/>
            <a:gdLst>
              <a:gd name="connsiteX0" fmla="*/ 0 w 3151694"/>
              <a:gd name="connsiteY0" fmla="*/ 638614 h 638614"/>
              <a:gd name="connsiteX1" fmla="*/ 755756 w 3151694"/>
              <a:gd name="connsiteY1" fmla="*/ 0 h 638614"/>
              <a:gd name="connsiteX2" fmla="*/ 2612065 w 3151694"/>
              <a:gd name="connsiteY2" fmla="*/ 0 h 638614"/>
              <a:gd name="connsiteX3" fmla="*/ 3151694 w 3151694"/>
              <a:gd name="connsiteY3" fmla="*/ 638614 h 638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1694" h="638614">
                <a:moveTo>
                  <a:pt x="0" y="638614"/>
                </a:moveTo>
                <a:lnTo>
                  <a:pt x="755756" y="0"/>
                </a:lnTo>
                <a:lnTo>
                  <a:pt x="2612065" y="0"/>
                </a:lnTo>
                <a:lnTo>
                  <a:pt x="3151694" y="638614"/>
                </a:lnTo>
                <a:close/>
              </a:path>
            </a:pathLst>
          </a:custGeom>
          <a:solidFill>
            <a:srgbClr val="FF2A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>
                <a:solidFill>
                  <a:schemeClr val="bg1">
                    <a:lumMod val="100000"/>
                  </a:schemeClr>
                </a:solidFill>
                <a:ea typeface="+mj-ea"/>
                <a:cs typeface="+mj-cs"/>
              </a:rPr>
              <a:t>To be deleted</a:t>
            </a:r>
          </a:p>
        </p:txBody>
      </p:sp>
    </p:spTree>
    <p:extLst>
      <p:ext uri="{BB962C8B-B14F-4D97-AF65-F5344CB8AC3E}">
        <p14:creationId xmlns:p14="http://schemas.microsoft.com/office/powerpoint/2010/main" val="24008285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ow to use of the additional functional colors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D964B1C5-C358-871B-CA19-F74DB0D2D4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4"/>
            <a:ext cx="11341398" cy="936774"/>
          </a:xfrm>
        </p:spPr>
        <p:txBody>
          <a:bodyPr/>
          <a:lstStyle>
            <a:lvl1pPr>
              <a:defRPr sz="2400"/>
            </a:lvl1pPr>
          </a:lstStyle>
          <a:p>
            <a:r>
              <a:rPr lang="en-GB"/>
              <a:t>How to use of the additional functional colors </a:t>
            </a:r>
          </a:p>
        </p:txBody>
      </p:sp>
      <p:sp>
        <p:nvSpPr>
          <p:cNvPr id="2" name="Toptitle placeholder 1">
            <a:extLst>
              <a:ext uri="{FF2B5EF4-FFF2-40B4-BE49-F238E27FC236}">
                <a16:creationId xmlns:a16="http://schemas.microsoft.com/office/drawing/2014/main" id="{D1B40373-C58F-9D2F-924E-36B7D28F88E0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11342769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sz="1000" noProof="0">
                <a:solidFill>
                  <a:schemeClr val="accent3"/>
                </a:solidFill>
                <a:latin typeface="+mn-lt"/>
              </a:rPr>
              <a:t>How to use the Wavestone ppt template</a:t>
            </a:r>
          </a:p>
        </p:txBody>
      </p:sp>
      <p:sp>
        <p:nvSpPr>
          <p:cNvPr id="4" name="Copyright Wavestone and page 4">
            <a:extLst>
              <a:ext uri="{FF2B5EF4-FFF2-40B4-BE49-F238E27FC236}">
                <a16:creationId xmlns:a16="http://schemas.microsoft.com/office/drawing/2014/main" id="{59F3967A-8196-D78B-8AC8-7BE6285CE5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 userDrawn="1"/>
        </p:nvSpPr>
        <p:spPr bwMode="ltGray">
          <a:xfrm>
            <a:off x="10591800" y="6578600"/>
            <a:ext cx="1189038" cy="239774"/>
          </a:xfrm>
          <a:prstGeom prst="rect">
            <a:avLst/>
          </a:prstGeom>
        </p:spPr>
        <p:txBody>
          <a:bodyPr lIns="0" rIns="0" anchor="ctr"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173C6A"/>
              </a:buClr>
              <a:buSzTx/>
              <a:buFontTx/>
              <a:buNone/>
              <a:tabLst/>
              <a:defRPr/>
            </a:pP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© 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  <a:cs typeface="Poppins" panose="00000500000000000000" pitchFamily="2" charset="0"/>
              </a:rPr>
              <a:t>WAVESTONE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 | </a:t>
            </a:r>
            <a:fld id="{55EE84F1-812F-F440-AFF9-6DD93A744E0D}" type="slidenum">
              <a:rPr lang="en-GB" sz="700" smtClean="0">
                <a:solidFill>
                  <a:schemeClr val="bg2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173C6A"/>
                </a:buClr>
                <a:buSzTx/>
                <a:buFontTx/>
                <a:buNone/>
                <a:tabLst/>
                <a:defRPr/>
              </a:pPr>
              <a:t>‹N°›</a:t>
            </a:fld>
            <a:endParaRPr lang="en-GB" sz="700">
              <a:solidFill>
                <a:schemeClr val="bg2">
                  <a:lumMod val="100000"/>
                </a:schemeClr>
              </a:solidFill>
              <a:latin typeface="+mn-lt"/>
              <a:cs typeface="Poppins Light" panose="00000400000000000000" pitchFamily="2" charset="0"/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0060109F-C83F-0CF3-04A6-DA51F27FCE69}"/>
              </a:ext>
            </a:extLst>
          </p:cNvPr>
          <p:cNvGrpSpPr>
            <a:grpSpLocks/>
          </p:cNvGrpSpPr>
          <p:nvPr userDrawn="1"/>
        </p:nvGrpSpPr>
        <p:grpSpPr>
          <a:xfrm>
            <a:off x="423985" y="1422045"/>
            <a:ext cx="3963236" cy="2231602"/>
            <a:chOff x="2229058" y="873051"/>
            <a:chExt cx="8128000" cy="5418667"/>
          </a:xfrm>
        </p:grpSpPr>
        <p:graphicFrame>
          <p:nvGraphicFramePr>
            <p:cNvPr id="7" name="Diagramm 4">
              <a:extLst>
                <a:ext uri="{FF2B5EF4-FFF2-40B4-BE49-F238E27FC236}">
                  <a16:creationId xmlns:a16="http://schemas.microsoft.com/office/drawing/2014/main" id="{BD6F8EAF-E0CD-885C-4DCA-B0C0D9645E6A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459696542"/>
                </p:ext>
              </p:extLst>
            </p:nvPr>
          </p:nvGraphicFramePr>
          <p:xfrm>
            <a:off x="2229058" y="873051"/>
            <a:ext cx="8128000" cy="541866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1"/>
            </a:graphicData>
          </a:graphic>
        </p:graphicFrame>
        <p:sp>
          <p:nvSpPr>
            <p:cNvPr id="9" name="Rechteck 8">
              <a:extLst>
                <a:ext uri="{FF2B5EF4-FFF2-40B4-BE49-F238E27FC236}">
                  <a16:creationId xmlns:a16="http://schemas.microsoft.com/office/drawing/2014/main" id="{73DE68C6-4F7B-5FAC-9790-42C4C328D7B9}"/>
                </a:ext>
              </a:extLst>
            </p:cNvPr>
            <p:cNvSpPr/>
            <p:nvPr/>
          </p:nvSpPr>
          <p:spPr>
            <a:xfrm>
              <a:off x="5161768" y="2960586"/>
              <a:ext cx="1003612" cy="622782"/>
            </a:xfrm>
            <a:prstGeom prst="roundRect">
              <a:avLst>
                <a:gd name="adj" fmla="val 14684"/>
              </a:avLst>
            </a:prstGeom>
            <a:noFill/>
            <a:ln w="50800">
              <a:solidFill>
                <a:srgbClr val="FF2A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spcBef>
                  <a:spcPts val="600"/>
                </a:spcBef>
              </a:pPr>
              <a:endParaRPr lang="en-US" sz="2000">
                <a:solidFill>
                  <a:schemeClr val="bg2"/>
                </a:solidFill>
                <a:ea typeface="+mj-ea"/>
                <a:cs typeface="+mj-cs"/>
              </a:endParaRPr>
            </a:p>
          </p:txBody>
        </p:sp>
      </p:grpSp>
      <p:graphicFrame>
        <p:nvGraphicFramePr>
          <p:cNvPr id="10" name="Object 3">
            <a:extLst>
              <a:ext uri="{FF2B5EF4-FFF2-40B4-BE49-F238E27FC236}">
                <a16:creationId xmlns:a16="http://schemas.microsoft.com/office/drawing/2014/main" id="{55A16451-D3FB-E398-A9BC-71040445FD2F}"/>
              </a:ext>
            </a:extLst>
          </p:cNvPr>
          <p:cNvGraphicFramePr>
            <a:graphicFrameLocks noChangeAspect="1"/>
          </p:cNvGraphicFramePr>
          <p:nvPr userDrawn="1">
            <p:extLst>
              <p:ext uri="{D42A27DB-BD31-4B8C-83A1-F6EECF244321}">
                <p14:modId xmlns:p14="http://schemas.microsoft.com/office/powerpoint/2010/main" val="3193886637"/>
              </p:ext>
            </p:extLst>
          </p:nvPr>
        </p:nvGraphicFramePr>
        <p:xfrm>
          <a:off x="-1741188" y="3450085"/>
          <a:ext cx="6789724" cy="34988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2"/>
          </a:graphicData>
        </a:graphic>
      </p:graphicFrame>
      <p:graphicFrame>
        <p:nvGraphicFramePr>
          <p:cNvPr id="11" name="Table 16">
            <a:extLst>
              <a:ext uri="{FF2B5EF4-FFF2-40B4-BE49-F238E27FC236}">
                <a16:creationId xmlns:a16="http://schemas.microsoft.com/office/drawing/2014/main" id="{30F20576-E23A-DFAB-EC1C-CA834D66D11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43287785"/>
              </p:ext>
            </p:extLst>
          </p:nvPr>
        </p:nvGraphicFramePr>
        <p:xfrm>
          <a:off x="5246253" y="1341438"/>
          <a:ext cx="5117272" cy="4895849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802578">
                  <a:extLst>
                    <a:ext uri="{9D8B030D-6E8A-4147-A177-3AD203B41FA5}">
                      <a16:colId xmlns:a16="http://schemas.microsoft.com/office/drawing/2014/main" val="4217309891"/>
                    </a:ext>
                  </a:extLst>
                </a:gridCol>
                <a:gridCol w="1657347">
                  <a:extLst>
                    <a:ext uri="{9D8B030D-6E8A-4147-A177-3AD203B41FA5}">
                      <a16:colId xmlns:a16="http://schemas.microsoft.com/office/drawing/2014/main" val="3356437581"/>
                    </a:ext>
                  </a:extLst>
                </a:gridCol>
                <a:gridCol w="1657347">
                  <a:extLst>
                    <a:ext uri="{9D8B030D-6E8A-4147-A177-3AD203B41FA5}">
                      <a16:colId xmlns:a16="http://schemas.microsoft.com/office/drawing/2014/main" val="3792963261"/>
                    </a:ext>
                  </a:extLst>
                </a:gridCol>
              </a:tblGrid>
              <a:tr h="460579">
                <a:tc>
                  <a:txBody>
                    <a:bodyPr/>
                    <a:lstStyle/>
                    <a:p>
                      <a:r>
                        <a:rPr lang="en-GB" sz="1600" b="0">
                          <a:solidFill>
                            <a:schemeClr val="bg2"/>
                          </a:solidFill>
                          <a:latin typeface="+mj-lt"/>
                        </a:rPr>
                        <a:t>Projects</a:t>
                      </a: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600" b="0">
                          <a:solidFill>
                            <a:schemeClr val="bg2"/>
                          </a:solidFill>
                          <a:latin typeface="+mj-lt"/>
                        </a:rPr>
                        <a:t>Start-End Data</a:t>
                      </a: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>
                        <a:latin typeface="Century Gothic" panose="020B0502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40665866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01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Jan 01 - Feb 29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2993714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02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Jan 01 - Mar 05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6635272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03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Feb 10 - Apr 13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469755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04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Feb 20 - May 01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2667513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05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Mar 07 - May 15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8785817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06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Apr 10 - May 01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0854258"/>
                  </a:ext>
                </a:extLst>
              </a:tr>
              <a:tr h="633610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Project 07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>
                              <a:lumMod val="100000"/>
                            </a:schemeClr>
                          </a:solidFill>
                        </a:rPr>
                        <a:t>May 10 - Jun 30</a:t>
                      </a:r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>
                        <a:solidFill>
                          <a:schemeClr val="tx1">
                            <a:lumMod val="100000"/>
                          </a:schemeClr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108000" marR="108000" marT="25629" marB="25629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4655169"/>
                  </a:ext>
                </a:extLst>
              </a:tr>
            </a:tbl>
          </a:graphicData>
        </a:graphic>
      </p:graphicFrame>
      <p:sp>
        <p:nvSpPr>
          <p:cNvPr id="12" name="Rectangle: Rounded Corners 17">
            <a:extLst>
              <a:ext uri="{FF2B5EF4-FFF2-40B4-BE49-F238E27FC236}">
                <a16:creationId xmlns:a16="http://schemas.microsoft.com/office/drawing/2014/main" id="{0A05B90B-78DA-FC43-B8D6-17CDABCF5C6A}"/>
              </a:ext>
            </a:extLst>
          </p:cNvPr>
          <p:cNvSpPr>
            <a:spLocks/>
          </p:cNvSpPr>
          <p:nvPr userDrawn="1"/>
        </p:nvSpPr>
        <p:spPr>
          <a:xfrm>
            <a:off x="8761075" y="1974566"/>
            <a:ext cx="1152000" cy="2880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Completed</a:t>
            </a:r>
          </a:p>
        </p:txBody>
      </p:sp>
      <p:sp>
        <p:nvSpPr>
          <p:cNvPr id="13" name="Rectangle: Rounded Corners 18">
            <a:extLst>
              <a:ext uri="{FF2B5EF4-FFF2-40B4-BE49-F238E27FC236}">
                <a16:creationId xmlns:a16="http://schemas.microsoft.com/office/drawing/2014/main" id="{6A5B49DF-7928-FBDB-AEBB-D6CC295ECB71}"/>
              </a:ext>
            </a:extLst>
          </p:cNvPr>
          <p:cNvSpPr>
            <a:spLocks/>
          </p:cNvSpPr>
          <p:nvPr userDrawn="1"/>
        </p:nvSpPr>
        <p:spPr>
          <a:xfrm>
            <a:off x="8761075" y="2607157"/>
            <a:ext cx="1152000" cy="2880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Completed</a:t>
            </a:r>
          </a:p>
        </p:txBody>
      </p:sp>
      <p:sp>
        <p:nvSpPr>
          <p:cNvPr id="14" name="Rectangle: Rounded Corners 19">
            <a:extLst>
              <a:ext uri="{FF2B5EF4-FFF2-40B4-BE49-F238E27FC236}">
                <a16:creationId xmlns:a16="http://schemas.microsoft.com/office/drawing/2014/main" id="{5B2C4874-5722-F7B1-6280-F15ABA21204B}"/>
              </a:ext>
            </a:extLst>
          </p:cNvPr>
          <p:cNvSpPr>
            <a:spLocks/>
          </p:cNvSpPr>
          <p:nvPr userDrawn="1"/>
        </p:nvSpPr>
        <p:spPr>
          <a:xfrm>
            <a:off x="8761075" y="3239748"/>
            <a:ext cx="1152000" cy="2880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Completed</a:t>
            </a:r>
          </a:p>
        </p:txBody>
      </p:sp>
      <p:sp>
        <p:nvSpPr>
          <p:cNvPr id="15" name="Rectangle: Rounded Corners 20">
            <a:extLst>
              <a:ext uri="{FF2B5EF4-FFF2-40B4-BE49-F238E27FC236}">
                <a16:creationId xmlns:a16="http://schemas.microsoft.com/office/drawing/2014/main" id="{F6A724E2-D8EC-2D6D-8D5E-FBA6F0A018FA}"/>
              </a:ext>
            </a:extLst>
          </p:cNvPr>
          <p:cNvSpPr>
            <a:spLocks/>
          </p:cNvSpPr>
          <p:nvPr userDrawn="1"/>
        </p:nvSpPr>
        <p:spPr>
          <a:xfrm>
            <a:off x="8761075" y="3872339"/>
            <a:ext cx="1152000" cy="288000"/>
          </a:xfrm>
          <a:prstGeom prst="roundRect">
            <a:avLst>
              <a:gd name="adj" fmla="val 50000"/>
            </a:avLst>
          </a:prstGeom>
          <a:solidFill>
            <a:srgbClr val="FFCA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Ongoing</a:t>
            </a:r>
          </a:p>
        </p:txBody>
      </p:sp>
      <p:sp>
        <p:nvSpPr>
          <p:cNvPr id="18" name="Rectangle: Rounded Corners 21">
            <a:extLst>
              <a:ext uri="{FF2B5EF4-FFF2-40B4-BE49-F238E27FC236}">
                <a16:creationId xmlns:a16="http://schemas.microsoft.com/office/drawing/2014/main" id="{536BBFFD-2094-B44B-03B9-42549457791A}"/>
              </a:ext>
            </a:extLst>
          </p:cNvPr>
          <p:cNvSpPr>
            <a:spLocks/>
          </p:cNvSpPr>
          <p:nvPr userDrawn="1"/>
        </p:nvSpPr>
        <p:spPr>
          <a:xfrm>
            <a:off x="8761075" y="4504930"/>
            <a:ext cx="1152000" cy="288000"/>
          </a:xfrm>
          <a:prstGeom prst="roundRect">
            <a:avLst>
              <a:gd name="adj" fmla="val 50000"/>
            </a:avLst>
          </a:prstGeom>
          <a:solidFill>
            <a:srgbClr val="FF2A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Issues</a:t>
            </a:r>
          </a:p>
        </p:txBody>
      </p:sp>
      <p:sp>
        <p:nvSpPr>
          <p:cNvPr id="21" name="Rectangle: Rounded Corners 22">
            <a:extLst>
              <a:ext uri="{FF2B5EF4-FFF2-40B4-BE49-F238E27FC236}">
                <a16:creationId xmlns:a16="http://schemas.microsoft.com/office/drawing/2014/main" id="{431675A2-681C-6A9C-5E20-79C492FCB478}"/>
              </a:ext>
            </a:extLst>
          </p:cNvPr>
          <p:cNvSpPr>
            <a:spLocks/>
          </p:cNvSpPr>
          <p:nvPr userDrawn="1"/>
        </p:nvSpPr>
        <p:spPr>
          <a:xfrm>
            <a:off x="8761075" y="5137521"/>
            <a:ext cx="1152000" cy="288000"/>
          </a:xfrm>
          <a:prstGeom prst="roundRect">
            <a:avLst>
              <a:gd name="adj" fmla="val 50000"/>
            </a:avLst>
          </a:prstGeom>
          <a:solidFill>
            <a:schemeClr val="accent6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Not Started</a:t>
            </a:r>
          </a:p>
        </p:txBody>
      </p:sp>
      <p:sp>
        <p:nvSpPr>
          <p:cNvPr id="22" name="Rectangle: Rounded Corners 23">
            <a:extLst>
              <a:ext uri="{FF2B5EF4-FFF2-40B4-BE49-F238E27FC236}">
                <a16:creationId xmlns:a16="http://schemas.microsoft.com/office/drawing/2014/main" id="{26D31350-EE5F-7F8C-0037-43B877022DE7}"/>
              </a:ext>
            </a:extLst>
          </p:cNvPr>
          <p:cNvSpPr>
            <a:spLocks/>
          </p:cNvSpPr>
          <p:nvPr userDrawn="1"/>
        </p:nvSpPr>
        <p:spPr>
          <a:xfrm>
            <a:off x="8761075" y="5770112"/>
            <a:ext cx="1152000" cy="288000"/>
          </a:xfrm>
          <a:prstGeom prst="roundRect">
            <a:avLst>
              <a:gd name="adj" fmla="val 50000"/>
            </a:avLst>
          </a:prstGeom>
          <a:solidFill>
            <a:srgbClr val="FFCA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 SemiBold"/>
                <a:ea typeface="+mn-ea"/>
                <a:cs typeface="+mn-cs"/>
              </a:rPr>
              <a:t>Ongoing</a:t>
            </a:r>
          </a:p>
        </p:txBody>
      </p:sp>
      <p:grpSp>
        <p:nvGrpSpPr>
          <p:cNvPr id="23" name="Groupe 22" descr="Traffic light ">
            <a:extLst>
              <a:ext uri="{FF2B5EF4-FFF2-40B4-BE49-F238E27FC236}">
                <a16:creationId xmlns:a16="http://schemas.microsoft.com/office/drawing/2014/main" id="{EA73B69A-0506-0DEA-79FD-922712681564}"/>
              </a:ext>
            </a:extLst>
          </p:cNvPr>
          <p:cNvGrpSpPr/>
          <p:nvPr userDrawn="1">
            <p:custDataLst>
              <p:tags r:id="rId1"/>
            </p:custDataLst>
          </p:nvPr>
        </p:nvGrpSpPr>
        <p:grpSpPr>
          <a:xfrm>
            <a:off x="10998880" y="2425668"/>
            <a:ext cx="504824" cy="1795982"/>
            <a:chOff x="1547813" y="902234"/>
            <a:chExt cx="504824" cy="1795982"/>
          </a:xfrm>
        </p:grpSpPr>
        <p:sp>
          <p:nvSpPr>
            <p:cNvPr id="28" name="Oval 1 [0]" hidden="1">
              <a:extLst>
                <a:ext uri="{FF2B5EF4-FFF2-40B4-BE49-F238E27FC236}">
                  <a16:creationId xmlns:a16="http://schemas.microsoft.com/office/drawing/2014/main" id="{B82BEC6A-F92C-5DEF-6BC1-604EBED7EADB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 rot="5400000">
              <a:off x="1547813" y="902234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1" name="Oval 2 [0]" hidden="1">
              <a:extLst>
                <a:ext uri="{FF2B5EF4-FFF2-40B4-BE49-F238E27FC236}">
                  <a16:creationId xmlns:a16="http://schemas.microsoft.com/office/drawing/2014/main" id="{7B522954-45F0-3C1F-6052-117AC046740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5400000">
              <a:off x="1547813" y="1547813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6" name="Oval 3 [0]" hidden="1">
              <a:extLst>
                <a:ext uri="{FF2B5EF4-FFF2-40B4-BE49-F238E27FC236}">
                  <a16:creationId xmlns:a16="http://schemas.microsoft.com/office/drawing/2014/main" id="{2489FEC7-F824-E4BE-4B01-0FDE1EF427BC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5400000">
              <a:off x="1547813" y="2193392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7" name="Oval 1 [1]" hidden="1">
              <a:extLst>
                <a:ext uri="{FF2B5EF4-FFF2-40B4-BE49-F238E27FC236}">
                  <a16:creationId xmlns:a16="http://schemas.microsoft.com/office/drawing/2014/main" id="{D2B5E57C-D875-9EC2-EFDE-C48B95CFE816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 rot="5400000">
              <a:off x="1547813" y="902234"/>
              <a:ext cx="504824" cy="504824"/>
            </a:xfrm>
            <a:prstGeom prst="ellipse">
              <a:avLst/>
            </a:prstGeom>
            <a:solidFill>
              <a:srgbClr val="FF2A4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8" name="Oval 2 [1]" hidden="1">
              <a:extLst>
                <a:ext uri="{FF2B5EF4-FFF2-40B4-BE49-F238E27FC236}">
                  <a16:creationId xmlns:a16="http://schemas.microsoft.com/office/drawing/2014/main" id="{D47C1051-F5B4-BBAA-579A-76294C2A5966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5400000">
              <a:off x="1547813" y="1547813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9" name="Oval 3 [1]" hidden="1">
              <a:extLst>
                <a:ext uri="{FF2B5EF4-FFF2-40B4-BE49-F238E27FC236}">
                  <a16:creationId xmlns:a16="http://schemas.microsoft.com/office/drawing/2014/main" id="{BDEF1BFA-655D-48FF-9798-F420FABB1B63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5400000">
              <a:off x="1547813" y="2193392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0" name="Oval 1 [2]" hidden="1">
              <a:extLst>
                <a:ext uri="{FF2B5EF4-FFF2-40B4-BE49-F238E27FC236}">
                  <a16:creationId xmlns:a16="http://schemas.microsoft.com/office/drawing/2014/main" id="{AA6D3EB2-55BF-20E2-9169-55549A9BAB08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 rot="5400000">
              <a:off x="1547813" y="902234"/>
              <a:ext cx="504824" cy="504824"/>
            </a:xfrm>
            <a:prstGeom prst="ellipse">
              <a:avLst/>
            </a:prstGeom>
            <a:solidFill>
              <a:srgbClr val="FF2A4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1" name="Oval 2 [2]" hidden="1">
              <a:extLst>
                <a:ext uri="{FF2B5EF4-FFF2-40B4-BE49-F238E27FC236}">
                  <a16:creationId xmlns:a16="http://schemas.microsoft.com/office/drawing/2014/main" id="{E8BAFBE4-CA33-BFB7-BCB9-4A6F0868EFF6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5400000">
              <a:off x="1547813" y="1547813"/>
              <a:ext cx="504824" cy="504824"/>
            </a:xfrm>
            <a:prstGeom prst="ellipse">
              <a:avLst/>
            </a:prstGeom>
            <a:solidFill>
              <a:srgbClr val="FFCA4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2" name="Oval 3 [2]" hidden="1">
              <a:extLst>
                <a:ext uri="{FF2B5EF4-FFF2-40B4-BE49-F238E27FC236}">
                  <a16:creationId xmlns:a16="http://schemas.microsoft.com/office/drawing/2014/main" id="{A0763C6A-F7FF-AA3D-3FE8-9DBBE8829013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 rot="5400000">
              <a:off x="1547813" y="2193392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3" name="Oval 1 [4]">
              <a:extLst>
                <a:ext uri="{FF2B5EF4-FFF2-40B4-BE49-F238E27FC236}">
                  <a16:creationId xmlns:a16="http://schemas.microsoft.com/office/drawing/2014/main" id="{49485F17-4204-E839-1BE1-7F4AC9E10FAC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 rot="5400000">
              <a:off x="1547813" y="902234"/>
              <a:ext cx="504824" cy="504824"/>
            </a:xfrm>
            <a:prstGeom prst="ellipse">
              <a:avLst/>
            </a:prstGeom>
            <a:solidFill>
              <a:srgbClr val="FF2A4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4" name="Oval 2 [4]">
              <a:extLst>
                <a:ext uri="{FF2B5EF4-FFF2-40B4-BE49-F238E27FC236}">
                  <a16:creationId xmlns:a16="http://schemas.microsoft.com/office/drawing/2014/main" id="{68F67DB8-A70B-2B4F-A2EC-3EEFDB79438D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5400000">
              <a:off x="1547813" y="1547813"/>
              <a:ext cx="504824" cy="504824"/>
            </a:xfrm>
            <a:prstGeom prst="ellipse">
              <a:avLst/>
            </a:prstGeom>
            <a:solidFill>
              <a:srgbClr val="FFCA4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5" name="Oval 3 [4]">
              <a:extLst>
                <a:ext uri="{FF2B5EF4-FFF2-40B4-BE49-F238E27FC236}">
                  <a16:creationId xmlns:a16="http://schemas.microsoft.com/office/drawing/2014/main" id="{FED08F34-311E-A53E-E67E-E2009282E111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 rot="5400000">
              <a:off x="1547813" y="2193392"/>
              <a:ext cx="504824" cy="50482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6" name="Oval 1 [3]" hidden="1">
              <a:extLst>
                <a:ext uri="{FF2B5EF4-FFF2-40B4-BE49-F238E27FC236}">
                  <a16:creationId xmlns:a16="http://schemas.microsoft.com/office/drawing/2014/main" id="{49B38A42-9BA7-E8D6-8FB0-2D364D4D0BBA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 rot="5400000">
              <a:off x="1547813" y="902234"/>
              <a:ext cx="504824" cy="504824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7" name="Oval 2 [3]" hidden="1">
              <a:extLst>
                <a:ext uri="{FF2B5EF4-FFF2-40B4-BE49-F238E27FC236}">
                  <a16:creationId xmlns:a16="http://schemas.microsoft.com/office/drawing/2014/main" id="{89CDF7AC-30E5-7F90-33C8-22F546DAEA3A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5400000">
              <a:off x="1547813" y="1547813"/>
              <a:ext cx="504824" cy="504824"/>
            </a:xfrm>
            <a:prstGeom prst="ellipse">
              <a:avLst/>
            </a:prstGeom>
            <a:solidFill>
              <a:srgbClr val="FFCA4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8" name="Oval 3 [3]" hidden="1">
              <a:extLst>
                <a:ext uri="{FF2B5EF4-FFF2-40B4-BE49-F238E27FC236}">
                  <a16:creationId xmlns:a16="http://schemas.microsoft.com/office/drawing/2014/main" id="{C739365F-5FD8-2D81-0179-48E8FE8B4090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 rot="5400000">
              <a:off x="1547813" y="2193392"/>
              <a:ext cx="504824" cy="504824"/>
            </a:xfrm>
            <a:prstGeom prst="ellipse">
              <a:avLst/>
            </a:prstGeom>
            <a:solidFill>
              <a:schemeClr val="tx2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9" name="Oval 1 [5]" hidden="1">
              <a:extLst>
                <a:ext uri="{FF2B5EF4-FFF2-40B4-BE49-F238E27FC236}">
                  <a16:creationId xmlns:a16="http://schemas.microsoft.com/office/drawing/2014/main" id="{6DA2EA97-1F3D-7327-B579-8ED100B4A580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 rot="5400000">
              <a:off x="1547813" y="902234"/>
              <a:ext cx="504824" cy="504824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60" name="Oval 2 [5]" hidden="1">
              <a:extLst>
                <a:ext uri="{FF2B5EF4-FFF2-40B4-BE49-F238E27FC236}">
                  <a16:creationId xmlns:a16="http://schemas.microsoft.com/office/drawing/2014/main" id="{D9C1308E-3ED9-A430-1FFA-C00566A3CDE0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5400000">
              <a:off x="1547813" y="1547813"/>
              <a:ext cx="504824" cy="504824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61" name="Oval 3 [5]" hidden="1">
              <a:extLst>
                <a:ext uri="{FF2B5EF4-FFF2-40B4-BE49-F238E27FC236}">
                  <a16:creationId xmlns:a16="http://schemas.microsoft.com/office/drawing/2014/main" id="{8CD92135-9166-3B57-DB64-D1603A3DBCFA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 rot="5400000">
              <a:off x="1547813" y="2193392"/>
              <a:ext cx="504824" cy="50482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sp>
        <p:nvSpPr>
          <p:cNvPr id="16" name="Freeform: Shape 11">
            <a:extLst>
              <a:ext uri="{FF2B5EF4-FFF2-40B4-BE49-F238E27FC236}">
                <a16:creationId xmlns:a16="http://schemas.microsoft.com/office/drawing/2014/main" id="{B6FF329D-DE27-6A90-002D-FC08D1AF54DE}"/>
              </a:ext>
            </a:extLst>
          </p:cNvPr>
          <p:cNvSpPr/>
          <p:nvPr userDrawn="1"/>
        </p:nvSpPr>
        <p:spPr>
          <a:xfrm rot="2411869">
            <a:off x="9981437" y="247938"/>
            <a:ext cx="3151694" cy="638614"/>
          </a:xfrm>
          <a:custGeom>
            <a:avLst/>
            <a:gdLst>
              <a:gd name="connsiteX0" fmla="*/ 0 w 3151694"/>
              <a:gd name="connsiteY0" fmla="*/ 638614 h 638614"/>
              <a:gd name="connsiteX1" fmla="*/ 755756 w 3151694"/>
              <a:gd name="connsiteY1" fmla="*/ 0 h 638614"/>
              <a:gd name="connsiteX2" fmla="*/ 2612065 w 3151694"/>
              <a:gd name="connsiteY2" fmla="*/ 0 h 638614"/>
              <a:gd name="connsiteX3" fmla="*/ 3151694 w 3151694"/>
              <a:gd name="connsiteY3" fmla="*/ 638614 h 638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1694" h="638614">
                <a:moveTo>
                  <a:pt x="0" y="638614"/>
                </a:moveTo>
                <a:lnTo>
                  <a:pt x="755756" y="0"/>
                </a:lnTo>
                <a:lnTo>
                  <a:pt x="2612065" y="0"/>
                </a:lnTo>
                <a:lnTo>
                  <a:pt x="3151694" y="638614"/>
                </a:lnTo>
                <a:close/>
              </a:path>
            </a:pathLst>
          </a:custGeom>
          <a:solidFill>
            <a:srgbClr val="FF2A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>
                <a:solidFill>
                  <a:schemeClr val="bg1">
                    <a:lumMod val="100000"/>
                  </a:schemeClr>
                </a:solidFill>
                <a:ea typeface="+mj-ea"/>
                <a:cs typeface="+mj-cs"/>
              </a:rPr>
              <a:t>To be deleted</a:t>
            </a:r>
          </a:p>
        </p:txBody>
      </p:sp>
    </p:spTree>
    <p:extLst>
      <p:ext uri="{BB962C8B-B14F-4D97-AF65-F5344CB8AC3E}">
        <p14:creationId xmlns:p14="http://schemas.microsoft.com/office/powerpoint/2010/main" val="16114061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conography guideli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Graphic  23" descr="Orange athletics track seen from above with a touch of green (grass). Clean, graphic photography.">
            <a:extLst>
              <a:ext uri="{FF2B5EF4-FFF2-40B4-BE49-F238E27FC236}">
                <a16:creationId xmlns:a16="http://schemas.microsoft.com/office/drawing/2014/main" id="{F16D04EB-8937-1B76-D220-95B4775384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1"/>
          <a:stretch/>
        </p:blipFill>
        <p:spPr>
          <a:xfrm>
            <a:off x="7101270" y="3230899"/>
            <a:ext cx="1556230" cy="1035369"/>
          </a:xfrm>
          <a:prstGeom prst="rect">
            <a:avLst/>
          </a:prstGeom>
        </p:spPr>
      </p:pic>
      <p:pic>
        <p:nvPicPr>
          <p:cNvPr id="63" name="Graphic  14" descr="Group of unidentifiable people working at a table, seen from above. ">
            <a:extLst>
              <a:ext uri="{FF2B5EF4-FFF2-40B4-BE49-F238E27FC236}">
                <a16:creationId xmlns:a16="http://schemas.microsoft.com/office/drawing/2014/main" id="{A6295D0F-B256-4661-E38E-64F5039A5E5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499" r="3358"/>
          <a:stretch/>
        </p:blipFill>
        <p:spPr>
          <a:xfrm>
            <a:off x="7101269" y="4190065"/>
            <a:ext cx="1556230" cy="1055296"/>
          </a:xfrm>
          <a:prstGeom prst="rect">
            <a:avLst/>
          </a:prstGeom>
        </p:spPr>
      </p:pic>
      <p:pic>
        <p:nvPicPr>
          <p:cNvPr id="59" name="Graphic 6" descr="View from above of a square crossed by people. ">
            <a:extLst>
              <a:ext uri="{FF2B5EF4-FFF2-40B4-BE49-F238E27FC236}">
                <a16:creationId xmlns:a16="http://schemas.microsoft.com/office/drawing/2014/main" id="{23FBA323-355E-C962-B914-BE010ADD9E3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01270" y="5201045"/>
            <a:ext cx="1556230" cy="1035369"/>
          </a:xfrm>
          <a:prstGeom prst="rect">
            <a:avLst/>
          </a:prstGeom>
        </p:spPr>
      </p:pic>
      <p:pic>
        <p:nvPicPr>
          <p:cNvPr id="60" name="Graphic  8" descr="Rowing boat crossing the image diagonally, seen from above. Clean, graphic photography.">
            <a:extLst>
              <a:ext uri="{FF2B5EF4-FFF2-40B4-BE49-F238E27FC236}">
                <a16:creationId xmlns:a16="http://schemas.microsoft.com/office/drawing/2014/main" id="{BF4334E0-0106-7C5C-30DC-8B062C916E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651466" y="3230899"/>
            <a:ext cx="1558172" cy="1035369"/>
          </a:xfrm>
          <a:prstGeom prst="rect">
            <a:avLst/>
          </a:prstGeom>
        </p:spPr>
      </p:pic>
      <p:pic>
        <p:nvPicPr>
          <p:cNvPr id="62" name="Graphic  12" descr="Top view of a moored container ship. Graphic effect of rectangular, brightly-colored containers.">
            <a:extLst>
              <a:ext uri="{FF2B5EF4-FFF2-40B4-BE49-F238E27FC236}">
                <a16:creationId xmlns:a16="http://schemas.microsoft.com/office/drawing/2014/main" id="{4C5D95D2-1081-1361-0F67-EA49D586A93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1765"/>
          <a:stretch/>
        </p:blipFill>
        <p:spPr>
          <a:xfrm>
            <a:off x="8651466" y="4190065"/>
            <a:ext cx="1558172" cy="1053975"/>
          </a:xfrm>
          <a:prstGeom prst="rect">
            <a:avLst/>
          </a:prstGeom>
        </p:spPr>
      </p:pic>
      <p:pic>
        <p:nvPicPr>
          <p:cNvPr id="58" name="Graphic  4" descr="Close view of an unidentifiable oarsman seen from above. ">
            <a:extLst>
              <a:ext uri="{FF2B5EF4-FFF2-40B4-BE49-F238E27FC236}">
                <a16:creationId xmlns:a16="http://schemas.microsoft.com/office/drawing/2014/main" id="{958FE77D-7021-15EA-6E44-757C58E0018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97" t="1519" r="1178"/>
          <a:stretch/>
        </p:blipFill>
        <p:spPr>
          <a:xfrm>
            <a:off x="8651465" y="5201044"/>
            <a:ext cx="1558172" cy="1039126"/>
          </a:xfrm>
          <a:prstGeom prst="rect">
            <a:avLst/>
          </a:prstGeom>
        </p:spPr>
      </p:pic>
      <p:sp>
        <p:nvSpPr>
          <p:cNvPr id="3" name="Toptitle placeholder 1">
            <a:extLst>
              <a:ext uri="{FF2B5EF4-FFF2-40B4-BE49-F238E27FC236}">
                <a16:creationId xmlns:a16="http://schemas.microsoft.com/office/drawing/2014/main" id="{48424323-0C71-4544-CBF6-1C93EF1ECB49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5355" y="144313"/>
            <a:ext cx="11342769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sz="1000" noProof="0">
                <a:solidFill>
                  <a:schemeClr val="accent3"/>
                </a:solidFill>
                <a:latin typeface="+mn-lt"/>
              </a:rPr>
              <a:t>How to use the Wavestone ppt template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5CCB7FA-E880-8FB2-26C1-5B89F73ABE6B}"/>
              </a:ext>
            </a:extLst>
          </p:cNvPr>
          <p:cNvSpPr txBox="1"/>
          <p:nvPr userDrawn="1"/>
        </p:nvSpPr>
        <p:spPr>
          <a:xfrm>
            <a:off x="423984" y="822120"/>
            <a:ext cx="11344154" cy="49244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100000"/>
                  </a:schemeClr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With the rebranding of our corporate design, we will also define a new look and feel for our iconography.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100000"/>
                  </a:schemeClr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The images we use must be </a:t>
            </a: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authentic, clean (not overloaded) and modern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7604518-1748-2D15-2E33-15456C9EFFC2}"/>
              </a:ext>
            </a:extLst>
          </p:cNvPr>
          <p:cNvSpPr txBox="1"/>
          <p:nvPr userDrawn="1"/>
        </p:nvSpPr>
        <p:spPr>
          <a:xfrm>
            <a:off x="423984" y="1593191"/>
            <a:ext cx="5428176" cy="1396142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sz="1600" b="1">
                <a:solidFill>
                  <a:schemeClr val="accent3">
                    <a:lumMod val="100000"/>
                  </a:schemeClr>
                </a:solidFill>
              </a:rPr>
              <a:t>1. People</a:t>
            </a:r>
          </a:p>
          <a:p>
            <a:r>
              <a:rPr lang="en-GB" sz="1200"/>
              <a:t>We are a people-centred company. So we should use lots of images of people. </a:t>
            </a:r>
            <a:br>
              <a:rPr lang="en-GB" sz="1200"/>
            </a:br>
            <a:r>
              <a:rPr lang="en-GB" sz="1200"/>
              <a:t>The people we show must express our values: </a:t>
            </a:r>
            <a:r>
              <a:rPr lang="en-GB" sz="1200" b="1">
                <a:solidFill>
                  <a:schemeClr val="accent3">
                    <a:lumMod val="100000"/>
                  </a:schemeClr>
                </a:solidFill>
              </a:rPr>
              <a:t>Energetic, Responsible, Together.</a:t>
            </a:r>
          </a:p>
          <a:p>
            <a:pPr>
              <a:spcBef>
                <a:spcPts val="600"/>
              </a:spcBef>
              <a:spcAft>
                <a:spcPts val="0"/>
              </a:spcAft>
            </a:pPr>
            <a:r>
              <a:rPr lang="en-GB" sz="1200" b="1"/>
              <a:t>The pictures of people used must be images of our employees. </a:t>
            </a:r>
            <a:r>
              <a:rPr lang="en-GB" sz="1200" b="0"/>
              <a:t>They must represent </a:t>
            </a:r>
            <a:r>
              <a:rPr lang="en-GB" sz="1200"/>
              <a:t>positive, authentic and diverse people in focus with blurred foreground or background or eye level.</a:t>
            </a:r>
          </a:p>
        </p:txBody>
      </p:sp>
      <p:pic>
        <p:nvPicPr>
          <p:cNvPr id="38" name="Graphic  9" descr="The picture is a portrait of a smiling woman looking at the camera. A few plant stems appear in the foreground in a blurred effect. The window in the background brings brightness. ">
            <a:extLst>
              <a:ext uri="{FF2B5EF4-FFF2-40B4-BE49-F238E27FC236}">
                <a16:creationId xmlns:a16="http://schemas.microsoft.com/office/drawing/2014/main" id="{AE03EFC9-DF8F-5794-2BBD-1B73A54C1025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5705" y="3230900"/>
            <a:ext cx="1464532" cy="2196246"/>
          </a:xfrm>
          <a:prstGeom prst="rect">
            <a:avLst/>
          </a:prstGeom>
        </p:spPr>
      </p:pic>
      <p:pic>
        <p:nvPicPr>
          <p:cNvPr id="39" name="Graphic  13" descr="The picture is a portrait of a smiling woman looking off into the distance. Blurred effect in the foreground. The window in the background brings brightness. ">
            <a:extLst>
              <a:ext uri="{FF2B5EF4-FFF2-40B4-BE49-F238E27FC236}">
                <a16:creationId xmlns:a16="http://schemas.microsoft.com/office/drawing/2014/main" id="{C1687472-C80B-BF3B-957A-DF0C78942B17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3370" y="3230901"/>
            <a:ext cx="1462268" cy="2192257"/>
          </a:xfrm>
          <a:prstGeom prst="rect">
            <a:avLst/>
          </a:prstGeom>
        </p:spPr>
      </p:pic>
      <p:pic>
        <p:nvPicPr>
          <p:cNvPr id="42" name="Graphic 28" descr="Close-up of a woman looking into the distance, blurred effect and brightness from the window in the foreground.&#10;">
            <a:extLst>
              <a:ext uri="{FF2B5EF4-FFF2-40B4-BE49-F238E27FC236}">
                <a16:creationId xmlns:a16="http://schemas.microsoft.com/office/drawing/2014/main" id="{9489508A-2310-65BD-E654-16632124913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t="4890" r="2904" b="17564"/>
          <a:stretch/>
        </p:blipFill>
        <p:spPr>
          <a:xfrm>
            <a:off x="3344214" y="3234665"/>
            <a:ext cx="2530407" cy="1347609"/>
          </a:xfrm>
          <a:prstGeom prst="rect">
            <a:avLst/>
          </a:prstGeom>
        </p:spPr>
      </p:pic>
      <p:pic>
        <p:nvPicPr>
          <p:cNvPr id="43" name="Graphic  30" descr="A picture of 3 persons chatting outside, background vegetation. Trees and brightness in the background. Blurred effect at bottom left. ">
            <a:extLst>
              <a:ext uri="{FF2B5EF4-FFF2-40B4-BE49-F238E27FC236}">
                <a16:creationId xmlns:a16="http://schemas.microsoft.com/office/drawing/2014/main" id="{FB68DDAF-A6A5-F466-6103-CC57F842A2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2" t="2120" r="-427" b="11149"/>
          <a:stretch/>
        </p:blipFill>
        <p:spPr>
          <a:xfrm>
            <a:off x="425705" y="5377259"/>
            <a:ext cx="1464532" cy="860029"/>
          </a:xfrm>
          <a:prstGeom prst="rect">
            <a:avLst/>
          </a:prstGeom>
        </p:spPr>
      </p:pic>
      <p:pic>
        <p:nvPicPr>
          <p:cNvPr id="7" name="Image 6" descr="A photo of 2 people sitting on an orange sofa, chatting and smiling. Wearing neutral colors (black) in contrast with the orange. ">
            <a:extLst>
              <a:ext uri="{FF2B5EF4-FFF2-40B4-BE49-F238E27FC236}">
                <a16:creationId xmlns:a16="http://schemas.microsoft.com/office/drawing/2014/main" id="{C1C25169-6C15-1F86-B8AA-BBFB6FA01F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30" b="11271"/>
          <a:stretch/>
        </p:blipFill>
        <p:spPr>
          <a:xfrm>
            <a:off x="1883370" y="5376384"/>
            <a:ext cx="1462268" cy="860030"/>
          </a:xfrm>
          <a:prstGeom prst="rect">
            <a:avLst/>
          </a:prstGeom>
        </p:spPr>
      </p:pic>
      <p:pic>
        <p:nvPicPr>
          <p:cNvPr id="5" name="Image 4" descr="3 people wearing neutral-colored clothes (blue, white) standing and talking. Window bringing brightness in the background. ">
            <a:extLst>
              <a:ext uri="{FF2B5EF4-FFF2-40B4-BE49-F238E27FC236}">
                <a16:creationId xmlns:a16="http://schemas.microsoft.com/office/drawing/2014/main" id="{8A389D86-F66E-BEAD-2F5A-AEAC02F8BBF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995" t="6630" r="-1" b="13801"/>
          <a:stretch/>
        </p:blipFill>
        <p:spPr>
          <a:xfrm>
            <a:off x="3344214" y="4577321"/>
            <a:ext cx="2530407" cy="1659093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F23051DF-1717-5CF2-895E-7B49C40912DB}"/>
              </a:ext>
            </a:extLst>
          </p:cNvPr>
          <p:cNvSpPr txBox="1"/>
          <p:nvPr userDrawn="1"/>
        </p:nvSpPr>
        <p:spPr>
          <a:xfrm>
            <a:off x="7099325" y="1593191"/>
            <a:ext cx="4668691" cy="132343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schemeClr val="accent3">
                    <a:lumMod val="100000"/>
                  </a:schemeClr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2. Themes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We express the global and holistic approach of our company by using bird's eye view images. These images must be clean and have a graphic aesthetic. We will visualise the theme by using analogies.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1"/>
              <a:t>You can find pictures using those keywords:  </a:t>
            </a:r>
            <a:r>
              <a:rPr lang="en-GB" sz="1200"/>
              <a:t>bird‘s eye view, analogies, clean, graphic aesthetic.</a:t>
            </a:r>
          </a:p>
        </p:txBody>
      </p:sp>
      <p:sp>
        <p:nvSpPr>
          <p:cNvPr id="4" name="Wavestone copyright and page 4">
            <a:extLst>
              <a:ext uri="{FF2B5EF4-FFF2-40B4-BE49-F238E27FC236}">
                <a16:creationId xmlns:a16="http://schemas.microsoft.com/office/drawing/2014/main" id="{1FF19BEE-AB21-F1FE-5F6A-83BFBAB1A6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 userDrawn="1"/>
        </p:nvSpPr>
        <p:spPr bwMode="ltGray">
          <a:xfrm>
            <a:off x="10591800" y="6578600"/>
            <a:ext cx="1189038" cy="239774"/>
          </a:xfrm>
          <a:prstGeom prst="rect">
            <a:avLst/>
          </a:prstGeom>
        </p:spPr>
        <p:txBody>
          <a:bodyPr lIns="0" rIns="0" anchor="ctr"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173C6A"/>
              </a:buClr>
              <a:buSzTx/>
              <a:buFontTx/>
              <a:buNone/>
              <a:tabLst/>
              <a:defRPr/>
            </a:pP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© 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  <a:cs typeface="Poppins" panose="00000500000000000000" pitchFamily="2" charset="0"/>
              </a:rPr>
              <a:t>WAVESTONE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 | </a:t>
            </a:r>
            <a:fld id="{55EE84F1-812F-F440-AFF9-6DD93A744E0D}" type="slidenum">
              <a:rPr lang="en-GB" sz="700" smtClean="0">
                <a:solidFill>
                  <a:schemeClr val="bg2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173C6A"/>
                </a:buClr>
                <a:buSzTx/>
                <a:buFontTx/>
                <a:buNone/>
                <a:tabLst/>
                <a:defRPr/>
              </a:pPr>
              <a:t>‹N°›</a:t>
            </a:fld>
            <a:endParaRPr lang="en-GB" sz="700">
              <a:solidFill>
                <a:schemeClr val="bg2">
                  <a:lumMod val="100000"/>
                </a:schemeClr>
              </a:solidFill>
              <a:latin typeface="+mn-lt"/>
              <a:cs typeface="Poppins Light" panose="00000400000000000000" pitchFamily="2" charset="0"/>
            </a:endParaRPr>
          </a:p>
        </p:txBody>
      </p:sp>
      <p:pic>
        <p:nvPicPr>
          <p:cNvPr id="64" name="Graphic  16" descr="Building and parked trucks seen from above. Graphic effect of the image as it looks like piano keys. ">
            <a:extLst>
              <a:ext uri="{FF2B5EF4-FFF2-40B4-BE49-F238E27FC236}">
                <a16:creationId xmlns:a16="http://schemas.microsoft.com/office/drawing/2014/main" id="{F50E6645-ADF8-9813-8D57-99BD057EC62A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06635" y="3230899"/>
            <a:ext cx="1560118" cy="1035369"/>
          </a:xfrm>
          <a:prstGeom prst="rect">
            <a:avLst/>
          </a:prstGeom>
        </p:spPr>
      </p:pic>
      <p:pic>
        <p:nvPicPr>
          <p:cNvPr id="61" name="Graphic  10" descr="A bird's-eye view of a winding road through nature. ">
            <a:extLst>
              <a:ext uri="{FF2B5EF4-FFF2-40B4-BE49-F238E27FC236}">
                <a16:creationId xmlns:a16="http://schemas.microsoft.com/office/drawing/2014/main" id="{9F09E55B-9B46-F82B-2926-4D5FF94DA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1274"/>
          <a:stretch/>
        </p:blipFill>
        <p:spPr>
          <a:xfrm>
            <a:off x="10206635" y="4190065"/>
            <a:ext cx="1560118" cy="1048722"/>
          </a:xfrm>
          <a:prstGeom prst="rect">
            <a:avLst/>
          </a:prstGeom>
        </p:spPr>
      </p:pic>
      <p:pic>
        <p:nvPicPr>
          <p:cNvPr id="70" name="Graphic  18" descr="Lowland landscape with several wind turbines ">
            <a:extLst>
              <a:ext uri="{FF2B5EF4-FFF2-40B4-BE49-F238E27FC236}">
                <a16:creationId xmlns:a16="http://schemas.microsoft.com/office/drawing/2014/main" id="{043A184B-7EB1-19A8-87F6-0266EEB87E5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17" r="607"/>
          <a:stretch/>
        </p:blipFill>
        <p:spPr>
          <a:xfrm>
            <a:off x="10206635" y="5201043"/>
            <a:ext cx="1560118" cy="1039127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E06E8F8E-7ACE-6B0E-8998-99156358FA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5" y="404664"/>
            <a:ext cx="11342769" cy="346208"/>
          </a:xfrm>
        </p:spPr>
        <p:txBody>
          <a:bodyPr/>
          <a:lstStyle>
            <a:lvl1pPr>
              <a:defRPr sz="2400"/>
            </a:lvl1pPr>
          </a:lstStyle>
          <a:p>
            <a:r>
              <a:rPr lang="en-US"/>
              <a:t>Iconography guidelines</a:t>
            </a:r>
            <a:endParaRPr lang="en-GB"/>
          </a:p>
        </p:txBody>
      </p:sp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94519134-CAD7-8BFA-4E3B-B46AAAFCF170}"/>
              </a:ext>
            </a:extLst>
          </p:cNvPr>
          <p:cNvSpPr/>
          <p:nvPr userDrawn="1"/>
        </p:nvSpPr>
        <p:spPr>
          <a:xfrm rot="2411869">
            <a:off x="9981437" y="247938"/>
            <a:ext cx="3151694" cy="638614"/>
          </a:xfrm>
          <a:custGeom>
            <a:avLst/>
            <a:gdLst>
              <a:gd name="connsiteX0" fmla="*/ 0 w 3151694"/>
              <a:gd name="connsiteY0" fmla="*/ 638614 h 638614"/>
              <a:gd name="connsiteX1" fmla="*/ 755756 w 3151694"/>
              <a:gd name="connsiteY1" fmla="*/ 0 h 638614"/>
              <a:gd name="connsiteX2" fmla="*/ 2612065 w 3151694"/>
              <a:gd name="connsiteY2" fmla="*/ 0 h 638614"/>
              <a:gd name="connsiteX3" fmla="*/ 3151694 w 3151694"/>
              <a:gd name="connsiteY3" fmla="*/ 638614 h 638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1694" h="638614">
                <a:moveTo>
                  <a:pt x="0" y="638614"/>
                </a:moveTo>
                <a:lnTo>
                  <a:pt x="755756" y="0"/>
                </a:lnTo>
                <a:lnTo>
                  <a:pt x="2612065" y="0"/>
                </a:lnTo>
                <a:lnTo>
                  <a:pt x="3151694" y="638614"/>
                </a:lnTo>
                <a:close/>
              </a:path>
            </a:pathLst>
          </a:custGeom>
          <a:solidFill>
            <a:srgbClr val="FF2A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>
                <a:solidFill>
                  <a:schemeClr val="bg1">
                    <a:lumMod val="100000"/>
                  </a:schemeClr>
                </a:solidFill>
                <a:ea typeface="+mj-ea"/>
                <a:cs typeface="+mj-cs"/>
              </a:rPr>
              <a:t>To be deleted</a:t>
            </a:r>
          </a:p>
        </p:txBody>
      </p:sp>
    </p:spTree>
    <p:extLst>
      <p:ext uri="{BB962C8B-B14F-4D97-AF65-F5344CB8AC3E}">
        <p14:creationId xmlns:p14="http://schemas.microsoft.com/office/powerpoint/2010/main" val="19056524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gital accessibility guideli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optitle placeholder 1">
            <a:extLst>
              <a:ext uri="{FF2B5EF4-FFF2-40B4-BE49-F238E27FC236}">
                <a16:creationId xmlns:a16="http://schemas.microsoft.com/office/drawing/2014/main" id="{7E5489D5-9567-EBF2-C236-9D5B2B1B0D17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23984" y="144313"/>
            <a:ext cx="11342769" cy="260499"/>
          </a:xfrm>
          <a:prstGeom prst="rect">
            <a:avLst/>
          </a:prstGeom>
        </p:spPr>
        <p:txBody>
          <a:bodyPr lIns="0" tIns="0" rIns="0" bIns="0" anchor="b"/>
          <a:lstStyle>
            <a:lvl1pPr>
              <a:spcBef>
                <a:spcPts val="0"/>
              </a:spcBef>
              <a:defRPr sz="1000" i="0" cap="none" baseline="0">
                <a:solidFill>
                  <a:schemeClr val="accent3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defRPr>
            </a:lvl1pPr>
            <a:lvl2pPr>
              <a:defRPr sz="1000"/>
            </a:lvl2pPr>
          </a:lstStyle>
          <a:p>
            <a:pPr lvl="0"/>
            <a:r>
              <a:rPr lang="en-GB" sz="1000" noProof="0">
                <a:solidFill>
                  <a:schemeClr val="accent3"/>
                </a:solidFill>
                <a:latin typeface="+mn-lt"/>
              </a:rPr>
              <a:t>How to use the Wavestone ppt template</a:t>
            </a:r>
          </a:p>
        </p:txBody>
      </p:sp>
      <p:sp>
        <p:nvSpPr>
          <p:cNvPr id="27" name="TextBox 2">
            <a:extLst>
              <a:ext uri="{FF2B5EF4-FFF2-40B4-BE49-F238E27FC236}">
                <a16:creationId xmlns:a16="http://schemas.microsoft.com/office/drawing/2014/main" id="{85CCB7FA-E880-8FB2-26C1-5B89F73ABE6B}"/>
              </a:ext>
            </a:extLst>
          </p:cNvPr>
          <p:cNvSpPr txBox="1">
            <a:spLocks/>
          </p:cNvSpPr>
          <p:nvPr userDrawn="1"/>
        </p:nvSpPr>
        <p:spPr>
          <a:xfrm>
            <a:off x="423984" y="1341437"/>
            <a:ext cx="11344154" cy="785313"/>
          </a:xfrm>
          <a:prstGeom prst="rect">
            <a:avLst/>
          </a:prstGeom>
          <a:noFill/>
        </p:spPr>
        <p:txBody>
          <a:bodyPr wrap="square" lIns="0" tIns="0" rIns="0" bIns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As part of its CSR* approach, Wavestone is committed to create an inclusive working environment, in particular by ensuring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digital accessibility for all. Here are a few good practices to adopt to enable everyone, and in particular people with disabilities,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to see, read and understand your documents. </a:t>
            </a:r>
          </a:p>
        </p:txBody>
      </p:sp>
      <p:sp>
        <p:nvSpPr>
          <p:cNvPr id="2" name="TextBox 3">
            <a:extLst>
              <a:ext uri="{FF2B5EF4-FFF2-40B4-BE49-F238E27FC236}">
                <a16:creationId xmlns:a16="http://schemas.microsoft.com/office/drawing/2014/main" id="{E3F9AB3F-112B-9146-AD0D-FACADBB01686}"/>
              </a:ext>
            </a:extLst>
          </p:cNvPr>
          <p:cNvSpPr txBox="1">
            <a:spLocks/>
          </p:cNvSpPr>
          <p:nvPr userDrawn="1"/>
        </p:nvSpPr>
        <p:spPr>
          <a:xfrm>
            <a:off x="423863" y="6078765"/>
            <a:ext cx="11344154" cy="158524"/>
          </a:xfrm>
          <a:prstGeom prst="rect">
            <a:avLst/>
          </a:prstGeom>
          <a:noFill/>
        </p:spPr>
        <p:txBody>
          <a:bodyPr wrap="square" lIns="0" tIns="0" rIns="0" bIns="0" anchor="t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*Corporate Social Responsibility </a:t>
            </a:r>
          </a:p>
        </p:txBody>
      </p:sp>
      <p:sp>
        <p:nvSpPr>
          <p:cNvPr id="4" name="Rectangle 1: Rounded Corners 4">
            <a:extLst>
              <a:ext uri="{FF2B5EF4-FFF2-40B4-BE49-F238E27FC236}">
                <a16:creationId xmlns:a16="http://schemas.microsoft.com/office/drawing/2014/main" id="{3E004E1E-1B1E-9886-2985-3C7B030AF0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/>
        </p:nvSpPr>
        <p:spPr>
          <a:xfrm>
            <a:off x="423984" y="2181724"/>
            <a:ext cx="2727692" cy="3855794"/>
          </a:xfrm>
          <a:prstGeom prst="roundRect">
            <a:avLst>
              <a:gd name="adj" fmla="val 4754"/>
            </a:avLst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20000"/>
              </a:lnSpc>
              <a:spcAft>
                <a:spcPts val="1200"/>
              </a:spcAft>
            </a:pPr>
            <a:endParaRPr lang="en-GB" sz="2000">
              <a:solidFill>
                <a:schemeClr val="bg2"/>
              </a:solidFill>
              <a:ea typeface="+mj-ea"/>
              <a:cs typeface="+mj-cs"/>
            </a:endParaRPr>
          </a:p>
        </p:txBody>
      </p:sp>
      <p:pic>
        <p:nvPicPr>
          <p:cNvPr id="57" name="Arrow 1">
            <a:extLst>
              <a:ext uri="{FF2B5EF4-FFF2-40B4-BE49-F238E27FC236}">
                <a16:creationId xmlns:a16="http://schemas.microsoft.com/office/drawing/2014/main" id="{32E57CFE-B807-8F2A-15E5-11D17B0B54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41232" y="2445969"/>
            <a:ext cx="203991" cy="198424"/>
          </a:xfrm>
          <a:prstGeom prst="rect">
            <a:avLst/>
          </a:prstGeom>
        </p:spPr>
      </p:pic>
      <p:sp>
        <p:nvSpPr>
          <p:cNvPr id="8" name="TextBox 3">
            <a:extLst>
              <a:ext uri="{FF2B5EF4-FFF2-40B4-BE49-F238E27FC236}">
                <a16:creationId xmlns:a16="http://schemas.microsoft.com/office/drawing/2014/main" id="{127A9A04-5E18-8119-0D0A-01D79CAEB9E1}"/>
              </a:ext>
            </a:extLst>
          </p:cNvPr>
          <p:cNvSpPr txBox="1">
            <a:spLocks/>
          </p:cNvSpPr>
          <p:nvPr/>
        </p:nvSpPr>
        <p:spPr>
          <a:xfrm>
            <a:off x="825737" y="2422071"/>
            <a:ext cx="1534691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lvl="0" defTabSz="914400" rtl="0" eaLnBrk="1" latinLnBrk="0" hangingPunct="1"/>
            <a:r>
              <a:rPr lang="en-GB" sz="1600" i="0" kern="1200" cap="none" baseline="0">
                <a:solidFill>
                  <a:schemeClr val="bg2"/>
                </a:solidFill>
                <a:latin typeface="+mj-lt"/>
                <a:ea typeface="+mn-ea"/>
                <a:cs typeface="+mn-cs"/>
              </a:rPr>
              <a:t>Slide Master*</a:t>
            </a:r>
          </a:p>
        </p:txBody>
      </p:sp>
      <p:cxnSp>
        <p:nvCxnSpPr>
          <p:cNvPr id="10" name="Straight Connector 1">
            <a:extLst>
              <a:ext uri="{FF2B5EF4-FFF2-40B4-BE49-F238E27FC236}">
                <a16:creationId xmlns:a16="http://schemas.microsoft.com/office/drawing/2014/main" id="{93DD30EF-F538-02FD-EDB9-825656FD10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541232" y="2758411"/>
            <a:ext cx="2354368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4">
            <a:extLst>
              <a:ext uri="{FF2B5EF4-FFF2-40B4-BE49-F238E27FC236}">
                <a16:creationId xmlns:a16="http://schemas.microsoft.com/office/drawing/2014/main" id="{EC5EC7FC-1950-94EA-5AC3-93D3812C41C1}"/>
              </a:ext>
            </a:extLst>
          </p:cNvPr>
          <p:cNvSpPr txBox="1">
            <a:spLocks/>
          </p:cNvSpPr>
          <p:nvPr/>
        </p:nvSpPr>
        <p:spPr>
          <a:xfrm>
            <a:off x="423860" y="2844843"/>
            <a:ext cx="2727595" cy="3104798"/>
          </a:xfrm>
          <a:prstGeom prst="rect">
            <a:avLst/>
          </a:prstGeom>
          <a:noFill/>
        </p:spPr>
        <p:txBody>
          <a:bodyPr wrap="square" lIns="108000" tIns="36000" rIns="108000" bIns="36000" rtlCol="0" anchor="t">
            <a:noAutofit/>
          </a:bodyPr>
          <a:lstStyle/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Make maximum use of the elements provided by the Slide Master (title insert, shapes, fonts, colours)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Only use one Slide Master per presentation (</a:t>
            </a:r>
            <a:r>
              <a:rPr lang="en-GB" sz="1200" u="none">
                <a:solidFill>
                  <a:schemeClr val="bg2"/>
                </a:solidFill>
              </a:rPr>
              <a:t>do not import slides from old templates)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Set document language according to content language</a:t>
            </a:r>
          </a:p>
          <a:p>
            <a:pPr marL="0" indent="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None/>
            </a:pPr>
            <a:r>
              <a:rPr lang="en-GB" sz="1200" i="1">
                <a:solidFill>
                  <a:schemeClr val="bg2"/>
                </a:solidFill>
              </a:rPr>
              <a:t>*Slide Master (accessible via the "View" tab) controls the appearance of your presentation (background, fonts, etc.)</a:t>
            </a:r>
            <a:endParaRPr lang="en-GB" sz="1400" i="1">
              <a:solidFill>
                <a:schemeClr val="bg2"/>
              </a:solidFill>
              <a:highlight>
                <a:srgbClr val="FFFF00"/>
              </a:highlight>
            </a:endParaRP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endParaRPr lang="en-GB" sz="1600">
              <a:solidFill>
                <a:schemeClr val="bg2"/>
              </a:solidFill>
            </a:endParaRPr>
          </a:p>
        </p:txBody>
      </p:sp>
      <p:sp>
        <p:nvSpPr>
          <p:cNvPr id="15" name="Rectangle 2: Rounded Corners 5">
            <a:extLst>
              <a:ext uri="{FF2B5EF4-FFF2-40B4-BE49-F238E27FC236}">
                <a16:creationId xmlns:a16="http://schemas.microsoft.com/office/drawing/2014/main" id="{C8A12AF9-3E0F-5FD5-F60B-6450B6DDD1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/>
        </p:nvSpPr>
        <p:spPr>
          <a:xfrm>
            <a:off x="3295676" y="2181724"/>
            <a:ext cx="2727692" cy="3855794"/>
          </a:xfrm>
          <a:prstGeom prst="roundRect">
            <a:avLst>
              <a:gd name="adj" fmla="val 4754"/>
            </a:avLst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20000"/>
              </a:lnSpc>
              <a:spcAft>
                <a:spcPts val="1200"/>
              </a:spcAft>
            </a:pPr>
            <a:endParaRPr lang="en-GB" sz="2000">
              <a:solidFill>
                <a:schemeClr val="bg2"/>
              </a:solidFill>
              <a:ea typeface="+mj-ea"/>
              <a:cs typeface="+mj-cs"/>
            </a:endParaRPr>
          </a:p>
        </p:txBody>
      </p:sp>
      <p:pic>
        <p:nvPicPr>
          <p:cNvPr id="9" name="Arrow 2">
            <a:extLst>
              <a:ext uri="{FF2B5EF4-FFF2-40B4-BE49-F238E27FC236}">
                <a16:creationId xmlns:a16="http://schemas.microsoft.com/office/drawing/2014/main" id="{F5B28334-A109-8EB6-02C0-44E89E092D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461509" y="2445969"/>
            <a:ext cx="203991" cy="198424"/>
          </a:xfrm>
          <a:prstGeom prst="rect">
            <a:avLst/>
          </a:prstGeom>
        </p:spPr>
      </p:pic>
      <p:sp>
        <p:nvSpPr>
          <p:cNvPr id="18" name="TextBox 5">
            <a:extLst>
              <a:ext uri="{FF2B5EF4-FFF2-40B4-BE49-F238E27FC236}">
                <a16:creationId xmlns:a16="http://schemas.microsoft.com/office/drawing/2014/main" id="{41FD1FE6-0608-CE8C-A727-4B926585042C}"/>
              </a:ext>
            </a:extLst>
          </p:cNvPr>
          <p:cNvSpPr txBox="1">
            <a:spLocks/>
          </p:cNvSpPr>
          <p:nvPr/>
        </p:nvSpPr>
        <p:spPr>
          <a:xfrm>
            <a:off x="3747279" y="2422071"/>
            <a:ext cx="1501216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lvl="0" defTabSz="914400" rtl="0" eaLnBrk="1" latinLnBrk="0" hangingPunct="1"/>
            <a:r>
              <a:rPr lang="en-GB" sz="1600" i="0" kern="1200" cap="none" baseline="0">
                <a:solidFill>
                  <a:schemeClr val="bg2"/>
                </a:solidFill>
                <a:latin typeface="+mj-lt"/>
                <a:ea typeface="+mn-ea"/>
                <a:cs typeface="+mn-cs"/>
              </a:rPr>
              <a:t>Visuals</a:t>
            </a:r>
          </a:p>
        </p:txBody>
      </p:sp>
      <p:cxnSp>
        <p:nvCxnSpPr>
          <p:cNvPr id="5" name="Straight Connector 2">
            <a:extLst>
              <a:ext uri="{FF2B5EF4-FFF2-40B4-BE49-F238E27FC236}">
                <a16:creationId xmlns:a16="http://schemas.microsoft.com/office/drawing/2014/main" id="{EEEBBC05-48CB-E11B-343C-4F3C70A585A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3461509" y="2758411"/>
            <a:ext cx="2354368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6">
            <a:extLst>
              <a:ext uri="{FF2B5EF4-FFF2-40B4-BE49-F238E27FC236}">
                <a16:creationId xmlns:a16="http://schemas.microsoft.com/office/drawing/2014/main" id="{02590D9C-F951-5F9E-3488-A09E98058955}"/>
              </a:ext>
            </a:extLst>
          </p:cNvPr>
          <p:cNvSpPr txBox="1">
            <a:spLocks/>
          </p:cNvSpPr>
          <p:nvPr/>
        </p:nvSpPr>
        <p:spPr>
          <a:xfrm>
            <a:off x="3294290" y="2908639"/>
            <a:ext cx="2729077" cy="2902780"/>
          </a:xfrm>
          <a:prstGeom prst="rect">
            <a:avLst/>
          </a:prstGeom>
          <a:noFill/>
        </p:spPr>
        <p:txBody>
          <a:bodyPr wrap="square" lIns="108000" tIns="36000" rIns="108000" bIns="36000" rtlCol="0" anchor="t">
            <a:noAutofit/>
          </a:bodyPr>
          <a:lstStyle/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 u="none">
                <a:solidFill>
                  <a:schemeClr val="bg2"/>
                </a:solidFill>
              </a:rPr>
              <a:t>Include an "Alt Text“* when a visual has a meaning, otherwise mark it as "decorative"</a:t>
            </a:r>
          </a:p>
          <a:p>
            <a:pPr marL="0" indent="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None/>
            </a:pPr>
            <a:r>
              <a:rPr lang="en-GB" sz="1200" i="1" u="none">
                <a:solidFill>
                  <a:schemeClr val="bg2"/>
                </a:solidFill>
              </a:rPr>
              <a:t>*The Alt Text </a:t>
            </a:r>
            <a:r>
              <a:rPr lang="en-GB" sz="1200" i="1">
                <a:solidFill>
                  <a:schemeClr val="bg2"/>
                </a:solidFill>
              </a:rPr>
              <a:t>(≠ from a simple literal description) enables a blind or partially-sighted person to understand the meaning of the image when playing back the presentation</a:t>
            </a:r>
          </a:p>
          <a:p>
            <a:pPr marL="0" indent="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None/>
            </a:pPr>
            <a:r>
              <a:rPr lang="en-GB" sz="1200" b="0" i="1" u="none">
                <a:solidFill>
                  <a:schemeClr val="bg2"/>
                </a:solidFill>
                <a:latin typeface="+mn-lt"/>
              </a:rPr>
              <a:t>Right-click the object and select “Edit Alt Text”, select the format menu for the object and then select “Alt text”</a:t>
            </a:r>
          </a:p>
        </p:txBody>
      </p:sp>
      <p:sp>
        <p:nvSpPr>
          <p:cNvPr id="32" name="Rectangle 3: Rounded Corners 7">
            <a:extLst>
              <a:ext uri="{FF2B5EF4-FFF2-40B4-BE49-F238E27FC236}">
                <a16:creationId xmlns:a16="http://schemas.microsoft.com/office/drawing/2014/main" id="{D1CA99AC-D120-1EDA-EB6A-D0935A651E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/>
        </p:nvSpPr>
        <p:spPr>
          <a:xfrm>
            <a:off x="6167369" y="2181724"/>
            <a:ext cx="2727692" cy="3855794"/>
          </a:xfrm>
          <a:prstGeom prst="roundRect">
            <a:avLst>
              <a:gd name="adj" fmla="val 4754"/>
            </a:avLst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20000"/>
              </a:lnSpc>
              <a:spcAft>
                <a:spcPts val="1200"/>
              </a:spcAft>
            </a:pPr>
            <a:endParaRPr lang="en-GB" sz="2000">
              <a:solidFill>
                <a:schemeClr val="bg2"/>
              </a:solidFill>
              <a:ea typeface="+mj-ea"/>
              <a:cs typeface="+mj-cs"/>
            </a:endParaRPr>
          </a:p>
        </p:txBody>
      </p:sp>
      <p:pic>
        <p:nvPicPr>
          <p:cNvPr id="13" name="Arrow 3">
            <a:extLst>
              <a:ext uri="{FF2B5EF4-FFF2-40B4-BE49-F238E27FC236}">
                <a16:creationId xmlns:a16="http://schemas.microsoft.com/office/drawing/2014/main" id="{88576C1B-B6ED-0530-184C-5B9EE8B81DB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55169" y="2445969"/>
            <a:ext cx="203991" cy="198424"/>
          </a:xfrm>
          <a:prstGeom prst="rect">
            <a:avLst/>
          </a:prstGeom>
        </p:spPr>
      </p:pic>
      <p:sp>
        <p:nvSpPr>
          <p:cNvPr id="36" name="TextBox 7">
            <a:extLst>
              <a:ext uri="{FF2B5EF4-FFF2-40B4-BE49-F238E27FC236}">
                <a16:creationId xmlns:a16="http://schemas.microsoft.com/office/drawing/2014/main" id="{6D3EE35C-80CA-DFCF-6072-EC84C1747900}"/>
              </a:ext>
            </a:extLst>
          </p:cNvPr>
          <p:cNvSpPr txBox="1">
            <a:spLocks/>
          </p:cNvSpPr>
          <p:nvPr/>
        </p:nvSpPr>
        <p:spPr>
          <a:xfrm>
            <a:off x="6658094" y="2422071"/>
            <a:ext cx="1673455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lvl="0" defTabSz="914400" rtl="0" eaLnBrk="1" latinLnBrk="0" hangingPunct="1"/>
            <a:r>
              <a:rPr lang="en-GB" sz="1600" i="0" kern="1200" cap="none" baseline="0">
                <a:solidFill>
                  <a:schemeClr val="bg2"/>
                </a:solidFill>
                <a:latin typeface="+mj-lt"/>
                <a:ea typeface="+mn-ea"/>
                <a:cs typeface="+mn-cs"/>
              </a:rPr>
              <a:t>Fonts and text</a:t>
            </a:r>
          </a:p>
        </p:txBody>
      </p:sp>
      <p:cxnSp>
        <p:nvCxnSpPr>
          <p:cNvPr id="11" name="Straight Connector 3">
            <a:extLst>
              <a:ext uri="{FF2B5EF4-FFF2-40B4-BE49-F238E27FC236}">
                <a16:creationId xmlns:a16="http://schemas.microsoft.com/office/drawing/2014/main" id="{D2763EEF-C370-AC16-0D77-4D24F22FD63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355169" y="2758411"/>
            <a:ext cx="2354368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8">
            <a:extLst>
              <a:ext uri="{FF2B5EF4-FFF2-40B4-BE49-F238E27FC236}">
                <a16:creationId xmlns:a16="http://schemas.microsoft.com/office/drawing/2014/main" id="{EB1216A2-DEAC-C074-30C8-40375AC5A0F4}"/>
              </a:ext>
            </a:extLst>
          </p:cNvPr>
          <p:cNvSpPr txBox="1">
            <a:spLocks/>
          </p:cNvSpPr>
          <p:nvPr/>
        </p:nvSpPr>
        <p:spPr>
          <a:xfrm>
            <a:off x="6165981" y="2878701"/>
            <a:ext cx="2729080" cy="1731238"/>
          </a:xfrm>
          <a:prstGeom prst="rect">
            <a:avLst/>
          </a:prstGeom>
          <a:noFill/>
        </p:spPr>
        <p:txBody>
          <a:bodyPr wrap="square" lIns="108000" tIns="36000" rIns="108000" bIns="36000" rtlCol="0" anchor="t">
            <a:noAutofit/>
          </a:bodyPr>
          <a:lstStyle/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Stick to the fonts and colors suggested in the Slide Master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Do not tone down text (e.g. image legend)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Do not use text sizes that are too small (minimum 12</a:t>
            </a:r>
            <a:r>
              <a:rPr lang="en-GB" sz="1200" i="1">
                <a:solidFill>
                  <a:schemeClr val="bg2"/>
                </a:solidFill>
              </a:rPr>
              <a:t>)</a:t>
            </a:r>
          </a:p>
        </p:txBody>
      </p:sp>
      <p:pic>
        <p:nvPicPr>
          <p:cNvPr id="19" name="Arrow 4">
            <a:extLst>
              <a:ext uri="{FF2B5EF4-FFF2-40B4-BE49-F238E27FC236}">
                <a16:creationId xmlns:a16="http://schemas.microsoft.com/office/drawing/2014/main" id="{6E71A842-41F8-8658-7B70-EA7DDE451CD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55169" y="4574237"/>
            <a:ext cx="203991" cy="198424"/>
          </a:xfrm>
          <a:prstGeom prst="rect">
            <a:avLst/>
          </a:prstGeom>
        </p:spPr>
      </p:pic>
      <p:sp>
        <p:nvSpPr>
          <p:cNvPr id="35" name="TextBox 9">
            <a:extLst>
              <a:ext uri="{FF2B5EF4-FFF2-40B4-BE49-F238E27FC236}">
                <a16:creationId xmlns:a16="http://schemas.microsoft.com/office/drawing/2014/main" id="{7CBB4A64-5DE6-715F-9079-A46AEC914F8C}"/>
              </a:ext>
            </a:extLst>
          </p:cNvPr>
          <p:cNvSpPr txBox="1">
            <a:spLocks/>
          </p:cNvSpPr>
          <p:nvPr/>
        </p:nvSpPr>
        <p:spPr>
          <a:xfrm>
            <a:off x="6658094" y="4546010"/>
            <a:ext cx="1334042" cy="251144"/>
          </a:xfrm>
          <a:prstGeom prst="rect">
            <a:avLst/>
          </a:prstGeom>
          <a:solidFill>
            <a:schemeClr val="accent6"/>
          </a:solidFill>
        </p:spPr>
        <p:txBody>
          <a:bodyPr wrap="square" lIns="0" tIns="0" rIns="0" bIns="0" rtlCol="0" anchor="b">
            <a:spAutoFit/>
          </a:bodyPr>
          <a:lstStyle/>
          <a:p>
            <a:pPr marL="0" lvl="0" defTabSz="914400" rtl="0" eaLnBrk="1" latinLnBrk="0" hangingPunct="1"/>
            <a:r>
              <a:rPr lang="en-GB" sz="1600" i="0" kern="1200" cap="none" baseline="0">
                <a:solidFill>
                  <a:schemeClr val="bg2"/>
                </a:solidFill>
                <a:latin typeface="+mj-lt"/>
                <a:ea typeface="+mn-ea"/>
                <a:cs typeface="+mn-cs"/>
              </a:rPr>
              <a:t>Chart</a:t>
            </a:r>
          </a:p>
        </p:txBody>
      </p:sp>
      <p:cxnSp>
        <p:nvCxnSpPr>
          <p:cNvPr id="17" name="Straight Connector 13">
            <a:extLst>
              <a:ext uri="{FF2B5EF4-FFF2-40B4-BE49-F238E27FC236}">
                <a16:creationId xmlns:a16="http://schemas.microsoft.com/office/drawing/2014/main" id="{6AAE5C9C-BB86-74AB-186F-0E82AC7A12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355169" y="4886679"/>
            <a:ext cx="2354368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10">
            <a:extLst>
              <a:ext uri="{FF2B5EF4-FFF2-40B4-BE49-F238E27FC236}">
                <a16:creationId xmlns:a16="http://schemas.microsoft.com/office/drawing/2014/main" id="{DD1DD841-9CA6-6A98-A175-D9C0C3C2155A}"/>
              </a:ext>
            </a:extLst>
          </p:cNvPr>
          <p:cNvSpPr txBox="1">
            <a:spLocks/>
          </p:cNvSpPr>
          <p:nvPr/>
        </p:nvSpPr>
        <p:spPr>
          <a:xfrm>
            <a:off x="6165981" y="5031291"/>
            <a:ext cx="2729080" cy="911460"/>
          </a:xfrm>
          <a:prstGeom prst="rect">
            <a:avLst/>
          </a:prstGeom>
          <a:noFill/>
        </p:spPr>
        <p:txBody>
          <a:bodyPr wrap="square" lIns="108000" tIns="36000" rIns="108000" bIns="36000" rtlCol="0" anchor="t">
            <a:noAutofit/>
          </a:bodyPr>
          <a:lstStyle/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Don't forget table and row/column titles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Avoid merging cells</a:t>
            </a:r>
            <a:endParaRPr lang="en-GB" sz="1600">
              <a:solidFill>
                <a:schemeClr val="bg2"/>
              </a:solidFill>
            </a:endParaRPr>
          </a:p>
        </p:txBody>
      </p:sp>
      <p:sp>
        <p:nvSpPr>
          <p:cNvPr id="45" name="Rectangle 4: Rounded Corners 6">
            <a:extLst>
              <a:ext uri="{FF2B5EF4-FFF2-40B4-BE49-F238E27FC236}">
                <a16:creationId xmlns:a16="http://schemas.microsoft.com/office/drawing/2014/main" id="{3F15B3F4-1659-C61C-4299-6A1EB07A28B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/>
          </p:cNvSpPr>
          <p:nvPr/>
        </p:nvSpPr>
        <p:spPr>
          <a:xfrm>
            <a:off x="9039061" y="2181724"/>
            <a:ext cx="2727692" cy="3855794"/>
          </a:xfrm>
          <a:prstGeom prst="roundRect">
            <a:avLst>
              <a:gd name="adj" fmla="val 4754"/>
            </a:avLst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20000"/>
              </a:lnSpc>
              <a:spcAft>
                <a:spcPts val="1200"/>
              </a:spcAft>
            </a:pPr>
            <a:endParaRPr lang="en-GB" sz="2000">
              <a:solidFill>
                <a:schemeClr val="bg2"/>
              </a:solidFill>
              <a:ea typeface="+mj-ea"/>
              <a:cs typeface="+mj-cs"/>
            </a:endParaRPr>
          </a:p>
        </p:txBody>
      </p:sp>
      <p:pic>
        <p:nvPicPr>
          <p:cNvPr id="23" name="Arrow 5">
            <a:extLst>
              <a:ext uri="{FF2B5EF4-FFF2-40B4-BE49-F238E27FC236}">
                <a16:creationId xmlns:a16="http://schemas.microsoft.com/office/drawing/2014/main" id="{23593776-DC33-C898-A50A-E8B87BA25E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296400" y="2445969"/>
            <a:ext cx="203991" cy="198424"/>
          </a:xfrm>
          <a:prstGeom prst="rect">
            <a:avLst/>
          </a:prstGeom>
        </p:spPr>
      </p:pic>
      <p:sp>
        <p:nvSpPr>
          <p:cNvPr id="48" name="TextBox 11">
            <a:extLst>
              <a:ext uri="{FF2B5EF4-FFF2-40B4-BE49-F238E27FC236}">
                <a16:creationId xmlns:a16="http://schemas.microsoft.com/office/drawing/2014/main" id="{FA44A2C6-5770-3124-3255-4D1B4BA710C3}"/>
              </a:ext>
            </a:extLst>
          </p:cNvPr>
          <p:cNvSpPr txBox="1">
            <a:spLocks/>
          </p:cNvSpPr>
          <p:nvPr/>
        </p:nvSpPr>
        <p:spPr>
          <a:xfrm>
            <a:off x="9608606" y="2422071"/>
            <a:ext cx="1542386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lvl="0" defTabSz="914400" rtl="0" eaLnBrk="1" latinLnBrk="0" hangingPunct="1"/>
            <a:r>
              <a:rPr lang="en-GB" sz="1600">
                <a:solidFill>
                  <a:schemeClr val="bg2"/>
                </a:solidFill>
                <a:latin typeface="+mj-lt"/>
              </a:rPr>
              <a:t>Content</a:t>
            </a:r>
            <a:endParaRPr lang="en-GB" sz="1600" i="0" kern="1200" cap="none" baseline="0">
              <a:solidFill>
                <a:schemeClr val="bg2"/>
              </a:solidFill>
              <a:latin typeface="+mj-lt"/>
              <a:ea typeface="+mn-ea"/>
              <a:cs typeface="+mn-cs"/>
            </a:endParaRPr>
          </a:p>
        </p:txBody>
      </p:sp>
      <p:cxnSp>
        <p:nvCxnSpPr>
          <p:cNvPr id="22" name="Straight Connector 5">
            <a:extLst>
              <a:ext uri="{FF2B5EF4-FFF2-40B4-BE49-F238E27FC236}">
                <a16:creationId xmlns:a16="http://schemas.microsoft.com/office/drawing/2014/main" id="{154DFE0D-5037-5789-CEB8-BA5011587A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9296400" y="2758411"/>
            <a:ext cx="2354368" cy="0"/>
          </a:xfrm>
          <a:prstGeom prst="line">
            <a:avLst/>
          </a:prstGeom>
          <a:ln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12">
            <a:extLst>
              <a:ext uri="{FF2B5EF4-FFF2-40B4-BE49-F238E27FC236}">
                <a16:creationId xmlns:a16="http://schemas.microsoft.com/office/drawing/2014/main" id="{96A97595-DCDB-1FC1-BCF9-594999418478}"/>
              </a:ext>
            </a:extLst>
          </p:cNvPr>
          <p:cNvSpPr txBox="1">
            <a:spLocks/>
          </p:cNvSpPr>
          <p:nvPr/>
        </p:nvSpPr>
        <p:spPr>
          <a:xfrm>
            <a:off x="9037674" y="2960008"/>
            <a:ext cx="2730464" cy="3203620"/>
          </a:xfrm>
          <a:prstGeom prst="rect">
            <a:avLst/>
          </a:prstGeom>
          <a:noFill/>
        </p:spPr>
        <p:txBody>
          <a:bodyPr wrap="square" lIns="108000" tIns="36000" rIns="108000" bIns="36000" rtlCol="0" anchor="t">
            <a:noAutofit/>
          </a:bodyPr>
          <a:lstStyle/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Avoid abbreviations (explain them once on 1</a:t>
            </a:r>
            <a:r>
              <a:rPr lang="en-GB" sz="1200" baseline="30000">
                <a:solidFill>
                  <a:schemeClr val="bg2"/>
                </a:solidFill>
              </a:rPr>
              <a:t>st</a:t>
            </a:r>
            <a:r>
              <a:rPr lang="en-GB" sz="1200">
                <a:solidFill>
                  <a:schemeClr val="bg2"/>
                </a:solidFill>
              </a:rPr>
              <a:t> use)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Avoid overloaded slides (one strong idea per slide)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Systematically explain the titles of links (don't just say "</a:t>
            </a:r>
            <a:r>
              <a:rPr lang="en-GB" sz="1200" u="sng">
                <a:solidFill>
                  <a:schemeClr val="bg2"/>
                </a:solidFill>
              </a:rPr>
              <a:t>click here</a:t>
            </a:r>
            <a:r>
              <a:rPr lang="en-GB" sz="1200">
                <a:solidFill>
                  <a:schemeClr val="bg2"/>
                </a:solidFill>
              </a:rPr>
              <a:t>")</a:t>
            </a:r>
          </a:p>
          <a:p>
            <a:pPr marL="285750" indent="-285750">
              <a:spcAft>
                <a:spcPts val="1200"/>
              </a:spcAft>
              <a:buClr>
                <a:schemeClr val="bg2"/>
              </a:buClr>
              <a:buFont typeface="Arial" panose="020B0604020202020204" pitchFamily="34" charset="0"/>
              <a:buChar char="•"/>
            </a:pPr>
            <a:r>
              <a:rPr lang="en-GB" sz="1200">
                <a:solidFill>
                  <a:schemeClr val="bg2"/>
                </a:solidFill>
              </a:rPr>
              <a:t>Avoid transforming </a:t>
            </a:r>
            <a:r>
              <a:rPr lang="en-GB" sz="1200" err="1">
                <a:solidFill>
                  <a:schemeClr val="bg2"/>
                </a:solidFill>
              </a:rPr>
              <a:t>PPTs</a:t>
            </a:r>
            <a:r>
              <a:rPr lang="en-GB" sz="1200">
                <a:solidFill>
                  <a:schemeClr val="bg2"/>
                </a:solidFill>
              </a:rPr>
              <a:t> into PDFs (degrades PPT accessibility)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chemeClr val="bg2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GB" sz="1200">
                <a:solidFill>
                  <a:schemeClr val="bg2"/>
                </a:solidFill>
              </a:rPr>
              <a:t>For  French speakers, avoid using anglicized French (“franglais”) or change language in the "Review" tab, then "Language"</a:t>
            </a:r>
            <a:endParaRPr lang="en-GB" sz="1200" i="1">
              <a:solidFill>
                <a:schemeClr val="bg2"/>
              </a:solidFill>
            </a:endParaRPr>
          </a:p>
        </p:txBody>
      </p:sp>
      <p:sp>
        <p:nvSpPr>
          <p:cNvPr id="52" name="Rectangle 13" descr="&#10;">
            <a:extLst>
              <a:ext uri="{FF2B5EF4-FFF2-40B4-BE49-F238E27FC236}">
                <a16:creationId xmlns:a16="http://schemas.microsoft.com/office/drawing/2014/main" id="{6119C140-67C7-0A9B-0668-E0D88AFFB224}"/>
              </a:ext>
            </a:extLst>
          </p:cNvPr>
          <p:cNvSpPr>
            <a:spLocks/>
          </p:cNvSpPr>
          <p:nvPr userDrawn="1"/>
        </p:nvSpPr>
        <p:spPr>
          <a:xfrm>
            <a:off x="7124606" y="404814"/>
            <a:ext cx="2958957" cy="694522"/>
          </a:xfrm>
          <a:prstGeom prst="rect">
            <a:avLst/>
          </a:pr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noProof="0">
                <a:solidFill>
                  <a:schemeClr val="bg2">
                    <a:lumMod val="100000"/>
                  </a:schemeClr>
                </a:solidFill>
                <a:latin typeface="+mj-lt"/>
              </a:rPr>
              <a:t>Accessibility Tip: </a:t>
            </a: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check  the accessibility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level of your presentation by going 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0" baseline="0" noProof="0">
                <a:solidFill>
                  <a:schemeClr val="tx1">
                    <a:lumMod val="100000"/>
                  </a:schemeClr>
                </a:solidFill>
                <a:latin typeface="+mn-lt"/>
              </a:rPr>
              <a:t> "Review“ then "Check accessibility". </a:t>
            </a:r>
            <a:endParaRPr lang="en-GB" sz="1400" b="0" baseline="0" noProof="0">
              <a:solidFill>
                <a:schemeClr val="tx1">
                  <a:lumMod val="100000"/>
                </a:schemeClr>
              </a:solidFill>
              <a:latin typeface="+mn-lt"/>
            </a:endParaRPr>
          </a:p>
        </p:txBody>
      </p:sp>
      <p:sp>
        <p:nvSpPr>
          <p:cNvPr id="25" name="Copyright and page 4">
            <a:extLst>
              <a:ext uri="{FF2B5EF4-FFF2-40B4-BE49-F238E27FC236}">
                <a16:creationId xmlns:a16="http://schemas.microsoft.com/office/drawing/2014/main" id="{CAC38180-370A-0E5E-0C20-755F3DDBE5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 userDrawn="1"/>
        </p:nvSpPr>
        <p:spPr bwMode="ltGray">
          <a:xfrm>
            <a:off x="10591800" y="6578600"/>
            <a:ext cx="1189038" cy="239774"/>
          </a:xfrm>
          <a:prstGeom prst="rect">
            <a:avLst/>
          </a:prstGeom>
        </p:spPr>
        <p:txBody>
          <a:bodyPr lIns="0" rIns="0" anchor="ctr"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173C6A"/>
              </a:buClr>
              <a:buSzTx/>
              <a:buFontTx/>
              <a:buNone/>
              <a:tabLst/>
              <a:defRPr/>
            </a:pP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© 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  <a:cs typeface="Poppins" panose="00000500000000000000" pitchFamily="2" charset="0"/>
              </a:rPr>
              <a:t>WAVESTONE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 | </a:t>
            </a:r>
            <a:fld id="{55EE84F1-812F-F440-AFF9-6DD93A744E0D}" type="slidenum">
              <a:rPr lang="en-GB" sz="700" smtClean="0">
                <a:solidFill>
                  <a:schemeClr val="bg2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173C6A"/>
                </a:buClr>
                <a:buSzTx/>
                <a:buFontTx/>
                <a:buNone/>
                <a:tabLst/>
                <a:defRPr/>
              </a:pPr>
              <a:t>‹N°›</a:t>
            </a:fld>
            <a:endParaRPr lang="en-GB" sz="700">
              <a:solidFill>
                <a:schemeClr val="bg2">
                  <a:lumMod val="100000"/>
                </a:schemeClr>
              </a:solidFill>
              <a:latin typeface="+mn-lt"/>
              <a:cs typeface="Poppins Light" panose="00000400000000000000" pitchFamily="2" charset="0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31C12FEA-04FF-E765-EA1B-B3C5D7702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3984" y="404664"/>
            <a:ext cx="5635503" cy="936774"/>
          </a:xfrm>
        </p:spPr>
        <p:txBody>
          <a:bodyPr/>
          <a:lstStyle>
            <a:lvl1pPr>
              <a:defRPr sz="2400"/>
            </a:lvl1pPr>
          </a:lstStyle>
          <a:p>
            <a:r>
              <a:rPr lang="en-US"/>
              <a:t>Digital accessibility guidelines</a:t>
            </a:r>
            <a:endParaRPr lang="en-GB"/>
          </a:p>
        </p:txBody>
      </p:sp>
      <p:sp>
        <p:nvSpPr>
          <p:cNvPr id="14" name="Freeform: Shape 11">
            <a:extLst>
              <a:ext uri="{FF2B5EF4-FFF2-40B4-BE49-F238E27FC236}">
                <a16:creationId xmlns:a16="http://schemas.microsoft.com/office/drawing/2014/main" id="{ACDED7DC-3756-72B2-D4CE-E91CE272F44F}"/>
              </a:ext>
            </a:extLst>
          </p:cNvPr>
          <p:cNvSpPr/>
          <p:nvPr userDrawn="1"/>
        </p:nvSpPr>
        <p:spPr>
          <a:xfrm rot="2411869">
            <a:off x="9981437" y="247938"/>
            <a:ext cx="3151694" cy="638614"/>
          </a:xfrm>
          <a:custGeom>
            <a:avLst/>
            <a:gdLst>
              <a:gd name="connsiteX0" fmla="*/ 0 w 3151694"/>
              <a:gd name="connsiteY0" fmla="*/ 638614 h 638614"/>
              <a:gd name="connsiteX1" fmla="*/ 755756 w 3151694"/>
              <a:gd name="connsiteY1" fmla="*/ 0 h 638614"/>
              <a:gd name="connsiteX2" fmla="*/ 2612065 w 3151694"/>
              <a:gd name="connsiteY2" fmla="*/ 0 h 638614"/>
              <a:gd name="connsiteX3" fmla="*/ 3151694 w 3151694"/>
              <a:gd name="connsiteY3" fmla="*/ 638614 h 638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1694" h="638614">
                <a:moveTo>
                  <a:pt x="0" y="638614"/>
                </a:moveTo>
                <a:lnTo>
                  <a:pt x="755756" y="0"/>
                </a:lnTo>
                <a:lnTo>
                  <a:pt x="2612065" y="0"/>
                </a:lnTo>
                <a:lnTo>
                  <a:pt x="3151694" y="638614"/>
                </a:lnTo>
                <a:close/>
              </a:path>
            </a:pathLst>
          </a:custGeom>
          <a:solidFill>
            <a:srgbClr val="FF2A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72000" rIns="108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>
                <a:solidFill>
                  <a:schemeClr val="bg1">
                    <a:lumMod val="100000"/>
                  </a:schemeClr>
                </a:solidFill>
                <a:ea typeface="+mj-ea"/>
                <a:cs typeface="+mj-cs"/>
              </a:rPr>
              <a:t>To be deleted</a:t>
            </a:r>
          </a:p>
        </p:txBody>
      </p:sp>
    </p:spTree>
    <p:extLst>
      <p:ext uri="{BB962C8B-B14F-4D97-AF65-F5344CB8AC3E}">
        <p14:creationId xmlns:p14="http://schemas.microsoft.com/office/powerpoint/2010/main" val="20055041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17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tags" Target="../tags/tag10.xml"/><Relationship Id="rId21" Type="http://schemas.openxmlformats.org/officeDocument/2006/relationships/slideLayout" Target="../slideLayouts/slideLayout21.xml"/><Relationship Id="rId34" Type="http://schemas.openxmlformats.org/officeDocument/2006/relationships/tags" Target="../tags/tag5.xml"/><Relationship Id="rId42" Type="http://schemas.openxmlformats.org/officeDocument/2006/relationships/tags" Target="../tags/tag13.xml"/><Relationship Id="rId47" Type="http://schemas.openxmlformats.org/officeDocument/2006/relationships/tags" Target="../tags/tag18.xml"/><Relationship Id="rId50" Type="http://schemas.openxmlformats.org/officeDocument/2006/relationships/tags" Target="../tags/tag2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ags" Target="../tags/tag3.xml"/><Relationship Id="rId37" Type="http://schemas.openxmlformats.org/officeDocument/2006/relationships/tags" Target="../tags/tag8.xml"/><Relationship Id="rId40" Type="http://schemas.openxmlformats.org/officeDocument/2006/relationships/tags" Target="../tags/tag11.xml"/><Relationship Id="rId45" Type="http://schemas.openxmlformats.org/officeDocument/2006/relationships/tags" Target="../tags/tag16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ags" Target="../tags/tag7.xml"/><Relationship Id="rId49" Type="http://schemas.openxmlformats.org/officeDocument/2006/relationships/tags" Target="../tags/tag20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ags" Target="../tags/tag2.xml"/><Relationship Id="rId44" Type="http://schemas.openxmlformats.org/officeDocument/2006/relationships/tags" Target="../tags/tag15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ags" Target="../tags/tag1.xml"/><Relationship Id="rId35" Type="http://schemas.openxmlformats.org/officeDocument/2006/relationships/tags" Target="../tags/tag6.xml"/><Relationship Id="rId43" Type="http://schemas.openxmlformats.org/officeDocument/2006/relationships/tags" Target="../tags/tag14.xml"/><Relationship Id="rId48" Type="http://schemas.openxmlformats.org/officeDocument/2006/relationships/tags" Target="../tags/tag19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tags" Target="../tags/tag4.xml"/><Relationship Id="rId38" Type="http://schemas.openxmlformats.org/officeDocument/2006/relationships/tags" Target="../tags/tag9.xml"/><Relationship Id="rId46" Type="http://schemas.openxmlformats.org/officeDocument/2006/relationships/tags" Target="../tags/tag17.xml"/><Relationship Id="rId20" Type="http://schemas.openxmlformats.org/officeDocument/2006/relationships/slideLayout" Target="../slideLayouts/slideLayout20.xml"/><Relationship Id="rId41" Type="http://schemas.openxmlformats.org/officeDocument/2006/relationships/tags" Target="../tags/tag1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lt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23984" y="404664"/>
            <a:ext cx="11342769" cy="936774"/>
          </a:xfrm>
          <a:prstGeom prst="rect">
            <a:avLst/>
          </a:prstGeom>
          <a:noFill/>
        </p:spPr>
        <p:txBody>
          <a:bodyPr vert="horz" lIns="0" tIns="0" rIns="0" bIns="0" rtlCol="0" anchor="t">
            <a:noAutofit/>
          </a:bodyPr>
          <a:lstStyle/>
          <a:p>
            <a:r>
              <a:rPr lang="en-GB"/>
              <a:t>Complete with a title here that carries your message on two lines at most for more </a:t>
            </a:r>
            <a:r>
              <a:rPr lang="en-GB" noProof="0"/>
              <a:t>readability</a:t>
            </a:r>
          </a:p>
        </p:txBody>
      </p:sp>
      <p:sp>
        <p:nvSpPr>
          <p:cNvPr id="4" name="Text placeholder 1" descr="&#10;"/>
          <p:cNvSpPr>
            <a:spLocks noGrp="1"/>
          </p:cNvSpPr>
          <p:nvPr>
            <p:ph type="body" idx="1"/>
          </p:nvPr>
        </p:nvSpPr>
        <p:spPr>
          <a:xfrm>
            <a:off x="423984" y="1341438"/>
            <a:ext cx="11342769" cy="4894976"/>
          </a:xfrm>
          <a:prstGeom prst="rect">
            <a:avLst/>
          </a:prstGeom>
        </p:spPr>
        <p:txBody>
          <a:bodyPr vert="horz" lIns="0" tIns="36000" rIns="0" bIns="36000" rtlCol="0">
            <a:noAutofit/>
          </a:bodyPr>
          <a:lstStyle/>
          <a:p>
            <a:pPr lvl="0"/>
            <a:r>
              <a:rPr lang="en-GB"/>
              <a:t>Level 1 - </a:t>
            </a:r>
            <a:r>
              <a:rPr lang="en-GB">
                <a:solidFill>
                  <a:srgbClr val="503078"/>
                </a:solidFill>
              </a:rPr>
              <a:t>To move to the next level, Alt + Shift + right arrow</a:t>
            </a:r>
            <a:endParaRPr lang="en-GB"/>
          </a:p>
          <a:p>
            <a:pPr lvl="1"/>
            <a:r>
              <a:rPr lang="en-GB"/>
              <a:t>Level 2</a:t>
            </a:r>
          </a:p>
          <a:p>
            <a:pPr lvl="2"/>
            <a:r>
              <a:rPr lang="en-GB"/>
              <a:t>Level 3</a:t>
            </a:r>
          </a:p>
          <a:p>
            <a:pPr lvl="3"/>
            <a:r>
              <a:rPr lang="en-GB"/>
              <a:t>Level 4</a:t>
            </a:r>
          </a:p>
          <a:p>
            <a:pPr lvl="4"/>
            <a:r>
              <a:rPr lang="en-GB"/>
              <a:t>Level 5</a:t>
            </a:r>
          </a:p>
          <a:p>
            <a:pPr lvl="5"/>
            <a:r>
              <a:rPr lang="en-GB"/>
              <a:t>Level 6</a:t>
            </a:r>
          </a:p>
          <a:p>
            <a:pPr lvl="7"/>
            <a:r>
              <a:rPr lang="en-GB"/>
              <a:t>Level 7</a:t>
            </a:r>
          </a:p>
          <a:p>
            <a:pPr lvl="8"/>
            <a:r>
              <a:rPr lang="en-GB"/>
              <a:t>Level 8</a:t>
            </a:r>
          </a:p>
        </p:txBody>
      </p:sp>
      <p:sp>
        <p:nvSpPr>
          <p:cNvPr id="71" name="Backup [Sticker]" hidden="1">
            <a:extLst>
              <a:ext uri="{FF2B5EF4-FFF2-40B4-BE49-F238E27FC236}">
                <a16:creationId xmlns:a16="http://schemas.microsoft.com/office/drawing/2014/main" id="{1706AFD2-5257-A4FD-E9D9-FF6AA4E6F250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BACK UP</a:t>
            </a:r>
          </a:p>
        </p:txBody>
      </p:sp>
      <p:sp>
        <p:nvSpPr>
          <p:cNvPr id="69" name="Dummy [Sticker]" hidden="1">
            <a:extLst>
              <a:ext uri="{FF2B5EF4-FFF2-40B4-BE49-F238E27FC236}">
                <a16:creationId xmlns:a16="http://schemas.microsoft.com/office/drawing/2014/main" id="{AE50588A-B4BE-E282-5B34-AC49EE371FDD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DUMMY DATA</a:t>
            </a:r>
          </a:p>
        </p:txBody>
      </p:sp>
      <p:sp>
        <p:nvSpPr>
          <p:cNvPr id="68" name="Update [Sticker]" hidden="1">
            <a:extLst>
              <a:ext uri="{FF2B5EF4-FFF2-40B4-BE49-F238E27FC236}">
                <a16:creationId xmlns:a16="http://schemas.microsoft.com/office/drawing/2014/main" id="{D4F46F77-323B-5317-DF8F-BA31FFDCF3AE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UPDATE DATA</a:t>
            </a:r>
          </a:p>
        </p:txBody>
      </p:sp>
      <p:sp>
        <p:nvSpPr>
          <p:cNvPr id="67" name="Final [Sticker]" hidden="1">
            <a:extLst>
              <a:ext uri="{FF2B5EF4-FFF2-40B4-BE49-F238E27FC236}">
                <a16:creationId xmlns:a16="http://schemas.microsoft.com/office/drawing/2014/main" id="{D56D3B9F-B4EA-715D-F8C7-39CE76AD356D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FINAL SLIDE</a:t>
            </a:r>
          </a:p>
        </p:txBody>
      </p:sp>
      <p:sp>
        <p:nvSpPr>
          <p:cNvPr id="66" name="Draft [Sticker]" hidden="1">
            <a:extLst>
              <a:ext uri="{FF2B5EF4-FFF2-40B4-BE49-F238E27FC236}">
                <a16:creationId xmlns:a16="http://schemas.microsoft.com/office/drawing/2014/main" id="{FBF67700-BFA8-9698-BDEB-DDBE09353366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DRAFT SLIDE</a:t>
            </a:r>
          </a:p>
        </p:txBody>
      </p:sp>
      <p:sp>
        <p:nvSpPr>
          <p:cNvPr id="10" name="Discussion [Sticker]" hidden="1">
            <a:extLst>
              <a:ext uri="{FF2B5EF4-FFF2-40B4-BE49-F238E27FC236}">
                <a16:creationId xmlns:a16="http://schemas.microsoft.com/office/drawing/2014/main" id="{75579E32-79D4-5287-954F-D981800849B0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FOR DISCUSSION</a:t>
            </a:r>
          </a:p>
        </p:txBody>
      </p:sp>
      <p:sp>
        <p:nvSpPr>
          <p:cNvPr id="9" name="Internal [Sticker]" hidden="1">
            <a:extLst>
              <a:ext uri="{FF2B5EF4-FFF2-40B4-BE49-F238E27FC236}">
                <a16:creationId xmlns:a16="http://schemas.microsoft.com/office/drawing/2014/main" id="{0580A798-06FE-3AC1-B8C3-385C78D3B82D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INTERNAL USE ONLY</a:t>
            </a:r>
          </a:p>
        </p:txBody>
      </p:sp>
      <p:sp>
        <p:nvSpPr>
          <p:cNvPr id="7" name="Responsible [Sticker]" hidden="1">
            <a:extLst>
              <a:ext uri="{FF2B5EF4-FFF2-40B4-BE49-F238E27FC236}">
                <a16:creationId xmlns:a16="http://schemas.microsoft.com/office/drawing/2014/main" id="{82D529F5-D720-4DCE-3207-84BE0583914C}"/>
              </a:ext>
            </a:extLst>
          </p:cNvPr>
          <p:cNvSpPr>
            <a:spLocks/>
          </p:cNvSpPr>
          <p:nvPr userDrawn="1"/>
        </p:nvSpPr>
        <p:spPr>
          <a:xfrm>
            <a:off x="9352934" y="437670"/>
            <a:ext cx="2400300" cy="628650"/>
          </a:xfrm>
          <a:prstGeom prst="roundRect">
            <a:avLst>
              <a:gd name="adj" fmla="val 8000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bg2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RESPONSIBLE:</a:t>
            </a:r>
            <a:br>
              <a:rPr lang="fr-FR" sz="1200" b="1">
                <a:solidFill>
                  <a:schemeClr val="bg1"/>
                </a:solidFill>
                <a:ea typeface="+mj-ea"/>
                <a:cs typeface="+mj-cs"/>
              </a:rPr>
            </a:br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XXX</a:t>
            </a:r>
          </a:p>
        </p:txBody>
      </p:sp>
      <p:sp>
        <p:nvSpPr>
          <p:cNvPr id="6" name="Content [Comment]" hidden="1">
            <a:extLst>
              <a:ext uri="{FF2B5EF4-FFF2-40B4-BE49-F238E27FC236}">
                <a16:creationId xmlns:a16="http://schemas.microsoft.com/office/drawing/2014/main" id="{AB2C5C7D-4467-D566-927E-590EEC443C6F}"/>
              </a:ext>
            </a:extLst>
          </p:cNvPr>
          <p:cNvSpPr>
            <a:spLocks/>
          </p:cNvSpPr>
          <p:nvPr userDrawn="1"/>
        </p:nvSpPr>
        <p:spPr>
          <a:xfrm>
            <a:off x="9103842" y="404813"/>
            <a:ext cx="2402134" cy="742292"/>
          </a:xfrm>
          <a:prstGeom prst="roundRect">
            <a:avLst>
              <a:gd name="adj" fmla="val 7962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accent5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>
                <a:solidFill>
                  <a:schemeClr val="bg1"/>
                </a:solidFill>
                <a:ea typeface="+mj-ea"/>
                <a:cs typeface="+mj-cs"/>
              </a:rPr>
              <a:t>Content</a:t>
            </a:r>
          </a:p>
        </p:txBody>
      </p:sp>
      <p:sp>
        <p:nvSpPr>
          <p:cNvPr id="5" name="Formatting [Comment]" hidden="1">
            <a:extLst>
              <a:ext uri="{FF2B5EF4-FFF2-40B4-BE49-F238E27FC236}">
                <a16:creationId xmlns:a16="http://schemas.microsoft.com/office/drawing/2014/main" id="{7EB4C3AF-A260-656B-257D-C40CA6D6373F}"/>
              </a:ext>
            </a:extLst>
          </p:cNvPr>
          <p:cNvSpPr>
            <a:spLocks/>
          </p:cNvSpPr>
          <p:nvPr userDrawn="1"/>
        </p:nvSpPr>
        <p:spPr>
          <a:xfrm>
            <a:off x="9103842" y="404813"/>
            <a:ext cx="2402134" cy="742292"/>
          </a:xfrm>
          <a:prstGeom prst="roundRect">
            <a:avLst>
              <a:gd name="adj" fmla="val 7962"/>
            </a:avLst>
          </a:prstGeom>
          <a:solidFill>
            <a:schemeClr val="bg2"/>
          </a:solidFill>
          <a:ln w="57150">
            <a:noFill/>
          </a:ln>
          <a:effectLst>
            <a:outerShdw blurRad="177800" dist="127000" dir="5400000" algn="t" rotWithShape="0">
              <a:schemeClr val="accent5">
                <a:alpha val="1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fr-FR" sz="1200" b="1" err="1">
                <a:solidFill>
                  <a:schemeClr val="bg1"/>
                </a:solidFill>
                <a:ea typeface="+mj-ea"/>
                <a:cs typeface="+mj-cs"/>
              </a:rPr>
              <a:t>Formatting</a:t>
            </a:r>
            <a:endParaRPr lang="fr-FR" sz="1200" b="1">
              <a:solidFill>
                <a:schemeClr val="bg1"/>
              </a:solidFill>
              <a:ea typeface="+mj-ea"/>
              <a:cs typeface="+mj-cs"/>
            </a:endParaRPr>
          </a:p>
        </p:txBody>
      </p:sp>
      <p:sp>
        <p:nvSpPr>
          <p:cNvPr id="44" name="Footnote [Placeholder]" hidden="1">
            <a:extLst>
              <a:ext uri="{FF2B5EF4-FFF2-40B4-BE49-F238E27FC236}">
                <a16:creationId xmlns:a16="http://schemas.microsoft.com/office/drawing/2014/main" id="{87236BA8-2EA2-47A9-8A21-BD3B135FEED1}"/>
              </a:ext>
            </a:extLst>
          </p:cNvPr>
          <p:cNvSpPr>
            <a:spLocks/>
          </p:cNvSpPr>
          <p:nvPr userDrawn="1"/>
        </p:nvSpPr>
        <p:spPr>
          <a:xfrm>
            <a:off x="423984" y="6249935"/>
            <a:ext cx="11344154" cy="25498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lumMod val="100000"/>
                    <a:shade val="50000"/>
                    <a:alpha val="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r>
              <a:rPr lang="en-GB" sz="900">
                <a:solidFill>
                  <a:schemeClr val="tx1">
                    <a:lumMod val="100000"/>
                  </a:schemeClr>
                </a:solidFill>
              </a:rPr>
              <a:t>(n)  </a:t>
            </a:r>
          </a:p>
        </p:txBody>
      </p:sp>
      <p:grpSp>
        <p:nvGrpSpPr>
          <p:cNvPr id="45" name="Harvey 3" hidden="1">
            <a:extLst>
              <a:ext uri="{FF2B5EF4-FFF2-40B4-BE49-F238E27FC236}">
                <a16:creationId xmlns:a16="http://schemas.microsoft.com/office/drawing/2014/main" id="{AB56B48A-B13A-4DCA-AC14-933F5CB2BAEA}"/>
              </a:ext>
            </a:extLst>
          </p:cNvPr>
          <p:cNvGrpSpPr>
            <a:grpSpLocks/>
          </p:cNvGrpSpPr>
          <p:nvPr userDrawn="1">
            <p:custDataLst>
              <p:tags r:id="rId30"/>
            </p:custDataLst>
          </p:nvPr>
        </p:nvGrpSpPr>
        <p:grpSpPr>
          <a:xfrm>
            <a:off x="11436589" y="1387593"/>
            <a:ext cx="292608" cy="292608"/>
            <a:chOff x="0" y="0"/>
            <a:chExt cx="914400" cy="914400"/>
          </a:xfrm>
          <a:solidFill>
            <a:schemeClr val="tx1"/>
          </a:solidFill>
        </p:grpSpPr>
        <p:sp>
          <p:nvSpPr>
            <p:cNvPr id="46" name="Harvey 0/3 [0]" hidden="1">
              <a:extLst>
                <a:ext uri="{FF2B5EF4-FFF2-40B4-BE49-F238E27FC236}">
                  <a16:creationId xmlns:a16="http://schemas.microsoft.com/office/drawing/2014/main" id="{03BA8458-BF17-44BB-8FC5-AF46B54DD7A8}"/>
                </a:ext>
              </a:extLst>
            </p:cNvPr>
            <p:cNvSpPr>
              <a:spLocks noChangeAspect="1"/>
            </p:cNvSpPr>
            <p:nvPr>
              <p:custDataLst>
                <p:tags r:id="rId47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 fill="none">
                  <a:moveTo>
                    <a:pt x="317500" y="0"/>
                  </a:moveTo>
                  <a:arcTo wR="317500" hR="317500" stAng="-5400000" swAng="21600000"/>
                </a:path>
              </a:pathLst>
            </a:custGeom>
            <a:grpFill/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7" name="Harvey 1/3 [1]">
              <a:extLst>
                <a:ext uri="{FF2B5EF4-FFF2-40B4-BE49-F238E27FC236}">
                  <a16:creationId xmlns:a16="http://schemas.microsoft.com/office/drawing/2014/main" id="{A1B88A45-7B39-43DD-B6E4-9A1B00FF5E0D}"/>
                </a:ext>
              </a:extLst>
            </p:cNvPr>
            <p:cNvSpPr>
              <a:spLocks noChangeAspect="1"/>
            </p:cNvSpPr>
            <p:nvPr>
              <p:custDataLst>
                <p:tags r:id="rId48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72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592463" y="476249"/>
                  </a:moveTo>
                  <a:arcTo wR="317500" hR="317500" stAng="1800000" swAng="144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8" name="Harvey 2/3 [2]" hidden="1">
              <a:extLst>
                <a:ext uri="{FF2B5EF4-FFF2-40B4-BE49-F238E27FC236}">
                  <a16:creationId xmlns:a16="http://schemas.microsoft.com/office/drawing/2014/main" id="{461C8B0B-F33C-4662-9276-B76866631D5D}"/>
                </a:ext>
              </a:extLst>
            </p:cNvPr>
            <p:cNvSpPr>
              <a:spLocks noChangeAspect="1"/>
            </p:cNvSpPr>
            <p:nvPr>
              <p:custDataLst>
                <p:tags r:id="rId49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44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42536" y="476250"/>
                  </a:moveTo>
                  <a:arcTo wR="317500" hR="317500" stAng="9000000" swAng="72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9" name="Harvey 3/3 [3]" hidden="1">
              <a:extLst>
                <a:ext uri="{FF2B5EF4-FFF2-40B4-BE49-F238E27FC236}">
                  <a16:creationId xmlns:a16="http://schemas.microsoft.com/office/drawing/2014/main" id="{E5E6F25D-C365-41B4-90B8-6E32F070553A}"/>
                </a:ext>
              </a:extLst>
            </p:cNvPr>
            <p:cNvSpPr>
              <a:spLocks noChangeAspect="1"/>
            </p:cNvSpPr>
            <p:nvPr>
              <p:custDataLst>
                <p:tags r:id="rId50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21600000"/>
                  <a:close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0" name="Harvey 4" hidden="1">
            <a:extLst>
              <a:ext uri="{FF2B5EF4-FFF2-40B4-BE49-F238E27FC236}">
                <a16:creationId xmlns:a16="http://schemas.microsoft.com/office/drawing/2014/main" id="{F3738B8D-5F34-4474-8585-B223B059663F}"/>
              </a:ext>
            </a:extLst>
          </p:cNvPr>
          <p:cNvGrpSpPr>
            <a:grpSpLocks/>
          </p:cNvGrpSpPr>
          <p:nvPr userDrawn="1">
            <p:custDataLst>
              <p:tags r:id="rId31"/>
            </p:custDataLst>
          </p:nvPr>
        </p:nvGrpSpPr>
        <p:grpSpPr>
          <a:xfrm>
            <a:off x="11436589" y="1387593"/>
            <a:ext cx="292608" cy="292608"/>
            <a:chOff x="0" y="0"/>
            <a:chExt cx="914400" cy="914400"/>
          </a:xfrm>
          <a:solidFill>
            <a:schemeClr val="tx1"/>
          </a:solidFill>
        </p:grpSpPr>
        <p:sp>
          <p:nvSpPr>
            <p:cNvPr id="51" name="Harvey 0/4 [0]" hidden="1">
              <a:extLst>
                <a:ext uri="{FF2B5EF4-FFF2-40B4-BE49-F238E27FC236}">
                  <a16:creationId xmlns:a16="http://schemas.microsoft.com/office/drawing/2014/main" id="{526742BC-75CB-43A3-B79F-2FFEBB0ABF99}"/>
                </a:ext>
              </a:extLst>
            </p:cNvPr>
            <p:cNvSpPr>
              <a:spLocks noChangeAspect="1"/>
            </p:cNvSpPr>
            <p:nvPr>
              <p:custDataLst>
                <p:tags r:id="rId42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 fill="none">
                  <a:moveTo>
                    <a:pt x="317500" y="0"/>
                  </a:moveTo>
                  <a:arcTo wR="317500" hR="317500" stAng="-5400000" swAng="21600000"/>
                </a:path>
              </a:pathLst>
            </a:custGeom>
            <a:grpFill/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2" name="Harvey 1/4 [1]">
              <a:extLst>
                <a:ext uri="{FF2B5EF4-FFF2-40B4-BE49-F238E27FC236}">
                  <a16:creationId xmlns:a16="http://schemas.microsoft.com/office/drawing/2014/main" id="{9214406F-3F57-4AAD-958A-14A8D846454A}"/>
                </a:ext>
              </a:extLst>
            </p:cNvPr>
            <p:cNvSpPr>
              <a:spLocks noChangeAspect="1"/>
            </p:cNvSpPr>
            <p:nvPr>
              <p:custDataLst>
                <p:tags r:id="rId43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54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635000" y="317500"/>
                  </a:moveTo>
                  <a:arcTo wR="317500" hR="317500" stAng="0" swAng="162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3" name="Harvey 2/4 [2]" hidden="1">
              <a:extLst>
                <a:ext uri="{FF2B5EF4-FFF2-40B4-BE49-F238E27FC236}">
                  <a16:creationId xmlns:a16="http://schemas.microsoft.com/office/drawing/2014/main" id="{FFB64714-F315-423F-A74B-CB22FF117463}"/>
                </a:ext>
              </a:extLst>
            </p:cNvPr>
            <p:cNvSpPr>
              <a:spLocks noChangeAspect="1"/>
            </p:cNvSpPr>
            <p:nvPr>
              <p:custDataLst>
                <p:tags r:id="rId44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08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317500" y="635000"/>
                  </a:moveTo>
                  <a:arcTo wR="317500" hR="317500" stAng="5400000" swAng="108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4" name="Harvey 3/4 [3]" hidden="1">
              <a:extLst>
                <a:ext uri="{FF2B5EF4-FFF2-40B4-BE49-F238E27FC236}">
                  <a16:creationId xmlns:a16="http://schemas.microsoft.com/office/drawing/2014/main" id="{41F00AD0-46C5-4613-A4A4-BD02F22A8EC9}"/>
                </a:ext>
              </a:extLst>
            </p:cNvPr>
            <p:cNvSpPr>
              <a:spLocks noChangeAspect="1"/>
            </p:cNvSpPr>
            <p:nvPr>
              <p:custDataLst>
                <p:tags r:id="rId45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62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0" y="317500"/>
                  </a:moveTo>
                  <a:arcTo wR="317500" hR="317500" stAng="10800000" swAng="54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5" name="Harvey 4/4 [4]" hidden="1">
              <a:extLst>
                <a:ext uri="{FF2B5EF4-FFF2-40B4-BE49-F238E27FC236}">
                  <a16:creationId xmlns:a16="http://schemas.microsoft.com/office/drawing/2014/main" id="{48383E51-D619-4168-9E3B-66D56772AC00}"/>
                </a:ext>
              </a:extLst>
            </p:cNvPr>
            <p:cNvSpPr>
              <a:spLocks noChangeAspect="1"/>
            </p:cNvSpPr>
            <p:nvPr>
              <p:custDataLst>
                <p:tags r:id="rId46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21600000"/>
                  <a:close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6" name="Harvey 8" hidden="1">
            <a:extLst>
              <a:ext uri="{FF2B5EF4-FFF2-40B4-BE49-F238E27FC236}">
                <a16:creationId xmlns:a16="http://schemas.microsoft.com/office/drawing/2014/main" id="{149EF30B-B72A-4CB2-B293-A9AA86FA3497}"/>
              </a:ext>
            </a:extLst>
          </p:cNvPr>
          <p:cNvGrpSpPr>
            <a:grpSpLocks/>
          </p:cNvGrpSpPr>
          <p:nvPr userDrawn="1">
            <p:custDataLst>
              <p:tags r:id="rId32"/>
            </p:custDataLst>
          </p:nvPr>
        </p:nvGrpSpPr>
        <p:grpSpPr>
          <a:xfrm>
            <a:off x="11436589" y="1387593"/>
            <a:ext cx="292608" cy="292608"/>
            <a:chOff x="0" y="0"/>
            <a:chExt cx="914400" cy="914400"/>
          </a:xfrm>
          <a:solidFill>
            <a:schemeClr val="tx1"/>
          </a:solidFill>
        </p:grpSpPr>
        <p:sp>
          <p:nvSpPr>
            <p:cNvPr id="57" name="Harvey 0/8 [0]">
              <a:extLst>
                <a:ext uri="{FF2B5EF4-FFF2-40B4-BE49-F238E27FC236}">
                  <a16:creationId xmlns:a16="http://schemas.microsoft.com/office/drawing/2014/main" id="{781402E4-C2D1-4B42-92FF-200680534BFE}"/>
                </a:ext>
              </a:extLst>
            </p:cNvPr>
            <p:cNvSpPr>
              <a:spLocks noChangeAspect="1"/>
            </p:cNvSpPr>
            <p:nvPr>
              <p:custDataLst>
                <p:tags r:id="rId33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 fill="none">
                  <a:moveTo>
                    <a:pt x="317500" y="0"/>
                  </a:moveTo>
                  <a:arcTo wR="317500" hR="317500" stAng="-5400000" swAng="21600000"/>
                </a:path>
              </a:pathLst>
            </a:custGeom>
            <a:grpFill/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8" name="Harvey 1/8 [1]">
              <a:extLst>
                <a:ext uri="{FF2B5EF4-FFF2-40B4-BE49-F238E27FC236}">
                  <a16:creationId xmlns:a16="http://schemas.microsoft.com/office/drawing/2014/main" id="{437A60E1-AD08-408D-B22C-CA33214D61A5}"/>
                </a:ext>
              </a:extLst>
            </p:cNvPr>
            <p:cNvSpPr>
              <a:spLocks noChangeAspect="1"/>
            </p:cNvSpPr>
            <p:nvPr>
              <p:custDataLst>
                <p:tags r:id="rId34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27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542006" y="92993"/>
                  </a:moveTo>
                  <a:arcTo wR="317500" hR="317500" stAng="-2700000" swAng="189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9" name="Harvey 2/8 [2]" hidden="1">
              <a:extLst>
                <a:ext uri="{FF2B5EF4-FFF2-40B4-BE49-F238E27FC236}">
                  <a16:creationId xmlns:a16="http://schemas.microsoft.com/office/drawing/2014/main" id="{A83A940B-79A1-4278-8FDE-A88BEC7182B5}"/>
                </a:ext>
              </a:extLst>
            </p:cNvPr>
            <p:cNvSpPr>
              <a:spLocks noChangeAspect="1"/>
            </p:cNvSpPr>
            <p:nvPr>
              <p:custDataLst>
                <p:tags r:id="rId35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54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635000" y="317500"/>
                  </a:moveTo>
                  <a:arcTo wR="317500" hR="317500" stAng="0" swAng="162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0" name="Harvey 3/8 [3]" hidden="1">
              <a:extLst>
                <a:ext uri="{FF2B5EF4-FFF2-40B4-BE49-F238E27FC236}">
                  <a16:creationId xmlns:a16="http://schemas.microsoft.com/office/drawing/2014/main" id="{20999808-10F7-4408-A1F8-FA2BF0D93FE9}"/>
                </a:ext>
              </a:extLst>
            </p:cNvPr>
            <p:cNvSpPr>
              <a:spLocks noChangeAspect="1"/>
            </p:cNvSpPr>
            <p:nvPr>
              <p:custDataLst>
                <p:tags r:id="rId36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81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542006" y="542006"/>
                  </a:moveTo>
                  <a:arcTo wR="317500" hR="317500" stAng="2700000" swAng="135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1" name="Harvey 4/8 [4]" hidden="1">
              <a:extLst>
                <a:ext uri="{FF2B5EF4-FFF2-40B4-BE49-F238E27FC236}">
                  <a16:creationId xmlns:a16="http://schemas.microsoft.com/office/drawing/2014/main" id="{1F0DFB77-D094-4693-A14D-EEBF043CD125}"/>
                </a:ext>
              </a:extLst>
            </p:cNvPr>
            <p:cNvSpPr>
              <a:spLocks noChangeAspect="1"/>
            </p:cNvSpPr>
            <p:nvPr>
              <p:custDataLst>
                <p:tags r:id="rId37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08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317500" y="635000"/>
                  </a:moveTo>
                  <a:arcTo wR="317500" hR="317500" stAng="5400000" swAng="108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2" name="Harvey 5/8 [5]" hidden="1">
              <a:extLst>
                <a:ext uri="{FF2B5EF4-FFF2-40B4-BE49-F238E27FC236}">
                  <a16:creationId xmlns:a16="http://schemas.microsoft.com/office/drawing/2014/main" id="{F7A73F00-4117-4458-ADB2-8FFCD1E57D1D}"/>
                </a:ext>
              </a:extLst>
            </p:cNvPr>
            <p:cNvSpPr>
              <a:spLocks noChangeAspect="1"/>
            </p:cNvSpPr>
            <p:nvPr>
              <p:custDataLst>
                <p:tags r:id="rId38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35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92993" y="542006"/>
                  </a:moveTo>
                  <a:arcTo wR="317500" hR="317500" stAng="8100000" swAng="81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3" name="Harvey 6/8 [6]" hidden="1">
              <a:extLst>
                <a:ext uri="{FF2B5EF4-FFF2-40B4-BE49-F238E27FC236}">
                  <a16:creationId xmlns:a16="http://schemas.microsoft.com/office/drawing/2014/main" id="{D69AA71E-1F92-4B0D-8C7A-0628E6C3F86E}"/>
                </a:ext>
              </a:extLst>
            </p:cNvPr>
            <p:cNvSpPr>
              <a:spLocks noChangeAspect="1"/>
            </p:cNvSpPr>
            <p:nvPr>
              <p:custDataLst>
                <p:tags r:id="rId39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62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0" y="317500"/>
                  </a:moveTo>
                  <a:arcTo wR="317500" hR="317500" stAng="10800000" swAng="54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4" name="Harvey 7/8 [7]" hidden="1">
              <a:extLst>
                <a:ext uri="{FF2B5EF4-FFF2-40B4-BE49-F238E27FC236}">
                  <a16:creationId xmlns:a16="http://schemas.microsoft.com/office/drawing/2014/main" id="{1A135E0D-5BD8-4DC3-93A9-D76A430BEE45}"/>
                </a:ext>
              </a:extLst>
            </p:cNvPr>
            <p:cNvSpPr>
              <a:spLocks noChangeAspect="1"/>
            </p:cNvSpPr>
            <p:nvPr>
              <p:custDataLst>
                <p:tags r:id="rId40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18900000"/>
                  <a:lnTo>
                    <a:pt x="317500" y="317500"/>
                  </a:lnTo>
                  <a:close/>
                </a:path>
                <a:path w="635000" h="635000" fill="none">
                  <a:moveTo>
                    <a:pt x="92993" y="92993"/>
                  </a:moveTo>
                  <a:arcTo wR="317500" hR="317500" stAng="13500000" swAng="2700000"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5" name="Harvey 8/8 [8]" hidden="1">
              <a:extLst>
                <a:ext uri="{FF2B5EF4-FFF2-40B4-BE49-F238E27FC236}">
                  <a16:creationId xmlns:a16="http://schemas.microsoft.com/office/drawing/2014/main" id="{80DC225A-57B9-4EEC-9F07-116EA5F92C4F}"/>
                </a:ext>
              </a:extLst>
            </p:cNvPr>
            <p:cNvSpPr>
              <a:spLocks noChangeAspect="1"/>
            </p:cNvSpPr>
            <p:nvPr>
              <p:custDataLst>
                <p:tags r:id="rId41"/>
              </p:custDataLst>
            </p:nvPr>
          </p:nvSpPr>
          <p:spPr>
            <a:xfrm>
              <a:off x="0" y="0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635000" h="635000">
                  <a:moveTo>
                    <a:pt x="317500" y="0"/>
                  </a:moveTo>
                  <a:arcTo wR="317500" hR="317500" stAng="16200000" swAng="21600000"/>
                  <a:close/>
                </a:path>
              </a:pathLst>
            </a:custGeom>
            <a:solidFill>
              <a:schemeClr val="bg2">
                <a:lumMod val="100000"/>
              </a:schemeClr>
            </a:solidFill>
            <a:ln w="19050" cap="flat" cmpd="sng" algn="ctr">
              <a:solidFill>
                <a:schemeClr val="bg2">
                  <a:lumMod val="10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3" name="Copyright Wavestone and page">
            <a:extLst>
              <a:ext uri="{FF2B5EF4-FFF2-40B4-BE49-F238E27FC236}">
                <a16:creationId xmlns:a16="http://schemas.microsoft.com/office/drawing/2014/main" id="{BC669B8D-212F-2A2C-2E1F-99BAE710EF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 userDrawn="1"/>
        </p:nvSpPr>
        <p:spPr bwMode="ltGray">
          <a:xfrm>
            <a:off x="10591800" y="6578600"/>
            <a:ext cx="1189038" cy="239774"/>
          </a:xfrm>
          <a:prstGeom prst="rect">
            <a:avLst/>
          </a:prstGeom>
        </p:spPr>
        <p:txBody>
          <a:bodyPr lIns="0" rIns="0" anchor="ctr"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173C6A"/>
              </a:buClr>
              <a:buSzTx/>
              <a:buFontTx/>
              <a:buNone/>
              <a:tabLst/>
              <a:defRPr/>
            </a:pP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© 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  <a:cs typeface="Poppins" panose="00000500000000000000" pitchFamily="2" charset="0"/>
              </a:rPr>
              <a:t>WAVESTONE</a:t>
            </a:r>
            <a:r>
              <a:rPr lang="en-GB" sz="700" b="0" i="0">
                <a:solidFill>
                  <a:schemeClr val="bg2">
                    <a:lumMod val="100000"/>
                  </a:schemeClr>
                </a:solidFill>
                <a:effectLst/>
                <a:latin typeface="+mn-lt"/>
              </a:rPr>
              <a:t> | </a:t>
            </a:r>
            <a:fld id="{55EE84F1-812F-F440-AFF9-6DD93A744E0D}" type="slidenum">
              <a:rPr lang="en-GB" sz="700" smtClean="0">
                <a:solidFill>
                  <a:schemeClr val="bg2">
                    <a:lumMod val="100000"/>
                  </a:schemeClr>
                </a:solidFill>
                <a:latin typeface="+mn-lt"/>
                <a:cs typeface="Poppins Light" panose="00000400000000000000" pitchFamily="2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173C6A"/>
                </a:buClr>
                <a:buSzTx/>
                <a:buFontTx/>
                <a:buNone/>
                <a:tabLst/>
                <a:defRPr/>
              </a:pPr>
              <a:t>‹N°›</a:t>
            </a:fld>
            <a:endParaRPr lang="en-GB" sz="700">
              <a:solidFill>
                <a:schemeClr val="bg2">
                  <a:lumMod val="100000"/>
                </a:schemeClr>
              </a:solidFill>
              <a:latin typeface="+mn-lt"/>
              <a:cs typeface="Poppins Light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87033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</p:sldLayoutIdLst>
  <p:hf hdr="0" ft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400" kern="1200" baseline="0">
          <a:solidFill>
            <a:schemeClr val="bg2">
              <a:lumMod val="100000"/>
            </a:schemeClr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None/>
        <a:tabLst/>
        <a:defRPr sz="1600" i="0" kern="1200" cap="none" baseline="0">
          <a:solidFill>
            <a:schemeClr val="tx1"/>
          </a:solidFill>
          <a:latin typeface="+mn-lt"/>
          <a:ea typeface="+mn-ea"/>
          <a:cs typeface="+mn-cs"/>
        </a:defRPr>
      </a:lvl1pPr>
      <a:lvl2pPr marL="271463" indent="-271463" algn="l" defTabSz="914400" rtl="0" eaLnBrk="1" latinLnBrk="0" hangingPunct="1">
        <a:lnSpc>
          <a:spcPct val="100000"/>
        </a:lnSpc>
        <a:spcBef>
          <a:spcPts val="600"/>
        </a:spcBef>
        <a:buClr>
          <a:schemeClr val="bg2"/>
        </a:buClr>
        <a:buFont typeface="Avenir Next LT Pro" panose="020B05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2pPr>
      <a:lvl3pPr marL="539750" indent="-273050" algn="l" defTabSz="914400" rtl="0" eaLnBrk="1" latinLnBrk="0" hangingPunct="1">
        <a:lnSpc>
          <a:spcPct val="100000"/>
        </a:lnSpc>
        <a:spcBef>
          <a:spcPts val="600"/>
        </a:spcBef>
        <a:buClr>
          <a:schemeClr val="bg2"/>
        </a:buClr>
        <a:buFont typeface="Poppins" panose="00000500000000000000" pitchFamily="2" charset="0"/>
        <a:buChar char="–"/>
        <a:tabLst>
          <a:tab pos="88900" algn="l"/>
        </a:tabLst>
        <a:defRPr sz="1400" kern="1200" baseline="0">
          <a:solidFill>
            <a:schemeClr val="tx1"/>
          </a:solidFill>
          <a:latin typeface="+mn-lt"/>
          <a:ea typeface="+mn-ea"/>
          <a:cs typeface="+mn-cs"/>
        </a:defRPr>
      </a:lvl3pPr>
      <a:lvl4pPr marL="806450" indent="-266700" algn="l" defTabSz="989013" rtl="0" eaLnBrk="1" latinLnBrk="0" hangingPunct="1">
        <a:lnSpc>
          <a:spcPct val="100000"/>
        </a:lnSpc>
        <a:spcBef>
          <a:spcPts val="600"/>
        </a:spcBef>
        <a:buClr>
          <a:schemeClr val="bg2"/>
        </a:buClr>
        <a:buFont typeface="Courier New" panose="02070309020205020404" pitchFamily="49" charset="0"/>
        <a:buChar char="o"/>
        <a:defRPr sz="1200" kern="1200" cap="none" baseline="0">
          <a:solidFill>
            <a:schemeClr val="tx1"/>
          </a:solidFill>
          <a:latin typeface="+mn-lt"/>
          <a:ea typeface="+mn-ea"/>
          <a:cs typeface="+mn-cs"/>
        </a:defRPr>
      </a:lvl4pPr>
      <a:lvl5pPr marL="806450" marR="0" indent="-266700" algn="l" defTabSz="628650" rtl="0" eaLnBrk="1" fontAlgn="auto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2"/>
        </a:buClr>
        <a:buSzTx/>
        <a:buFont typeface="Courier New" panose="02070309020205020404" pitchFamily="49" charset="0"/>
        <a:buChar char="o"/>
        <a:tabLst/>
        <a:defRPr lang="fr-FR" sz="1200" kern="1200" baseline="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539750" indent="261938" algn="just" defTabSz="914400" rtl="0" eaLnBrk="1" latinLnBrk="0" hangingPunct="1">
        <a:lnSpc>
          <a:spcPct val="100000"/>
        </a:lnSpc>
        <a:spcBef>
          <a:spcPts val="600"/>
        </a:spcBef>
        <a:buClr>
          <a:schemeClr val="bg2"/>
        </a:buClr>
        <a:buFont typeface="Courier New" panose="02070309020205020404" pitchFamily="49" charset="0"/>
        <a:buChar char="o"/>
        <a:defRPr lang="fr-FR" sz="1200" kern="1200" baseline="0" noProof="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720725" indent="360363" algn="just" defTabSz="914400" rtl="0" eaLnBrk="1" latinLnBrk="0" hangingPunct="1">
        <a:lnSpc>
          <a:spcPct val="100000"/>
        </a:lnSpc>
        <a:spcBef>
          <a:spcPts val="500"/>
        </a:spcBef>
        <a:buClr>
          <a:schemeClr val="bg2"/>
        </a:buClr>
        <a:buFont typeface="Courier New" panose="02070309020205020404" pitchFamily="49" charset="0"/>
        <a:buChar char="o"/>
        <a:defRPr lang="fr-FR" sz="1200" kern="1200" baseline="0" noProof="0" dirty="0" smtClean="0">
          <a:solidFill>
            <a:schemeClr val="tx1"/>
          </a:solidFill>
          <a:latin typeface="+mn-lt"/>
          <a:ea typeface="+mn-ea"/>
          <a:cs typeface="+mn-cs"/>
        </a:defRPr>
      </a:lvl7pPr>
      <a:lvl8pPr marL="806450" marR="0" indent="-266700" algn="just" defTabSz="914400" rtl="0" eaLnBrk="1" fontAlgn="auto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2"/>
        </a:buClr>
        <a:buSzTx/>
        <a:buFont typeface="Courier New" panose="02070309020205020404" pitchFamily="49" charset="0"/>
        <a:buChar char="o"/>
        <a:tabLst/>
        <a:defRPr lang="fr-FR" sz="120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8pPr>
      <a:lvl9pPr marL="806450" indent="-266700" algn="just" defTabSz="914400" rtl="0" eaLnBrk="1" latinLnBrk="0" hangingPunct="1">
        <a:lnSpc>
          <a:spcPct val="100000"/>
        </a:lnSpc>
        <a:spcBef>
          <a:spcPts val="600"/>
        </a:spcBef>
        <a:buClr>
          <a:schemeClr val="bg2"/>
        </a:buClr>
        <a:buFont typeface="Courier New" panose="02070309020205020404" pitchFamily="49" charset="0"/>
        <a:buChar char="o"/>
        <a:tabLst>
          <a:tab pos="982663" algn="l"/>
        </a:tabLst>
        <a:defRPr lang="fr-FR" sz="120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1" orient="horz" pos="2387">
          <p15:clr>
            <a:srgbClr val="F26B43"/>
          </p15:clr>
        </p15:guide>
        <p15:guide id="23" pos="267">
          <p15:clr>
            <a:srgbClr val="F26B43"/>
          </p15:clr>
        </p15:guide>
        <p15:guide id="24" pos="7413">
          <p15:clr>
            <a:srgbClr val="F26B43"/>
          </p15:clr>
        </p15:guide>
        <p15:guide id="25" orient="horz" pos="255">
          <p15:clr>
            <a:srgbClr val="F26B43"/>
          </p15:clr>
        </p15:guide>
        <p15:guide id="26" orient="horz" pos="845">
          <p15:clr>
            <a:srgbClr val="F26B43"/>
          </p15:clr>
        </p15:guide>
        <p15:guide id="27" orient="horz" pos="3929">
          <p15:clr>
            <a:srgbClr val="F26B43"/>
          </p15:clr>
        </p15:guide>
        <p15:guide id="28" orient="horz" pos="4247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6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6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6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6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6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6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6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6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6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6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6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6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6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6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6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6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6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6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6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6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6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6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6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6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6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6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6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6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6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6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6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6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6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6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6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6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6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6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6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6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6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6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6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6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6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6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6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6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6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6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6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6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6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6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6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6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6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6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0683F6-89CA-0E32-76B1-D71921FEF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AD39717-3843-9C23-7D95-4CBA3BAFE2D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5B263ED-36FD-025A-E1C4-5FE6281C690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0EE41E4-64BD-E5AA-E3DE-62A2178DCAE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CBFCD21-883E-CDC9-EA50-09B94CB0B9A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54D84A0D-24D6-4C4F-E847-3328F9AE51D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49BB710-B273-97E9-2F8C-9DCBF354C59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89D8F72-E7DA-48C3-3F7C-013F2433DF8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304B674-56B5-D2E8-D620-1DE1A9632E4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ADB3EAF-5EC7-75A5-617A-42FC8D00D8C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DA9BBF3-078F-7D66-CE84-04EF11D004E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277D182-ABF2-1DCF-A853-C3CE3ADB2B7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AFEE51B-B0C9-49E6-5590-2911D71F960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A2E0081-43FE-4314-356F-C9E7221C223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9278BE7-955A-B7BD-5A21-8237B0E0824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9C8A4A7-255C-9D2B-9D4A-BEEE0955582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0FB6E45-AFC1-31AB-288B-85618E2D97D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7EADFCE-D271-3E95-24E6-81BA7C73BFA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CC62E28-4E6D-AE79-949E-B263BD7CF22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850CAF2-C6B7-AE02-3957-B247FD8E437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0CB5EDB-BB71-A9AB-F4FF-3CDF4D0211B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6ED6B74-FA72-9EA1-8175-87D252ED7B6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2AC2035-A335-C50E-868E-4E4C5CE0B79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CF2E53E-B0CD-2CAA-320F-89CEB0AEC5D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20EEE3A-53FF-4B00-3454-9418AE1B13C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E8D1137-0101-6356-7F37-F28E507EB0C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61C8944-662B-6FE6-F5CD-FA02019274F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4BCEC11-7345-4C6D-E266-B157B242801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25DC0DC-0DDF-0D9A-E99C-A8E0694ADC0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B46E9FC-6FB6-8528-AE87-2846CE2B654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259B186-7563-CCC4-7141-A40986BB4FA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50EEF27-B7D1-C7CD-E8B6-37AA4F37F93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760B92E-0641-329C-A102-9DA71DE1DE3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6D42035-985C-2A5D-F81D-C0AB2469EA1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111E12C-0138-3DD6-8FAC-26B306A0E1AD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FABECBE-032D-0CC6-D0DE-11500AE140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283147D-D059-60A8-0319-92119EE31CF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BB0295F-18AF-9681-C0C9-33EAA14495C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1B0A56A-C86F-C4F7-31E2-B33F4FB923B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0F001C8-8669-5377-544A-FBE25A78970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75FBFC5-ECE8-57BD-8D0F-6410D5E5F5D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11468E0-EE3E-AB53-B7E4-01821890076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8F454D9-C072-E2B1-8F21-3AF9DD6B0D2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7DE75DE-E76C-220B-4CF3-2F5204188C7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89AEE84-D74D-9CCD-8FC7-8E06C44850C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12BDD0B-8C0E-97B9-61F0-7BD24320EA5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3D43884-799C-2041-DBC9-51E7DF4B09F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092E1AC-D84F-D0F3-A527-11AD0E7F69A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0C7AA495-78D4-CCD0-1046-4309E701457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D6C5D0C-833F-F694-3B7A-EED38604216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81E1805-EA56-4C49-052D-E65362F39C4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9E748B9-33FB-0385-7F7C-A9304632F39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E0122BD-2DFE-2A42-E80C-FAD4D774AB1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334B543-0216-C5CD-BA81-2F9BB1EF338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B920604-E043-F5DD-2587-F1659A37DC7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4ECC78C-FEF7-C8E5-9ABE-121D613B811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769D67E-B9C3-0D0A-B170-FE36A821EDC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E670881-9C48-BF4E-0462-2E62583956E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C4ED5D8-465A-2828-D2E3-58CF06260DBC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09415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826EAC-5520-2380-686E-7964C9D6A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D5E1693-8461-342C-81DC-7B872631494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B7BFE59-D135-9571-A492-4E844E8AB11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9AC7028-E208-75E1-B3E1-EF7C7363728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69043AC-A9D6-09EE-A3B2-992031FAD52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3FEE713-0AEC-F753-58D0-03381808C69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E8AF98E-534F-1C18-D5EF-38D65E35BEB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720B5CB-0729-35BC-5AEB-0ADB98495E2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4F13904-8421-67F8-771E-B42027CE30D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E202A9D-87D5-A328-0701-C5D3F7380C7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4424735-13EF-6C7E-A247-D19D3742A53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E958BEB-5637-8043-1856-9EB10A20B1B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92A48F9-FE87-3E84-CA23-13C33ED8D83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F0E4447-E739-8010-1C03-724F0B5C02C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71F70D9-D256-A1D7-FD8F-A7C7882772C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0C0C851-7EB2-9E7A-0E70-A35CB5A5DCD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14963CA-93E8-2E26-8E43-362AA58B5E4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A7EF63E-A6DB-D6C6-50C5-E617D0A264F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23865A0-EFA9-D265-2D28-293B9AE6421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96FD2E6-739F-14BF-ED94-4DB00658B5E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69A3FD5-AAF6-3D91-AFFC-69156C430F0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CCEB3DF-74DF-F47E-CEA1-89B8776CFEF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1A786C1-E682-EAF4-95EE-D0D6EBCD38A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B93044A1-D144-2958-C741-1C4745EBE06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BC0F96F-E760-6C6D-D92F-70F993E6E85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24839FB-EECC-DD38-4B2A-681D0336522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F9B7C97-8A90-E3A2-0E18-904A578D661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1FB99E0-7C75-B091-34B6-D1653880048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5DCA2F4-8B66-623C-5917-A4ADEFC428F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BD3AF82-64FC-F785-FD8F-194619E85C3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78B2558-979D-F165-53F7-27122643A81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9E2AC13-AB28-61DF-2AC9-9DE34E258CE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FFFA3D0-6F88-3C08-3D75-0FDE7D2D980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AF0FA2D-1E1F-E8FE-B889-3CC95E49198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C7FEB89-8CE7-F52E-BFAA-E7699CAFA89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A954C40-0ED7-D847-0478-FF567EE3B4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8FC6CD3-C47A-6D86-1B4D-22C22503E5A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AC5948D-1987-D3B5-867F-84750B00B85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0FC7F45-0728-5C3B-BA0C-5A0918B274D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25730CB-4CAC-43A2-5BBB-9BA2F25207B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C62FA20-9247-9A8B-5177-97A5ABBB505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76F0C55-42B6-18A7-F974-0B5F8C3342B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998ED77-14F0-6BAB-0E10-76AFA8DA92C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ACF2947-D833-704F-CCDB-7713F93C53F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849F7A9-0BCC-6913-C8C0-D09E4648E24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78F5F09-7454-AB8B-1FEA-FEF8B5B29C1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A6A66EA-7D2F-2374-DB31-2FA9CA95248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0B68A9A-FEF6-9CD4-D1B4-3DA4A1A4659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1278369-07F6-0CAC-0ED1-3DB18D6F01F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EC259B7-8A08-7A48-31FC-5A2104C18CB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3548977-7D69-7C13-77FC-8F43489B691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E114467-4167-8FB5-20EF-ABC7BEB1DD2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5A70106-89B7-AA61-DB76-C53850D88E0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6E56863-BDB7-AD21-901C-607179CBD6D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7892932-F06D-70FD-CAD9-5CA483D421E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C6E31D5-DCD0-AC56-D710-D0980F5F539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A873E0E-2D47-CA7E-909A-E4C7CB7293E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F9A9C1C-C756-A30A-9B13-5392780EBA6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B41CA1E-A552-B6F6-3BD5-F909FFE8DB3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339663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3DD7E-08F6-4824-73B9-810AB09E4C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9E714BF-EBD3-DE1A-B3D1-91F76AAAE7F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6B63680-A806-8C0D-196D-3C3FE9CE58F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DBC7F8D-C7DD-1F1D-D3DE-A2145CE484E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54A4418-8603-CB65-FDD3-A9040357512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78885A8-8F87-6E05-9CD4-FB3061F2093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4C95B8D-E39D-21DF-80D3-838FE21CEF4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E05C1DE-E4E7-2367-AFEB-33F8A7AF7BF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65F74E9-3015-A42B-B329-0CB18C64CD4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D814899-90C5-5318-CC8D-E7C1B0CAF76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DDAA9A8-7BB2-6460-4AD6-CDC9D2C74F9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19809F0-787B-B917-79B7-9E94C3DD2DD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C281C3B-D8F6-05F8-BC9D-B9404564B17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5EB1598-F8F6-7A0F-E5C7-51A044A998B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CA07672-4176-DC35-AD4E-86B9257F452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8201D26-3070-BFC3-0BFB-BBE0C5EDFD9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D687953-E583-26BB-C256-7614BFB83E8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FF87506-8C09-95C7-FC84-5A71B78C5E4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D9A2624-6A48-FB07-2080-6B2A797B800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745C7AC-13D5-BD62-747D-F82AC0DB6E3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7530BF7-4218-BE56-04E7-904AD2CB28D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6FC49E1-7ED7-3502-A7C2-57AA3904DCF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E0B87F2-8ABB-0458-2BFB-A3AC60FA107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7B5118C-1CCC-EE87-8F43-0D40710DBA7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172E84C-6F6C-64C1-903F-794397B0F0B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0BD2DE8-1DC0-67B1-696D-CFDB341188A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2A4DAA4-1824-F06D-ED21-868492F4B82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603705D-51F7-835F-E955-5F05B2E774E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55EFECA-2268-9B93-1E2A-7433F12F024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D346819-B161-46AB-E931-22A43551E68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2DCCD67-6518-94C0-438A-3959A47C2A1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26DA7C0-355D-4786-768A-3AFFE341872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446FD19-BD44-2C81-BB23-0B68FDA7B2B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789FA28-8C9B-E945-A9E6-06575988CE3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232B76B6-0CB3-ECA7-C8F6-EE13AC8C052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24223C0-BBF9-2EF0-7B10-97E138F6AF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BDB4BA97-B041-8FB9-A753-C164684C1AC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D34C0DB-C1DE-5DCE-0CF3-3ACAF87B036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E822905-B7B8-2DCD-7C2B-7E7B86D3D0D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E95BC15-C4D6-FC4C-00FF-FCDDCBFCAD3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A170AA2-D4FB-CB27-D065-7B257993755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395985E-34BB-6C6B-A743-0AB56D5B44B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7CC6C9B-4D88-ADC6-8CAE-AD419FC7887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1D9E3B0-8793-9CD4-7BBE-A82687E8C10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3DB7EA2-0C54-59D8-5F06-EDFB6830241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B99485E-618F-20F1-7AA5-5142711DB7B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84B839C-A480-1FC0-7583-F4EC9D0DC32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A02CF576-8CC0-5933-D4D2-58759293861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14FE328-E563-6CC7-D6B2-C59803DD32E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B87769A-7D67-F539-EF96-18B18073F77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59A3E7E-E489-7C01-2B68-CFC7AFE669E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1CB4E08-4FB3-8FB0-95A1-9E2F4D6ED00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511E686-6617-84CF-ABB6-A6239070947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28D2B8D-8824-65D4-688F-8BE1D080A4F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9596F1A-F23C-F8D6-504F-4CD24C5C7EC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6446B3BC-7E40-3D55-157B-CE979311676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E31AF2C-5690-0C55-F5C6-1616B3C7AC0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7553EB1-C82A-8FAF-4033-EB67430EEED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D0A7578-6ED9-170A-F6D8-A3AF4C9EEB7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8991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4C530C-2769-A3CC-430B-EE446F743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4577F13-BD87-D624-7F62-2A04FC1E6EF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DD3F846-26A7-0875-5196-2BB5E40DED3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A84E763-8324-F371-A498-FB9C590FA54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7DFDD40-3BA3-314B-AC57-0BCFEF36B81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C917CC4-0DF3-48C1-16C7-01B8BA531EA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9D11CBA-1AD3-73C1-DC9A-8B8BCD22B8C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5EA4299-826C-912D-B639-CD8FD42BAD1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2C299C0-E5B7-AFE8-F8F2-5BA96D3121D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B55A1E0-FA7C-3186-C4BC-0853BE1740D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95753D8-66AE-B518-11E9-6DCFFA17DE4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E384117-4D2A-EDC3-03B5-EE904BDED96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6C3CD4B-A313-0DDA-1007-267001E65FC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514981E-2EC0-981C-25DD-D1362F496B6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E70C9F7-E9AD-3E1B-54FA-2E2D5D5A3A4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A949282-74DF-C571-7F77-FDDCE51B591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A16E39B-6B68-7BAF-07C9-288269DEA4F9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988F67F-6EB8-CD88-0EE4-1EC45220746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4DBEF00-DCD2-3703-638A-58C5000FB01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A245C65-82BB-FF5D-CF6B-ED29B67DB42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AE8E047-F733-487B-5314-D42F84CB675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D846767-5000-0049-ACE1-F9BA06C1E0C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A06A1A2-EF85-878A-A545-415BD0C589D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B3678DE-6AAB-C1DE-3FEB-AFCFBCB021B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37D0B97-CE1C-854D-69C5-891685207AE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234B2AF-C28E-5E5C-9F69-E2E9F5D78FC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FD196BE-1033-F31E-E3DB-BC4F398344D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9012655-66D8-4E31-A420-C8B5A5B22DC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2C36F7E-9F60-BF41-60F8-2A42DADFB8E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338876E-8308-5096-6B53-D00F8B73C7A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19B1D0B-DF3C-67C8-56F3-07805CE21DE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0C75D29-4DF9-0872-C58A-59D7C9D55D2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C43285E-1AC7-A52D-8D62-33A54BA6FE9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A450668-8CBF-8429-D941-9FC61DB2BE1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B067296-6028-9479-2D41-8FDEC1B2EBB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475E598-F227-F2E5-706B-C3E78D7DAB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37AF8AE-29A8-EF09-652B-68009C6C230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E2DBF81-7513-D40F-948E-182061D21B0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7C9954E-14C5-1C8B-85E9-5E4FD1E190E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9CC4BFF-5130-CCAF-94D7-7E6B78FED96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364FD86-CC57-BDAF-10C2-827396329FA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FC7718A-D420-AAAB-5B8D-2CD8E811C66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5A92837-4771-4AE3-8069-CFE01CA2DD5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F140575-F68C-4D3B-0383-DC1661F3E28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5C3626A-BDB4-5814-8A6D-218D126B726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0D7A060-D237-8345-1E0A-BBAB02B8F43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F14C1C1-F946-9FBF-A2FF-9277A8D4FB1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ED5C86A-31AC-2A16-21C1-6D46A3D29DF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353B7CE-04A2-615F-8FE6-D8CF6D683EC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FE4572B-8B0F-8F95-9A3A-1DA6CAC9CEE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A21E01A-3A68-4ABE-E618-4A20BB0B9E5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AAE8195-B45D-01E3-B93B-D1854FED95A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EC153D3-23E0-E41F-A967-D0C64640F16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37B0A76-505A-DCD1-9FA6-7DA2798DDCD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0EE8A11-EC32-87F6-DEF5-A82312B4DCA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1A06F7F-C8E5-AAA1-B10C-EAEA44EBD38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DC2ECC4-0B3B-7E83-74BD-ADDD1D5EF87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26EF57B-3A8D-97AC-0122-86943EB4FB7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ADBC905-35F0-8029-849F-0327D1C5592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5606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46E5B-313E-8D98-C544-9D1F8FAF0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1B6A640-DF1F-FA91-E3E9-E0143A9B4E9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4C89677-B9F8-898A-A70A-4FFD9EA370A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5D42E85-BFA9-EFD5-C218-09E99D4D6B9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A93CCC1-5097-78A5-07A7-5FA3E8D651C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1C3DF9F-0ABB-6107-B4FB-F3EE6155851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089590E-4D41-1228-20E9-4320B527096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84C0897-6C9D-D0C7-D073-862CD2D9703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0A98B39-4C05-6E0C-D644-7057CE89FCC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7438308-A2CA-1582-E034-74354A7F3A8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BB539CB-5741-95E8-A20A-1223A843B0F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389515B-1730-CED4-0969-E7791E838D3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19D0F2F-E822-0936-E4DB-27D8A435B859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FDBC60C-BBD5-849A-5535-2D3AF8BB7EE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4FE5784-A302-A101-E938-C12DC29292B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5C3643D-5C18-CCB8-A91E-DF8821E0635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662B37E-0469-2346-98CE-062F2488FB8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8ABD98C-47F2-C4E1-1261-B2750472ED1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1FD601C-117E-9D9C-23AF-6AF27B722D8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E00DF69-0D21-C156-25B7-81A94853223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DF9D494-4CCA-AAC9-1894-0D7FD61856D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82C52F7-E3E1-334A-C7ED-F07A7BA1655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8881165-B1D3-2938-926E-EFDD3035D42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9D380CD-684F-B069-05D2-87F37276ED8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12E3DF2-11D4-A449-3B53-32A916310C1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2F96310-2020-96B2-0A70-9F08972BED5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CB4A9B2-FAFE-A4DC-27D2-78E402A2CC1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C4FBDD9-3E9A-7C8B-7A2E-5ABDE47E216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72927D9-778E-2851-81C7-C2F515044DE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B4B29B8-D264-22FD-1031-A5189037F13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220BE03-5BB5-1398-FD08-862C9932C53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2D02A9A-E0D8-8C88-9F50-BC97D46BA54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F037D99-7C02-0F28-042F-15802C4C5F5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D98B176-82E4-62EA-5F12-E0A7A230453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4DA8725-F27D-5B80-609F-C4584E4EE14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595BDCA-2937-0734-0CB4-5F9C193F56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D8AA788D-E731-F8E6-3A5D-79E920593AA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8EB335B-CDED-A40C-E520-BB99D33C4A7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2F71B39-BF28-47E5-00FF-FF036251F48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FB2DF87-0709-3E85-8613-D96E6A0231D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4A84FC6-D670-D618-9213-140A98548ED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A817207-648A-919F-482E-835D41385425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35D0966-EABC-DDC3-B8CE-6CF3F7B32BD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9908969-4AAC-47ED-0C0B-E23D8C3050C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FA1F8A4-C5BD-6122-7630-F9D544B70B3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38DF3DA-CF45-6E51-3C53-27039A26235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C19D735-E948-AC67-EFB5-E56C1812648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A2BA4A9D-C5E5-A7FF-8329-6AE459C73A4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6D5FE2E-CDE6-0E95-01B1-DD4356DF14C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38050DB-2BA0-8353-43D9-E9F14E40D5D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06E75E4-6F9C-5131-4A99-E22738F3AE2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EC233B5-D965-A2EF-4FCC-55AFF6F07D6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B48921E-FA52-40AA-732F-55B69692D78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5563ADA-C2E0-EBE6-BB50-4D2FB62E21A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D6D4860-48A1-EB91-7F38-518EA75996D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8F69BB2-A875-1A2B-F5A3-B8CF9D1945F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3621D89-A279-AFD3-8A0C-60FD13B2819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58602B2-901C-2436-0B10-827EFBE5390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0BE9A6B-F9F2-4787-772C-815ADFD6656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238182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36086E-3B11-8ED1-D253-DBFB67C0A5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C7E5600-FA7B-2404-EB05-56D15DE0021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49B2989-7E63-E9E6-6D45-82C82F00178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ADE638C-1D85-FD9B-BB5D-47A4215AA64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9B105BD-87FA-FFBC-B1C3-2732FFE6176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6BEDFCA-3B45-A0F4-1488-6EEC39FAFF5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3217B18-EAD2-376A-38FD-C5D475E5E22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949BC0E-1FEF-711D-F624-3E186BF9347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845A8D8-B6BC-5DCD-2D98-98441E820B6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C8B552F-80A7-6BE2-FBA3-A8DDAE32C2D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76DAE51-A151-FB4D-4317-74FB5B5FF2A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AA699FC-700C-7871-80EA-CBB20497B11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CA33CB3-2CA3-E8C4-D5E6-FF38F32AA79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EBFA5B0-3943-4E33-3F86-FF08E893418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7DE1130-8D6A-951E-BA6A-483E1BBE2E6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BDF805D-ADFB-459E-3DA1-3AA9487A73E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080AE65-7629-0B12-B524-30CB271A5F0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844E345-DACC-6782-792D-2E70D8E0129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F8AE5AD-EB33-30E8-A25D-2A0B399EBAF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27446D5-9D8F-66A0-64CC-884823A5DC6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68DBA70-CB15-8D61-C470-282C7730ECB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D71E271-64E6-FA00-4480-EE48DD8A7F2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9C32171-4FC0-60AB-08D3-0D6FBD26779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53BA3D2-0547-C4FF-6797-9C6FCD85FE1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31940B7-D120-3458-89E5-33557414689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28A0726-E9D9-8392-A442-5C87C74BA63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39C7682-5444-5CCC-B70C-4D96AB84168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C93430F-AEC5-4F95-EF5E-CB9AE02C55F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770AA6F-E27B-FC70-1C38-5347ACE3278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6CD4408-653F-E5C9-77D6-D4B8331BC83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7788094-310A-FDC6-2438-103C78EDC27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37492D4-3564-23BE-D277-82D4BBF4446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B9485C4-3BC5-04B9-C896-18F7803AB07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0CE05B7-E6F7-8CA9-2B4B-C1A4C34F8E8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9019FF4-761C-A7BB-602B-DF57855BD7F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4051A16-73E4-2E54-58F5-4964CE09CE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4EC4694-F42C-2C3C-5135-866D1077C61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DA79C7F-93F4-95C4-0A93-061A09610DF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CBBFDCD-02D4-719E-D341-168F525A46E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6F7A616-9A70-2256-9A8A-543C02A135E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E9893E8-FABC-B80B-BE46-DDA3F11A4E5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3ACB979-F058-EC3F-695E-3E50E1EE222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FE72241-F8EA-5696-8A25-0625496EBE7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A413338-087F-DCBA-300B-0AFB12B9E30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08F5C20-B91B-269B-D7D3-E1488D3DA61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DCBF3F1-A6D4-7E65-7A73-B70ED82358F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5183F17-D0FC-EF32-A9CE-32E8AFF095B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4E5DE16-EA64-0290-7941-3C4F5D8581A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542F09D-A040-0870-73AE-45A5DEAAD37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109A7EE-87EA-BCD3-2DD4-4077BDC2091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BBB10B5-EAD8-23C7-C800-9734C8B48A9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A79F06D-54B1-BD88-0D31-77CCF726A56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FA9E549-EEE4-0B52-CD63-C702B711F8A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63F3A6B-25F6-1745-8F71-4E4B1A90783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9ECBE4C-96D6-B2CD-0543-15C7872E401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8EA4849-FCBF-C47D-D1E4-3E28846B362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5BDAAFB-75A9-1751-6258-02FA3BACFB6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9023684-4988-4F8B-B560-0C99A1F766E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A3D7BC8-C2B8-D688-AD3F-9200341834A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51082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385C90-C398-9AD8-A757-5C13D02C1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45ED237-00B0-DF12-A325-6B57AD18BA1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0A9598B-FC86-17EF-2442-21B3F702D3B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B0DCC00-47E0-E7D5-5F49-13DAF329C45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F47D36A-92F5-D80F-A4AF-E1D074BF44E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8B42E51-9CFC-0727-29EE-DDD967D16E7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C532248-CFA6-8286-DB35-3902B5860BD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C27B5D2-B979-34E1-162C-1278011A021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95FFE36-E624-0353-02E9-AF5F37E4578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AFA421A-D226-72CF-F8AF-37960084005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2D6D7C2-D802-012D-DBF6-E9F85B25732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DC97B31-32FD-9675-4FBC-DA811C4FD79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B9F829E-22CC-A129-C667-B93EABB59A4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07B2EF0-BF30-F93F-C33D-8A292B5C869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64BFF0B-58E3-FDC3-6ABB-2E56DD8D7E6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3D97B34-357D-A2A9-11C1-59DE2A93E23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4D42466-47FA-5FEE-A155-D74917DD1B1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C676828-C0C2-7322-C15A-EB2A954A19E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9CF3B5F-37E4-D6AF-61F5-8501B3F2B74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051ABC6-1C54-AD76-7200-E1D97775C01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0DA605F-36C6-EE27-B56C-757FFF97D8D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D21EEEF-6F0C-AB5E-11E2-0D12EFE3416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AE5DE2B-D988-F2D2-9FF6-4ACF45E15EB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680D0363-E792-528A-842D-6E021ADA253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89162B2-9001-5100-5929-55BC15D285F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388AE3E-6EE4-A34C-2C96-B5E28A41D6E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5E97E6C-843E-1F65-B7EE-DC0E2F5A674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D08EB3E-A707-F391-772C-DDF5DDE6245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170188F-F276-2FB4-1E8F-087A29D6CE5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5CC050F-5C2A-1439-D674-8B9D19C9BEE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38BF907-D051-0FAF-1A89-25218AD7875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0042FDC-C23B-B6DB-50F2-32D2BDE9574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BEF658A-4933-3A67-DC0A-1C90A5CBF02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013ED53-C922-63C3-221D-C51B6F5487E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E4B2F3A-446A-8F5A-6E54-49B9019D0AB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CF0CACE-0E98-7116-FFAC-7BABB0F3496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8EBE86E-7BCB-0356-C56B-9DE6577343B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4CD38ED-86F6-621A-7C8F-23D7199C586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8FA09BE-3749-27F3-AF3F-F0C56729A5A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FDBFCE8-43D8-F253-96EB-1E49DB9F055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E9266EB-A188-F410-4FC4-B310221963B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C2368AD-3859-38BC-7C6A-5B6922A4CF0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753179A-78EF-C6FE-9546-2ADCF8E3777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A49EB76-66B5-6F55-CCAE-55D03176D29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19B199D-B222-D32B-9F97-C92736420FA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2B2FB1A-25A3-18C8-9F60-F88B989B717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BED77C9-2CF9-F201-16CF-C378FDF510D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4C9FCE3-ADF3-F253-1B23-959B4712758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7F1A479-CF95-669A-5A01-8F7FB42E9B3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637256D-5506-C3AD-A6EE-2F53A4E3A66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94BDA3D-9A90-7E47-1D25-F1AACC887D0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EDE3B89-15E0-78E2-7F20-E214E0BDE62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343D63A-6999-48DD-A677-DE72260BE59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0882561-A242-0BF0-96E1-40CE2F38F34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6F32BAD-3364-12C0-6121-FB149CFE1EB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496B84A-5683-65FA-1865-68BB253BC8F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B5B69FC-BD25-FE65-B906-8FA731F619C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A378832-CFE6-8865-C366-33AC00F4116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043F4B8-186D-8EE9-97E5-7355DDCC334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70739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00DF87-034E-02E7-7974-3B2C096578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2017590-7C63-69F7-34E1-F825D7DA93F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E078D87-B9E1-FBB7-C5AE-9440ED1E570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8BA44C9-E945-E602-A1CC-5DD9EF33245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1E75C66-DAE5-808A-EA9F-C239026226A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ACFF3B2-8D02-3A5A-F559-9EF933ACE16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8756CD3-41DB-09C2-2493-58D5D291859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CADFE6C-7908-097D-C51B-0689655621D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61DC9FA-5085-622D-CE6D-59A7286F068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4C5834F-1375-21CB-D581-189B9E8446D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0258FD9-72FA-A11A-298F-AD788F9356B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4ED45A1-F575-10FC-3CE4-126618B2734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AF37B7D-2E6A-4568-BCCA-86695F629989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F77D8A8-DFA6-2A80-A62A-58FA61C5B52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54DE9ED-136B-E0DF-6344-6695551D621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917CD27-FD64-96AC-1D74-0AA64866CF1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0C67D2A-20FE-CBD8-3E0F-AEB6EC7FFB6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E0E6BB2-BC4C-D89A-7D67-6158A3197D4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000A6EF-4B60-67FE-9A19-CCB8207BBD2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3530859-867D-6EC3-8CC6-C485B62DC1A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3DB5BEB-D75A-DB12-3C38-BEBD372E333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E82FB0DC-1A7D-9379-B192-5649FA252DB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200D21A-C86D-05B8-0A39-E60BE50256E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B7A77A1-1AD6-202A-A069-DB7FD59A0FA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9109E7E-616E-7FFD-C553-9C21304AF7A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052C36C-5B9A-BE02-C1AC-CF6BA9F0D62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B9B4A8E-08C3-82E6-0637-50C8C3F1F40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88B2230-78F7-9B8D-65A2-8A026A04C8D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B4758AD-DEFF-FCCE-9D2C-C759F6BCFDA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7A92D1C-4613-6AEA-81A1-5E3FF026F3C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C1D14AE-6F10-9E9F-F0A8-0D698B16AAC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789D4C0-07F0-EE38-485C-4AA8B652828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FCC440D-5B24-D0CE-5B39-542E01D71C3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55057F8-1B14-A2C3-7F67-DDE43F09793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C3CF222-F13F-B8A7-14EA-DE7A5723D47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66B3673-EC4E-4BA6-1569-3817A4F9AF5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ED3C01F-4723-5F41-31E7-CCAAC8126A2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38E7FB9-B443-2B70-5568-E3558C2888BD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56F36B2-B9F3-5ADC-52BD-7677D78249A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848337B-3EBB-749C-6BC2-C6E3A7B0D0D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1EC7EBA-CAF0-4517-A6A8-F43C5FA8391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9049A4A-E3AA-DB86-49A0-AFDF0A8CDE6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D304B88-0245-3682-23CC-751B6691D37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513BB22-CB08-685E-1CFF-1BBD3049502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A711A8F-27C8-40A9-3CA5-63638E3CBB3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630C726-088C-7AF3-8B4C-3397E31EB8D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2B5EEC1-E577-DDDB-D3C0-AEECEBD5377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EC3C6D6-8E92-455C-8D07-27F9A6A08CD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A081E16-8FFE-3E31-0992-487608C885A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CD78FB7-9BF2-A5A9-C716-914633484CD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3A9BCEC-F6C4-9D0F-0E24-F3F6BFB22DC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0B180DA-7495-3BFF-DD1F-95C571C8BAA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412F04D-F594-C4A8-F215-429AF6EA4F7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6AA6455-68DD-93C1-45D7-13CE346FF4F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F3F59AE-FA63-5208-93F8-B6F5C836E91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8DDC608-B702-611D-2754-06206F00A5A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9F62D14-DCCE-04C9-0D6F-146EDD4F511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08CCAFB-14D0-680C-7B6C-FCA0ABEBADE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B9DB80D-032E-D796-470C-8D22398C498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1073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BD2F12-B77F-9AEE-BC7D-942D0E055E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CBABD67-149C-6A47-00B6-FE89EDF937E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B8361BE-431E-7362-A830-FD8C9FCFCC5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AF4F03D-DDE4-8BEC-E876-17B432FCDEF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B1E52CA-2B67-F87D-2305-4F323B50712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18F0DF7-1C10-A439-F409-C48BAD3812F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CD57897-9396-057C-9212-C4D4B3C6975D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84DADAC-A0E2-4481-4A1A-CDED443753C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775EF10-6D3A-BF2F-6C8B-F22032021CF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66DA317-1D66-C258-D347-38333B42B49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5AE8596-557D-58DD-9E7A-E4D7F3CA993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36B0FDE-E482-9841-17F5-B555C84C00A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84F2DA5-A005-3845-4715-0434BB60EEB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3DFC7DD-2E96-52BE-0B1C-33947B363EB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8B86458-F576-5F20-C6E2-C71BFD23CBD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05BD80F-3013-8728-1D02-83F389B58F7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8CDECA7-8B6C-061A-0F1E-0E0F6E4B814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2407843-EB40-0289-3D0F-C407194AFDE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DD31B270-7DB9-4841-11CB-F69E0078701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44552C1-6558-7FC1-2550-C05D6CE01CE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A84BB8C-5D17-C44C-D890-ACA3121F9C1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1ED5C1E-24CE-C9F1-A3BA-3D7AD5F3DD7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878C81B-68CE-1CA2-3FD4-DEA5ACE6020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52E5409-C904-F550-22FE-CCDD86292CB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8236A09-93D9-AF8E-4A13-48A506405AD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3D9A95D-FB35-41EE-BF84-F71F2FA1BC6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407D0CE-9C72-44CE-FF96-48E33670091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7496A46-A63F-7A65-BDB1-3BAE7167B97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D33C51E-4435-BF30-0636-4AFF7B18A68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6B01E3A-1A1E-66E9-9F23-94005C9E6B7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08575F8-A72D-491C-56FA-C8A5842082C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A592719-8EA9-A135-0450-322F03D65F9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1ED5E62-C05D-9063-8153-A80B1914995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162C8DB-34E0-7EB6-D3C3-02CFBAA40E4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D93923C-8CED-5254-88C9-4C0FB9FAC04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FDE33BC-7324-619D-8ACB-57E4A72A9F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5875B57-4F9F-C351-5496-F73BF17AAA9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CB90FF3-1D14-6B04-FCE9-1D240C047F0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C146542-DBB0-63CF-8E83-083A6108DC4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FC10188-4FF5-5F31-61A2-1056164A492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1E39E6E-691B-C0ED-D9FF-481823A391E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C97444E-B421-C01D-D204-8AC2E399A99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F67C328-374A-D515-925E-D8057DC5BE6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6A4D994-D79E-CCE2-2BBB-E7D3BFBC3DD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AC25D3B-FFB0-8904-2185-F63057894C2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D7B1444-1F77-B0DF-B41F-E5558FDEF62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A1D44C6-5660-A4B0-AF3F-E78EAD19EE4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1968E45-3B70-5C7E-BEB1-2F7019C0FA1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CAF7F89-D2B3-225B-B78C-282AA18F10D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FE7D1A7-2262-F2F9-56F7-8C096ED08DA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810C9B2-693A-DCD9-A25C-1BFD7979714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E9892EC-3277-005B-71D4-33FD36C3985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1397EDD-D50F-C804-5CF7-E577BC1F49A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8CA2B19-B562-F181-2D64-289887752C5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DA69240-13B2-2649-E3BE-72AD6CC249D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6E9F888-7EF1-0311-09F9-2E6DD75B45E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F0E8A11-7953-107F-EF25-1942CCE0A5C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9A52224-28E9-967A-8FD3-556A6C42A4F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C1C6277-5A54-0F8F-D01F-FFEB849E2DF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8670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9C304C-A02B-B074-F561-FF2B441C8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821E686-BC09-B96E-BDB6-F767E3F1E0D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AA37EE3-F3D0-540F-F7B5-21633668949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7EC893A-C73E-4DB6-FA2E-D3E4B0D9000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E76B0F1-1C23-AEFE-0F06-281C45218F5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427FDA8-2AC1-A326-CB35-B61D4C601DA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BE03E1F-C511-5AF1-FA31-64EB72D4C1B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A1A699F-E2E9-E7E9-D852-7735F7CE9A2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27B2B9A-E9AD-6920-C512-6AC8D5A3EEF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04952FE-CF44-D201-8429-39C35672680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5704D1C-D755-9D99-ACCB-5476F6E60E9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2FF78E3-2E53-9831-37DD-088296944FE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335F2F1-BAD7-F153-CB99-AF404EFBF0B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CDC9569-154A-8229-8D9C-5BE23B77E4F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326F5EB-92AE-016F-30DF-616DA757ACD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926BDB1-3761-7EC7-79C0-C7B851900F3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639DCD6-CAC1-1D48-B1B3-8E9E3B99602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00AB55A-0C68-EEA7-A5CA-56DDEDF84D2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94F4105-C6A7-5FF1-F694-65E94CF3994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C192778-818E-7C50-773E-3818F3ABE75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80C3733-1097-8479-5741-A19A5D1F151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DCD8BCA-04A2-D037-3B3F-4808BC713E4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7B0F850-084D-E81B-461B-94AB411080B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7A8FB4F-1669-F38C-5AB4-A4B45192AFA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C98947A-B66F-3059-D8E7-2EB3D21D15A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2D61322-DA8D-623B-61FD-D161B6A8A76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42BDB1F-EEBA-4761-08F0-02C9FFBCE4F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9DAE524-924A-9C33-B0AC-636F1926C6C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7404D4D-11B4-AD9B-A2A9-E025C9BE4B3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6B4392B-721C-5D2D-DE9E-42FCFE5D3D8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A126E76-98BD-8169-4647-4706017929A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E3ABDB5-4247-EF75-EEA4-41E07866A32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716E377-5778-CC48-7E00-00EB1422560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7882C41-9DCF-24AF-0DF5-4D1C86690F8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31E0241-25EE-208E-E520-54B894746E3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1C38061-C27C-73EC-CEE6-B8F48A19CDA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260DAD1-9D01-E913-1926-00B8D4D9498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E5CF1EC-95F6-A9C0-C919-F0D365DEFBF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D3BBFDE-A3A0-746E-76E8-C0F82002F55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CFFE10B-7480-E412-47EC-F635BF12BC5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335BF80-F41B-FA58-D284-86426811915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F6C1241-93A4-54B8-B577-F3C1B657AC0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692DA3E-53DC-9AF0-B1A6-7C31D307141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6E3ADBF-5F9D-516A-49EC-FB50E71E694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97EFE1F-7192-6FCA-F94E-A43D9DF49C7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CD066A1-5D84-CF18-1EA5-7F5E30A0F45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7253772-0930-5E6B-F56F-BAA416D3DDD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3ED7D58-3BBB-2B65-0787-A081326BA77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DF2A8A2-D953-B361-AFCB-DCB3486EDE7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B494E6C-ACB6-1275-E4D9-AA47A4046DC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0CB07D6-9E17-02B5-5642-913F94ABC13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105A4EA-CB85-034B-3BCF-CD78B449DA7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4AF1807-C489-E3CC-BB83-6CFEBA3F13D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5751E82-4749-B454-5F1D-BFB863B381C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9DF241B-F057-84DC-602A-D2EFAD0FC29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BEF6065-B842-E5E1-B3D6-295333B6CCB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F78DCE2-6817-1A4E-3DC4-FCCE38140EF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AD46067-68FA-F0B6-4B51-C57463FE9D3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9A5E51A-FCCE-3124-779B-4E05E41F5A5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21350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63A0FF-0721-560F-873E-2ADD6165A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B325F31-C094-27CB-1757-0F719FC6AF0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050FD5C-6AC6-F16C-3CEB-68796F0425F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8EAB5EC-EF48-1A0A-9568-682FE1A68FE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9799E4E-71EF-8F65-FE8D-0E0D2EAD267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9611C84-B127-1CF6-FCAB-4B7C9B06EC3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F2AAF1A-E0EA-DA48-7585-32FB9259B45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9638787-EF5A-CD7F-40FE-BC64730E1CC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257F0DD-C24E-12CC-1798-BA8B45F0652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89E022C-CCAE-9853-5F5F-E232BDEBDD9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91B5DE3-BA81-741E-ED10-F6A6F4C0EEC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2A4D715-3201-6BAB-0500-74913C2F8B2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9BE1DCA-BC8E-5CEC-BECA-A414E2C5620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2DC8E22-CED1-AFF3-1635-E177360BE3F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1C14314-315E-27F3-70AA-D62078A207C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EFD9244-3B66-FC38-7E35-81A53F03E48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7AC3A40-25CB-3A48-6CBF-28C2E196C23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39415F1-66F1-9A6E-ED36-1ABBD984835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312E71E-EC6A-E11D-4006-FF805DBB6FE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387DE97-F6E3-0235-4136-B6E2ED10E92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5ED6FC1-04A4-4831-7159-A86841E277C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54D7841-2155-7A90-EE6A-105ED422AE7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89F9F95-D43E-0DD8-EFAB-F8EC92AC91A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A91E0BA-6C88-19AD-6541-33488A92458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30D44BF-A066-6702-AE25-C601C4C8F72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60D6368-8A74-ACC3-0737-DD5CD398412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DFA2A5F-44AE-BA98-F2F7-2F00045967C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D02E94C-B7A8-3638-556E-5702209EEC9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CF9A654-6449-9910-BD5E-696935D8F8D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9E1C3DF-FB34-9DBE-EC19-A721D8838F7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73335EE-EB26-44FF-9D3F-16771228F06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EA76574-C48E-0A63-775E-5566F8F458A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95CD220-E660-2A4A-E929-91A7697A7E4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8AB2DA7-41FD-6CA2-B479-E1139211F90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226EE37-A52C-1E77-DD87-BB1FF921768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B2AA247-C65E-5649-9473-038B55BF66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F2BBC7A-E7D6-BAC7-F346-724E4DB569F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96071E1-1635-BE82-1D0D-C84BD9CAC46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228BA15-C623-F419-324C-7C04DF07EE7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84922DD-D7E0-3EE8-3C42-E4807549D4A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869CB4F-DBF5-946A-3A20-2D9D32D417B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175E8AF-DC08-3756-7F36-F2534A251C6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AA54B6C-46A4-2845-8EC1-53C5273E383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F81ECB2-DFE2-F399-F149-E765091255E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E06F49A-B196-7103-DC23-EB3CC439B2D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1CC3767-3316-882F-F1A9-A546461B584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785588C-8989-2CE3-90F1-185E937C55D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4CA9653-A937-4DF5-2EBF-8CB9648DDC8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125959A-0DAE-229B-6622-F45139CCE23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1532433-54C4-49E1-47DB-8540F1FAFF9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8C75082-1347-279D-976B-0A1EB8AAF7E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188DEFD-AF85-23DF-E0CD-4FCAE67BFDE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B11CD48-B3D7-F626-192E-BBCD39CF8BC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FDA4C1B-E679-344A-67B9-2D3FBE3410C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97A8AD7-8DD9-8AEB-471B-0B4A6CA097F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E683EC6-6C60-9AA7-B39C-F295C2277CB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A1C105E-CF22-F882-2499-F31B4304CD9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7770F94-2AA6-C083-CFDC-81A0BF29B43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4B48ABA-9423-CBB7-D936-68C0205BBEE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33252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F2BF2A-3CB7-7B8A-97C1-6582CCA74A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2F7B661-6BBB-D878-3680-869B08A9FD8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6726F78-C2CB-D3CE-07C3-B3C9FD0B3BB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E638FD8-6EFA-6DD8-3666-B6C0F3DEA31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50EA632-F3DE-C333-3854-5684F82DC38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995FCB9-2A7D-9A17-249A-BA50EC2FAEF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E9CCB15-31CE-B838-0157-EB6F6B5D397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7E0EEFD-0255-E52D-F054-79B65F2DB41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109B855-33A4-6839-9DAB-33E31AF54C2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7F5EB3F-088C-5BC0-44A3-662DCBEFEF6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D225587-625E-7140-E564-C87D4BEF2D7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7F2C7A5-9AB3-D38C-1D23-E2E57A36A63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058DE39-6939-32C0-CE68-481986B8E60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56A56C0-697F-3695-14BA-B581779A718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F148F30-50CC-1A56-B901-FF10D573EA6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7EFED19-73E5-4BF9-31F6-61E7C43731E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00083BA-A33F-EE32-A357-41CD2DFFA74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77F2EE7-2387-6EE2-DFDA-4DCB6614E9E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C8925B4-87AB-189B-46E8-628DC828F0B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A24BBC8-C8CE-3A1B-2C86-AA6570CB5F9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389D027-BB0E-9006-70F7-CBB086B8396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D26F9FE-CCC9-44AA-2F42-A750FC5418F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BC987D6-5D9A-93D3-E0F2-373CFF1297D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EDDF324-6C65-A935-3BF1-11B7C78D614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E6C8705-C0F6-4C9B-9947-9902C96B8F7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A88E87A-77C1-19C7-04EA-50040FCEEEC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8FD57C7-6635-BDED-E33B-3AB0095F59F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452C852-EB8A-F48D-7273-7BA7EF577F3A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BF299B2-008B-A41F-EAE5-3DC0378158C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F97470E-9AE8-1E66-AD84-12ECB75BE30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C9186A2-A4AE-CC3B-7E1F-B6FA15F0A81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59A8DEF-F323-9C41-5DF0-8E7C1EE5742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23710BE-B420-557F-9A31-6E73DA8C87D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9AB28FB-14D0-4219-0039-8E574FF3347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B2E966F-2589-9C83-A549-F529C71BC1C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3E8A4F6-3D36-F926-58F8-C7EE8C33B10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0452F49-5FAA-F2F7-A32E-DFA52DF1A54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4CCEF3F-2230-F367-4D86-854828E9326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C0FCEF7-8996-9F0C-D76E-73641F71795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482B1E1-11B4-91C5-5106-D30574D55C4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4166031-707A-E1E5-3395-258700BFE10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D8C222E-F5FC-A7E1-B884-9FF4B904D5B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AF98CC2-6B7E-56C0-0CDE-7F7880DB8F0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F5C3852-CF67-01BF-A356-8C212CB93A6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FECF2E0-D90F-9769-F474-BC322432801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3F88FC9-3801-7CFC-4B8E-F2ADB86A137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D6120A9-DD61-C3CF-51DC-B9D2BC5AAFE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44F0F4D-B60B-952F-BD99-8C653FB9AE2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62B7145-CAAE-8D5F-01E5-2C133D73DD2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0299355-AEB4-6187-4642-6A091F3A8D0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BFD5C8F-53BC-EEDE-55D6-825B1E5683E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19CD35D-4B99-0124-D63C-B1CC0D3980C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E70D9D3-E3D5-8182-FE1A-97FD54999AC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F4DA285-A08C-332B-CE47-ADA179494A0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B7BB759-D854-40FE-628E-FE869250D0F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3D789E3-C58F-3D0B-9898-B3C045D6313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AE39A69-8BE6-471A-E1A9-00C9C77E11D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852D61C-CCCA-23A3-6915-6767B727614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2A3F7C8-D9B0-9EA6-1CB8-797ECB2B875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43945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0BCD5C-353A-E32A-D866-D5E3F31F2F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F8D2D79-96D2-A251-EA86-982E255CDCD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84FF77B-CA32-915B-B484-E09B358C3CA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3F96637-7946-3C9E-A0D7-4F043D7FC30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55F707B-F832-37EF-5A06-8FBEC1D0B7B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4EF2698-DE65-2BA2-F8E1-A26149A3705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7A3239C-4194-91CB-75A0-917640B507AD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B10E763-0BE4-E89F-D536-6AE1CB2CE77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90233FB-0477-3441-9F8C-70B8F6187DB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8E00BC6-2333-EB33-AA3C-F7EF0B157C8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57DF172-A1CD-C254-644F-CC98C2957C9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795402D-808B-A5BF-70D9-0A7C5925620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0B2A0F8-0E95-2791-C846-CA65520A7D6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A96533A-21A2-EFF8-5C96-8F69EAFDBAA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E3E4014-1A60-C574-5911-BB2B45C26DC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607C8A9-5AE8-6336-31BA-1F70F63ACA5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AC5BD74-C9B6-17AE-5236-C2BB985C2B6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F577E92-0FFB-6494-36DE-C74C81D91F1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355B68E-6894-1A3B-D85F-4A6C4F58DAA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4E3FB31-E559-39FF-5AB9-20BAD54A32C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D289C51-7535-3F30-95EE-642AF71BA74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E1F70E6-D2CE-EF14-CEC7-21E277F09C9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A1668C9-52F7-0DFC-7528-D619DF01CAB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34D9DA9-4738-DE78-C329-BC86755EFB7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EE3FCC3-4ED4-29EE-C3A6-05E53B59C75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9C0713E-8C31-123E-D686-ABA420637E4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DD633B8-D435-96E5-15F5-C0F6E99793B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D95C84B-EC95-EB91-4372-C4ADBF7FD9F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FE6A0C1-A36C-913B-04BD-4CF7580EEC1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EB11404-BA8E-4080-D792-D22AD2671A9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DFABEF4-7315-BDAF-1C5F-5CA19CB0F40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FF13FD8-4027-F041-1032-9E45288EB1A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6A476EC-C353-BF77-73BF-86DE8F8F716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1A67CF6-035E-E9F0-15E5-CB4897A4768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794BB52-306A-8616-7972-BFE27AC6AAA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3A55959-5AAC-CD2A-B03E-867D76C4FD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70B9615-25B5-190A-78B1-4D4B742456E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C903DEE-4249-A2BE-0488-20A4A38259F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39C5016-BCC9-4F0F-D653-4E061F3D2AF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F6044C8-B079-D1A6-8E85-20445F5CBB9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8BC305C-F079-9129-5AF2-2E80073C9B6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F77393D-30F6-182D-AAD3-ECC3631D552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4F6ACAE-943B-F3FC-1CEE-2D8CBAC2293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FBEC7EC-9337-F5A4-FB5C-DFA18C42B76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6B26947-D017-D25C-E3DB-C44D9C6C7D7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EFD0A35-4A69-11E9-2CCD-3F84C838F29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DBC06DA-AC1B-177C-470F-40A0796C2EF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17801ED-29E1-EEA5-1F39-ABB964B7D43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E0BC7A7-67A7-E448-2145-160F6A53496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7755568-CF4C-AC79-EBEC-0C21870AC41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02146A2-F15B-4493-6F00-D3800923A4D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CD39C0D-F182-5783-5C32-024C989CE72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CACEEBE-6B09-69B9-1E82-AB73D0A3719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69D756D-70FD-47DE-A5FB-B579409DDC8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E92CDBB-1396-DA4B-4674-C89D8B5D61B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6F1208D-721D-FD43-CC9A-D6FB3142194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E173156-7592-57F3-3387-9B17ED5E2BE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49F54B3-6F12-39BB-046E-257106DA269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4E0199C-A460-6FEE-1239-1469187187E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325393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C92F7D-5023-0F1B-D970-D71A6389DC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2E73272-49FC-FD2C-8C42-ABD7ABB7A9D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47233A4-AA23-E296-F44E-C2D8AA384BE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9CF6A48-21CC-8EC5-A0CF-2CA2422129C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682BD3A-C705-2695-A1E5-D6C2C86014E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9C34CA5-D2F4-A36C-0DC7-2DC5AD0CAC0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5712426-B542-EF0F-6379-9FE55C2236B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3385F76-353F-8CA1-3A7F-5F149FEFE1F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2051B39-50B0-9F96-16B6-015F3950F5B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C488002-4E37-6DCE-C982-C80AE853F9F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8E5476D-EAFC-FFD3-99F2-E15E13FD915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8DE232F-466C-25F6-FA17-ACCD15245B8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B3DCB2B-878C-F9FD-1AD3-E8532FCE2CC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EE7C992-E228-E080-E142-255EB6035D5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98CA5B4-2943-BABE-E18E-5677F12B7E5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E591FC2-F712-AD75-1FA3-11CF44C951A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D30F5C2-DFCB-D175-9361-8491C3EFBEB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ECFCF35-01A6-9B26-05D8-423FA0A5305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119887B-BAEE-D147-F2EF-A5964CB8771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FC27740-7EBE-7D3D-2DB0-7DD1569C1EA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6D89399-160B-EFA6-88CF-70EFB7B8555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C868979-1B16-8D36-74F4-D7866A11AC1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4149441-DF1C-794C-7393-8F1F44DF984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A4B4599-873C-22F2-A2E5-FA98CC58612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C696A0F-80BA-D469-6E3D-0299C944326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E44114F-362B-F2BA-8B08-CF2AE262487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5540778-C5C5-46B6-A222-9B283B1D2FF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8572E48-DC69-595C-2A0A-46D2C2CFC53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97BF239-8C75-423C-44C7-3B6C3FD9ECD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6D8A69C-F4F9-B32D-4162-B491CF4B4D9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4080906-A7BB-4557-AD8F-250374468C4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D868424-5343-E6BE-8AA8-33182C2C407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FEE81AB-4440-7D75-915D-2033FEFCB13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C350875-161B-C3DE-ECAA-FB49ABDB346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23087D12-423E-C0E9-CDE4-A2837E4291C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63BE0BB-8129-8EEA-D216-F8203EC3CCA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A870DE3-A429-80D5-E73D-CDAADAF2AE1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EAE3088-8BC5-6069-B70F-75501E4D1A0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4F519D1-E897-A544-9840-AB9844B1DC3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AFCF701-DB10-B45D-950B-97164486D21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0DE147B-E7B7-78D9-B142-0EA0DD6818E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BC6F91A-F7A8-0970-0D40-AFBB3517546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2D30A19-FE69-0A24-9F24-1F5E145F795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24D273E-2983-AB63-13F9-4DDAD46E006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B1CDF1E-5162-0E63-3AEE-98993DD7382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A2129CC-3425-E735-36A9-8A60D6A6532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937B8F2-3A86-658C-125E-18939DE536C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E6079C9-9682-AEA7-D64A-FE691F91E05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4B2FD4A-B28C-7BCA-AA7F-7FBE5ED389E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DA996E8-A0CF-FD8B-329C-476FEA39EA9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D5697D9-9BB7-D714-B570-4009530D291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9E703F1-612C-FED6-99EF-744CF2AE883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8696A4C-9082-72F8-0A43-62490A313DF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0BA0CF6-F340-8D13-5203-FBFDABDE6B7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F2F077D-2D90-F68C-1680-C7926D2483F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3200E92-491D-F411-C1E3-A9FFCBC9598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30DE005-42BD-2556-82BD-32A0EA53FC0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9596DD7-0DCA-46E0-839E-B36C87C2F7B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F5B244A-80D9-F91E-4573-90D4BA60CC2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420759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E26224-9380-73C5-9341-6D797055F1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5A39B95-296A-BDA3-48BA-D3B1D3FBCEA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C469F97-3A8E-9BA1-667D-951216B1C78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FAC506B-AC03-39B1-CF2C-408AEB28EC2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A85A042-B189-18A4-18C3-7F6A8BB7C3F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58E4A0C-AE19-D743-D2E8-CC73DF9EED9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F563CC3-0072-2479-7901-48F21268270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583A4E8-8467-2123-8350-D640FD72539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D173FB1-0B55-2A0B-5E31-82EE6D6A465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99BFFA3-552B-17E7-5D37-7382364CF85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CD0EA310-E139-79D8-D064-78B58E88275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2F69FD1-F085-B056-0814-471A8A8D09D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964E759-80D4-085D-793E-1D5DE7DA2E5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EBA2BB2-AA30-D74F-C6AC-F0055E28CCE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C384A98-C2E9-F2F4-7903-46CD56F2CF2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7D561FE-E5FE-AF40-7FAD-58A1445A5B1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762B498-F558-A055-384D-F013B1445C1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9BBACCE-FE9E-7AC5-81AD-FB5981C7AD8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4EECECF-9CAB-8AE3-4F33-44A2A9F2000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7B8A3CC-BCC7-8F09-733C-9F1CDA5C6A25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C382AA9-6DEF-94B9-60BA-62C42D45B21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9AA6CD9-3913-5157-836D-5F8E40ED42A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7058926-71CC-5C20-DEC3-EFF9005BDEC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0B1685F-381C-0B42-1814-502D414C2E7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56EAECE-15E0-9AEA-E975-7C2BD0C1EFF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33D2FDE-807B-5109-B1D8-9FF49F50EFC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D4ED6DF-3037-FCF2-8A15-EC6FD40A154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372156D-8EEC-C6AD-74A9-61899CF8E6B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510FA6E-1895-3934-7F52-0165059E4C8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D50C8AE-F3E2-0E35-43E2-D25A43CE109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DAB9CE9-C72D-98F2-20B2-69DD67C71B0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C9D32F9-CCE5-2744-4A09-93BF2DBBF1F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CE30AD1-7576-E51F-AB27-46759AA850F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6A8E8AD-2B78-B564-035A-035F34C8D3B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471E05A-2075-9E76-27C3-F4209996937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ACB1AF9-4772-60FD-FE8D-93EA8C7A6F4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FE1764E-5306-3ABB-12C5-74B1788B7E8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EEE0DAE-80B5-12F2-6F06-E017018708E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4F18F62-52AC-9C6F-3748-94220E5CD3A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A1EA6F0-E9F7-C97E-EEB5-0A4A5DD73A1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4EF9424-43A0-DD50-51CF-751B0F8FDAF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73B4A52-E518-24F3-FAD9-52B83CC7BD9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2A35245-C256-9C0E-BD1B-5333D1FDD90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5EA440C-9DB6-8C41-44F7-A5E4D0DACA1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6F4FFF8-3A43-4D28-CF8D-866BE3D8C94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E5A27E3-F938-D596-29BF-0FA6F45BCBE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870D6EF-59F5-3E31-8AEB-4001ECB8D68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E7985E0-2600-4C00-D83B-BF7745A7899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BD8F19C-3F7F-8D1E-BB3B-5212B4EC1E4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652DBC3-CC91-65CC-09B3-BDB6069683F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8CD0759-B389-3CD9-E9D8-5E02026971B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88E620C-A46F-34C8-6E88-11515AEB927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4B5C499-736F-4B4F-3748-57EFDB37C42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ED1EF26-3702-4544-C605-A5DDC5267AE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24A845B-7E7E-3991-BC5D-3389FA2570F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B2EB6BB-A807-8FBE-A199-CEFA201A42F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5DD8AEC-BD08-81BB-905D-0D20D61536C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E4F3FC2-513A-F30F-A78B-7C443B2F2E3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015F000-AAFD-FA5F-4BC2-A4A48A54302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57705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4006A-C65C-9E86-3469-E1F8D2C6C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DF31BC7-C034-871C-013D-610A8553861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BC1BCB0-1610-3E41-835A-832FC50C445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23393A2-35C8-658A-DAB7-5F10CC12575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65BCBBE-963B-F887-1E68-E6E24330E75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DCAE304-0711-F7F8-4D93-F36ADE5A406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768BDA1-386F-85DB-95DC-5733CEDF4C3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B45AD15-0165-5ADE-DA36-541E3118CB0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75AC129-8D0F-6BBA-E7E8-B39A6A00850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E14C090-AAF1-86ED-D90C-312DB88D15B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39E7E95-0F02-C2BE-1FF7-AC76BCDB361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73340AE-7B73-17B9-5B7C-D0D64D79C15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32885E9-1A8D-90A5-9827-282FDEB323E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D67D302-5911-91AE-D9A5-200B109319A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5C88F7B-6927-38D0-E076-9F411A9EFEE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A5B8F72-60E3-7D9C-B985-F5DB94C8D34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9AAF54C-A010-6C9A-B337-63094C90730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B5472C0-0B07-9C09-7650-BDF500574CD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3A9C16D-975D-8C2E-8364-CE6CED40DE6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12330EF-DF06-6A80-7F89-47DC10CC636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D19A73D-1B53-75DD-0473-E0BB5AA0D42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EC357E6-65D8-6523-0C72-1E88A2D0C92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C41E4F3-7F4B-DD49-5E76-B663ADDC655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3BF894C-7D29-AC5F-7810-5485B938976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A5558FD-573D-8BE4-080A-E2D3F2C701F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7F4E032-54C2-70F3-EE10-593BFFECC31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1958B50-1473-DBE3-DF8F-35284A5359C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B6A54C4-85DD-B3E2-7E1A-9A9475A5975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E3D3490-426C-7730-59C6-5BA86EF4195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83D7245-14CD-577E-65F3-3A897670168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B2A2370-FAFB-83CF-4BF0-EDE7D9FBEF6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FFB9D04-C4F4-233E-9BC3-9140A385359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5A3C48E-1834-7EC4-662F-BB48157DD36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4CE0399-8B30-D161-629E-EC44EE1B221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BF4D9E7-FD30-0972-7CE7-D262A46B141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A5A2647-934A-C2CD-4A93-A413B8648D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47C4679-292C-AE4A-74DA-6025D77DB33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B537117-3BB2-813C-47BC-B42B6057C30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965C778-2D2A-81A0-8206-A6508F87897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6311066-846A-EBC4-F883-3E97A3A4166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742B7F3-BC87-6429-03D9-05F3F29E924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CDC69FD-A83D-81E7-63D9-6D5D9163C34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2E5B55A-89A3-542B-6E0E-FEB366A9E71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7608720-7313-FAB5-F978-51A2A105E20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573505B-58B8-95F4-EE9C-02A1C4D9905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96718D4-A470-C03F-0436-D0C9A743A1F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CFAE7EC-54A3-10B0-D502-A89193DA5BD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733E5F0-E99B-3266-F237-0A9C3326AB0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E888C45-CAE2-D41D-AADC-B1F30038567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4810E95-34ED-3897-B915-49076514CD9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4921D79-6E96-71B0-CB7A-9F0F51AB63D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97FF336-3C95-A43C-7A44-F7D50EF63AF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2919E89-473E-A986-B277-E586A884A91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7543B2D-B09C-09CF-F72B-9F80FF368B0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9258601-DEEB-F84F-78F8-DDD7FD210E3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F0A9CB1-77FA-B564-DB96-52255430675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E8FD454-BEDC-A60E-D8BC-B2884969F22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B2E3C59-A94C-B0B0-C359-CF6C6794CEF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4A39ABE-7DA6-F4B3-38F9-BA87DA6C5E3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32895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0BF2C-C233-FA5A-8E27-6E0C924A3B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1FFFD7B-1D4E-E944-4B60-BB52E79D2A1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B193F3B-1CAA-B8C9-6A58-B6AB35CB18C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0483825-2062-8705-7956-F288CD49AFD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CBE2A04-66E9-3B3E-D57D-9CBEDAF2B63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BCCD42C-2AA7-0C7F-DDBF-32D3B3752EB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7AEA793-FDD9-EA49-3621-CF8CEB3713E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0F5205E-29A5-1EFB-6141-3B060365279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4AC4D5F-B54E-7EE9-6000-AFEF89DD394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EA2A67C-7C69-B68E-DDFC-E1583286C5C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5E5E98C-155D-D7D5-01E0-4800B8BAA33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F7E8007-40D0-9B51-8F84-DD174DD76B2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124CC45-8A16-1412-0BFF-D89148BDA6F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9CBC305-9C6D-672B-323C-AB5834673F4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CDE4C1F-19A1-27C0-6E56-53AACBF110B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B9BE47A-1B49-11E4-E0F3-AA34B408D3A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26EB7F2-821D-28D8-9BD5-10FF71FE60C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A5D2211-0947-1FCD-457D-708D2C97413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EFFD7B2-EF66-6A8A-1483-4223150E7D6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FADF1C5-9011-D7AA-781D-0B20EC7FB68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4A71193-B348-8762-808F-727DE6267AD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BC1DB67-FBAF-C72A-DEAA-89F6FE29A92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6C58B36-8531-DC82-0699-6BB9C02E454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2F95D4D-7F9F-57B1-FD89-19A78630B34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738B3DF-2F95-2A48-E8C8-10D93CF2AB2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E837724-B648-667B-3B6B-F46E4C5340D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2EAE5E1-8C21-DB3A-5E69-94D81D27996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51F2426-125D-1931-F8E3-50DCE37390F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7E214FF-AD65-F8C0-5269-EA2BA117BA4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88622B0-A48B-EF2A-C827-FE287468740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BF7AC34-DA5D-7B3C-B1D3-2DD8236E780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EF625FE-A518-922E-1A11-8149EA4D64A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73EC9E1-4727-0B99-3809-4F6D574F63F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DADFD2F-A9E5-24E9-5587-37534B6109F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E79AAC0-EAA4-4B47-7ACF-BD3FAEAE8FF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6612405-E8A8-4426-5C9B-9CE6130175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F387532-D991-E6FA-5B48-D864467997F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129AD0A-2D09-4A57-6E7C-49B40DD6BB1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D19AEE7-1D81-DCD8-33B6-1B417074ACB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F5C13BA-C313-0A20-8C56-9E2DF196FB0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EB16C7C-2982-1FB4-1F9B-26F1EE26628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82A7AF6-1895-D97A-9B42-9D389FAE66E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EC79247-70B8-9BA9-0159-7A29DE333DC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3D2CE5C-51B0-7D15-1A09-81703306EF2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184BF23-2415-E568-0186-55AB565E232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C9819A1-DCDD-EEDF-4CDA-B88B2CC1589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D6C1A15-5264-5778-1BB2-483F75C5A45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E61A619-F2CE-3553-8B45-976E758E127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6EA391E-E5B9-6E67-B96A-630B2836995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80C33AB-63D5-44A2-A374-7B2139D6CC0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6D7B973-30E3-0ADB-9927-6CA1FE11553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3DA081C-A7C2-B695-6C3C-47FC1D5803F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86328BF-3A3E-A5A6-E7BD-544A08AE977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19F2077-D303-F6F2-3599-9B052BB1948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1DEEDB4-4AD7-36B2-E0E4-32C049E3D73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F5CC40B-AE2F-8EB7-B7DA-3631035D428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4C4B2AB-CFF7-1702-8700-E175DE6C4A2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6C9B4E9-C7A6-28C3-179C-C4A36AFBBB8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0CDBC9E-E1EF-1572-D0AE-FED66AD4563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975876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376B59-CE53-AC67-92B3-033BBF2D1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EF774F1-A6F5-6EC4-C453-6983E360AEA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A686071-1790-BB22-CDF0-66CEA2B8190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B0D7704-0EF5-85A6-F754-0E62180063B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7ACA53E-B2C4-BE89-A951-45605B069660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CEE332B-E7DC-6BD1-AECC-76FD17F706E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09A497B-6732-7F6B-CFF3-39B1948E740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39B8006-7464-3155-E106-560206F9648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7FEF8AC-EF90-7317-0A3E-2257A57A637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90EAF98-3ACF-0CD8-6B19-1BFCACC71E1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404A9C5-D3FF-143A-09EB-6DD40930BB4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A07AB0E-3AC0-B7BC-C600-8E5CE9C2D90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6A2E0DD-9CAF-FBEC-E2AA-A0113260791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27C03E8-EEE5-BBB1-8A99-04BDE28CA31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1572043-4D23-C60F-C840-DF8035CB872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A710BAC-EA97-1CB6-CBC9-1C527CAD139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336B658-B905-8FA7-6443-171D379CDA5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A72618D-6462-A160-D887-00692307A3F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FE0205B-ED19-4D09-F72D-1B0091803A9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E7DAD60-EAF5-A515-C41C-0A6EFC366B2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A68C0C4-53E1-E02D-0C72-A7C0A68C778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05F0A98-6610-D035-FB92-905608FB100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BE75094-9F2F-BE36-FDC7-CFA692BC23B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5D1BD18-69CF-1068-42B0-211C1095120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45D0C77-0394-6BF8-B04B-087F371351B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F78FD92-B8D0-C5BB-3FC3-AFB311FACFD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FA12DA2-9A23-066B-B64E-DF17992EA1F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9DB3A11-7BD2-5B7B-08D8-C30DC3311D4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854AEE0-2A30-40B1-EE6A-60A92BBE28C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3C738B3-B1C0-68F5-83EB-7E044F9B491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6F4DE6F-E09E-13FE-3EED-4C32BA13EDE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EC38821-DAC2-6992-0D68-D5F3D75989B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87486F0-F75E-556D-5682-6E2A13D34B4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EFD9D49-2B35-21BA-72C1-39E8BF7B79E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256E2AB-C007-44C7-9BFE-7E24F4C67C8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1E5ED8F-7513-4F67-27CF-A2CB693EA89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F675C4C-9CFB-5265-136D-A1F8D68D80C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97A0DFD-C681-875C-0DC9-8BD2190A2DD1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7B0D8D4-167D-B8B5-20D0-5D39501E694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6E83362-8199-7079-3146-867E3CEACEB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CC7BB7D-5DA9-23FE-B726-E079497C04C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5AA33B2-B899-41F4-B6F2-45D2E9F778B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1B6D87E-0055-220C-7540-D765715DE82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9294AB9-C5E6-7332-B8D2-DB899B8A128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21FDA11-800A-043D-AC12-D839F897C12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521ABA8-AB29-C277-0A0F-3ADF36221F5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6D94830-EA05-C5F6-828A-2FFE80CD15B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AEC96B20-54F3-F4BA-F88E-CD1D96FBD45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1B88CFB-DF4E-3BCC-E096-867C2CE32CA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ECC4802-E206-CCF0-ED2C-755A098D429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55B99A5-6644-9B51-FA11-9D7E615AD0F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7245C19-F1BA-EF6F-50A7-61BA67C90BC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FBBDDD5-C76F-BCAF-F361-C6480A7987E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469BB33-EA88-A87A-E4D3-D83F507F40C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7A224C9-137E-CA22-B3C0-BB20366F51A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9DC8E34-5D97-B1BE-E3B0-86DE9FFD02A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2C97494-DF5F-E43C-C97C-A75C729A46A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9F04573-1D97-5D76-9F39-6B5580E55C8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6996003-9B35-A48F-85EF-163D07C5830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58470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5FF212-216E-5476-EAC5-81A1762FC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12F5BC5-418C-8D46-6B36-DC160A04693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B8AECD7-71A1-FB92-EF6E-F2E86632C2A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FE42C9F-418A-6514-34C2-BFE90F28B02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4011CC3-0C46-352C-BD63-958B01B37D0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F66CC8D-0D7C-3CE7-DD54-34B1F72A36C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B2335AF-1717-2EA8-F3EC-CAE4B02359F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CDCA9D0-9857-2972-1BD0-D32C9BBC3D0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D3757CB-A20C-C78C-419E-F3590358BE7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7433AB8-BB5B-CC62-FEF5-DBC52CB2AFB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08D0C5C-7878-7FC1-DB47-F293B9070A2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CA70F555-D0F1-3912-AA84-67B86EA6C2F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279935F-D0F1-1559-91F5-DF330D5A3D0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47E3AFF-015D-0E92-7FB5-9C5A3E46AED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A590B65-7549-DD59-40C2-4947C260AEF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5504A3C-FB16-65D5-1F46-3FA31A789C4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439D66C-9447-16BC-F649-03597012570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F02D2B4-3DF7-FED3-2560-E169DBF26CE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A15009A-3BAA-8D9E-9932-675BA1E6CD6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C120C5B-5637-1CD5-DFA7-EC528B7756F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8E46B5E-BA58-56E1-ACAA-9B314F39BB1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861ECF5-7429-F9B7-CFA3-14B45A90E81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5E552B9-E991-4C50-56A1-2BC5EA11F9D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35ECA14-86D9-AE8E-7064-9949F2B3370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A6B1581-F812-09BB-5551-0CBFB11D850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9CE96BC-3719-8CA1-54C1-B5A24FE7678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1AAFD07-978F-68CD-8300-AA41DF18FE9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037396D-3EC5-6900-7090-9A4158AD4D7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806CF41-59C0-E109-4BCC-A2AA774F239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24BB88E-7573-E57B-CF36-E6F3F5DBADF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AE24C69-4902-81A8-EF21-60EFDDAEF93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F8F99CA-A038-A852-79F0-EA21BB96B8DE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B735CDC-B3E1-9469-A88C-FFBF9DD302F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12792A6-5531-9924-FA3C-4B4B3F1B957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71A2E8F-81C3-D962-2890-F8F72987AA7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BC06A50-84D2-6E56-C093-ECC084B4F5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0759912-43A6-19D8-E5E4-C1B0C5FCD5A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8E60D18-FEFB-18CD-8838-1F01C904214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9FF08F6-969E-B567-070A-DC813735801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AF89C59-9961-A55F-8D15-36419724839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6C0B5E3-0C9F-A2AA-6EEF-56724E66516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D3A57CF-C673-946F-9F0B-739642C947A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A26B2A1-F5B2-6419-51DE-2CDFA820959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1BB7F21-FB31-AD81-47D3-B452A33F151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F25BC07-ECF5-1D04-7FCD-738E814E257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1F4304D-4C5C-0A1B-432B-030EA32626A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61AFF27-8F7D-EBD0-94D6-1B427BF650D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6EFCCA5-F9BC-C075-F306-CB55C0935E5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1AAF06A-E075-F26A-D98B-EB07A3F9169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84122D8-1967-293F-D100-A5BACBF1B99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7947161-F297-B110-D4FE-3ED7069E535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6D8BEEC-4CD7-6D64-DA2B-C3E09DA76D4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FD84B48-F83B-9354-6299-D99416A0BCB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199F374-3DA0-8014-6E96-BA060D0547B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9BEE5FB-BAD3-B19C-025C-1B6378DFB72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4EC6B11-1F1C-335D-DBC3-D55D7568977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41438B8-39F9-2535-2C1D-EEA8FCBA506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E69101A-874F-C1E1-662D-C2784F51169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04D45C9-5DA5-5672-5EFC-238088FC945C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004761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1E0A09-09F0-BEBD-18F5-12229CCC8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27BCC9F-D595-4559-9E63-8A3276CFC85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E387A93-F94F-51F7-D938-90635B985C6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2B184B9-2338-0659-69DF-7C39130EF72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BA321FB-2AEF-5D82-A01C-EB018C143A0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F57FAE4-EB8C-2FD2-A67E-38074B7DE1F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74544D3-D880-19D5-9405-F92AE438B33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7FEA96A-9506-3A37-E879-8725F4388BD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EE94CD1-567C-2488-A8E2-41D9FC0EFA4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A359B70-8868-F2E0-3051-5D374ECC0AC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7474BB8-C633-31B1-FD13-018D2198B86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BA826A5-3ADC-FF30-ABB7-81DE0D8707D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1CDAE64-6A88-CF78-8A41-310C96475F2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5E79A03-5D7D-F0D6-47AB-2A0735D083E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16999BB-C32C-EC13-746A-9630A8649D8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52AB68A-977D-E1BF-5250-BAD12DE436C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DA04ADC-8AAB-3CB5-BF71-8DE2C440993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1393A89-D876-44DF-7DBE-AAD4F36999A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4844E00-36B8-41ED-483D-FF8C4EA3497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24BE592-6D8A-B6F5-F139-35B5F822116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4BC0280-E2F3-1317-98C4-C4CD70971B1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A6F77C6-DC93-817D-714E-456B4B60720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D760677-EB95-0F22-0779-A72A2457CAC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79F66D2-416A-AEEC-9D24-4449891DEF2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6DF344E-5C12-565C-8AB2-EE7997731B5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2E386AA-8F59-49AA-5A38-B0A66715B1A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394E57A-2A42-0C7C-040E-004A9688831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87D9346-2DCD-0B59-0088-402551A55B0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A133A01-F43C-C395-2FC5-E87EB93BEB8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963414F-A0EE-CA4E-9AA9-01F44A4EC82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B3ACED3-9959-A8D8-4945-74D44AAE1FB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6221E43-05D9-2512-A856-B1559E6169F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7121A6A-0C3A-F6F3-7AEE-153932DBD8E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87E2C8F-1C99-5D91-DCB3-1E93324CCB4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A16E099-08A1-C8A4-AE08-3A67C69259C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DA4DBDF-E5C2-AB42-F0A4-77D3F6A69C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FF7CE93-9433-5FA3-A634-1F78DE1F64F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F540F37-6FAB-A347-5C4F-D23DD1A91EA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11BBC12-B10C-4878-BB51-F93524928E7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82BADB8-FEB4-9B5C-DDCE-391406DBFAB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C00E3BA-6101-1A1B-E8FC-8B512A13D5C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C89BDB3-B1E9-8618-2481-A33FEFA99A3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7E2E0BE-0651-A1B2-C545-5BA37A39B50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F3AB31E-A804-B5C8-398F-1D7776806C3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4353954-ED82-C6D8-28C5-05BBF1849D4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10FA859-D507-CF81-69AD-25BF2304A30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7D77CF5-8D7B-BF91-EFED-CE63F2FD0E2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4A7682C-AB56-AA5D-3A8C-17A174F8B4B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9F50D75-8161-CAF9-FC52-90819B0F622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F29F1A4-C530-D437-0973-1CE3E88BC3F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1767676-DD49-50AE-E3E8-E2709958ED9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73EB399-D86C-1E23-4160-99AC4511507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FFAC3B0-8A15-623F-8A3C-9181A4BFC8F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041EEA3-DBFF-E369-56FF-007419E470B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CF1AD3B-9CE8-7C2A-93B6-830B6E1D4EC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8076B5E-94E7-C12E-833E-53593AC1AB7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EE8F29-06F8-6AC6-714D-8B64CE7EFD6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B59D3B4-E1FA-AF2E-9599-37EF0B9E54A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311E31A-F852-0E2E-10AD-67C15E94F56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934723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F32EA7-A903-8DEF-BFB7-D70A39748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3BF9EFE-73E8-105D-032C-D17F9873D69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D33BB24-EC2F-3822-2689-62EA84FC558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2E79698-56D2-F0CE-25E5-BE82A07EDF5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D56E401-8EA9-B8C9-4022-373EA05E78B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BDBAADE-A959-2FD9-7EE1-C429A98C7C9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81C540F-E865-58DB-8C98-97D4B1E2F5C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457CB83-B0AA-D9A9-4348-2B0256F25CF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EDE3C84-84E4-83E7-2526-34D6AC7450C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2EFC04B-8CDD-F402-3F6D-89A30A3BA1A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172DD60-B652-73BD-FF10-81C911059DB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46B3E29-972D-B1DA-7589-6F4A4BCD1EA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E5AAA69-0F51-7E4F-513B-FB9E14C9D8D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F634174-71F3-6C68-C7D6-B4BB8349215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45D326D-C6EC-0F9F-E838-61C519482BB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CFFFCD3-3B10-432F-C072-3B0D7694192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049BC7B-C57D-9DA3-503A-E21546B9FE5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5ECAB67-FCA0-3CDC-768E-8588727406A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3EFFEA9-4F9F-4B03-A256-DFA1C92D3AA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9CF02A6-38F9-E4D4-A682-E0D89BFF2AB4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C746C43-30D9-7E52-2CEB-546FA644A01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C10CB92-199A-AD97-52B2-924A923F2E9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F767FCF-6311-215C-07DB-78274E5CA50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892876B-665B-C5F0-77F2-28F9AA8902D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8190A17-81E7-EC50-6D24-38A14A1B00C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F07C1F7-42DD-D83E-72B1-C8B97B80F9D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DDE4B48-3196-B9EF-8BD5-30C44168208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5F27DBB-1F72-13BC-6949-9D4EB03A07D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53C0486-4B9A-0F6A-B416-435106146B1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56AC914-04C8-F24A-0E39-564E825117F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1669BC7-C9CC-DDDD-D0B2-043CD93F355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425B756-B4C0-3A77-DB83-A4809420831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6A0256B-FC30-CA45-C7AC-E9A64573036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A3DDBBB-FA00-EFAC-F115-F04B032BDD6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98EED2F-0105-C454-5368-887801740C6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7DB4B97-8D0E-9F94-AE34-E25ECFDB1D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14DB5D79-5D8C-E684-D37C-6BDAB7560F1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E208CA1-0C41-0589-39E7-1777E650F28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49F0754-9A41-D243-E2E1-091958A73BE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2606BD1-A715-9222-11EA-92A594A9389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7CE697F-7211-0C3D-7C6F-9C2942AC4D6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F17039C-0412-7FF5-509D-29D50128294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D1C99AD-37DC-A4E8-B0F5-F5A9646E9CC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B80BE6C-96F1-AD05-17DF-53EDF4DB039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051317B-EB8F-DC06-FB77-48AED062D53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AFAF2CE-734A-BA0F-D719-F59E180C9D7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20C817C-D6DE-3C0B-9026-FD12242FA2D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3667360-0137-0B5F-8FDD-B4DBDCD44FD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2DF0731-B2CC-4296-D047-DD96BB1CACC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836EC23-1342-7AB4-DB68-C1FDB31EE71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9267220-0735-D465-20D7-A0032F09175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ACD1D2A-D2B1-B326-3D0E-844D39B979D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D3E4E65-DF1B-DE44-2956-C5247412F96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F1F6314-6C6D-C16A-E2FF-332D140F88D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CF6FF1D-CD64-513A-9297-7E91CB4439A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2B2880D-E5FE-5062-C795-8D1D7F7945B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143D772-5153-0B85-9FC6-14E7DEB64C7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70FB45A-FF19-6D4D-2D07-5EF2059026F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A429FEB-094F-3B23-B984-8F0756D85DE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16405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A05A7E-1EA2-00B5-1DF7-DB8E09A78A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295FFAF-1F18-A458-7276-416FF551F4A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F9501E6-8931-C518-7F37-62D5C4C51E0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752696B-369D-1714-616C-02F821D4EFD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172F444-92CA-1D11-607B-FC628B942E9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98764C1-2802-71C3-4306-E9D4D0B6663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5F1A885-6ECA-C304-2532-EF90BF3A23C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2FB2497-C9ED-437D-6AEF-684B096B9B3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10C0123-7328-F009-FA90-DF3CAC57CCC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4BE7445-01F9-3A73-02D3-7C3D03D2B1B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A37AA08-4202-6FAD-0E16-C12CEF59C88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13D0B48-23C5-8D4C-D7D9-CDEB2DB64BC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2049F33-4C77-6B36-AC15-6C9FEBDC936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49A056A-AC32-B7E8-0224-1B4FF5B904B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4ACB332-8721-B9B4-992A-9914677EA5B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FF653CE-329F-7887-F02F-2E309925151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429067E-1B77-306D-B01B-94C3C763EDA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EE62711-8EA7-D0C1-B5E1-3BF9B8DA7C0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8DB2B6D-1ED0-68F0-4C28-8032BE4D9F7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CCFE692-1CD6-97C8-B0B4-D97FE26C6F15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04A2C10-DA67-4023-1776-E4464517DE4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20FE7B9-77A8-6148-83DC-90592AE5349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8A70E53-C685-E9FC-4E97-85FF61CEBB0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0CC971E-DD7C-E9CB-B82F-9903AA1A1A4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7A41110-D793-BE2E-9355-4B0F433C5BA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BAC8057-36E7-7611-9157-12B7F800A80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681A5F4-1F5F-230F-B5B9-E0A037B125E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463D815-5D8D-D247-BF89-45574C19518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D4A7D26-1E30-AC25-DF93-D50F422DEC6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0BE3F7F-5011-35E9-8F8B-B725DFD2916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66471C2-67CC-1605-AB5D-64EF8C47DAB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1798C35-8B63-E4D9-6081-3261100793B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3736357-7DD5-7026-F482-FE539A9249D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55E0138-353F-C247-B6FB-1DF39D27E7F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36C5103-D8CA-0A11-6E99-582535C14EE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4CD337A-F261-4962-57BA-CF36C70C04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D38FCCA-05A1-9F36-05D7-8A6B49BC2A3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9B1E0C0-2092-F315-7544-6CCE64BDB5C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1534D80-1CDD-3AEE-776D-FBC77AFCBA5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0778E98-3BD4-BDA7-2E86-0228DA48398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9193264-2452-92C1-EBBD-B85F13A87CB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0A725C6-318A-4EFE-8733-177FE82037D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BD2A97C-9389-94C3-B97A-2424E3E09B8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9EEEC5A-16DF-C160-3DF3-3AC7A0EC566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3715B40-CC58-89DC-0131-A03BA008F2D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9A93FEF-668E-BDFB-6C77-9CC20F43A05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17948A0-D91C-53A3-1EF8-4A6116ECBF2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EB41FC5-A1B9-FE06-E9CC-970FD46D323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08745365-67B4-30F8-6EA0-70E7EE582B7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1C19AC3-2254-B679-5592-2243E4AA293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4EB106D-067C-036F-77FB-8FBC8C93245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6234062-86A1-A653-998A-7CC589EDDB2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7C4C869-2628-577A-D211-5BD0333C9D8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0483F80-9F3C-F840-953F-9F50468D208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323FCD6-A879-4C82-BD24-B586B996C9C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C5B73D64-A4FA-0080-F6CF-23690267010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3ADB05-B9C3-9AF9-F151-7914984BF5E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DB4DCC7-D124-DA44-5781-6944508A532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9BBC363-5596-532F-6A0C-4479B1F19BE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647883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986EFB-DBDF-812E-6F2D-1A7FB9E064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3721C38-B9F9-408A-C420-3643B60E7A8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E62A1A8-E34E-559A-6CFC-9ED335D912A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71A01A5-66E3-ACA8-F0BD-EA520F2FC51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3CF30BF-31D9-EDBD-72DB-22967B5CB61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C869531-2867-D7B3-8D55-C030AF7348C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E059090-5E40-0480-41C9-CFF67972129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469FD82-1BBA-D372-520A-E4B8FA8099A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70F3CD1-D1FD-86F2-DF02-D9492B4B08E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12CD886-FCCF-8E1C-05E2-A12636E3687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CA7343B-336D-C9CB-E131-4BC5E82C345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E81AD7E-4BEA-3E3A-A4B6-4D6A3C5B375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019379A-03FA-E629-D050-33363FBE9C1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F1EAC99-1D20-DD84-CBD5-543A671CF76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583F367-C537-863D-E15E-A19FE5F3BAB0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77C2F83-BBC0-3037-D7DF-22B4D985C6F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13F073C-1A8C-C334-3517-A41B168893F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2B7BB85-092D-DCB2-DB1B-C7C850AFD9C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80ECCAD-1023-AB7B-5A7F-BB53A9324FD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C1184C2-58C1-0C7C-B41B-A59CA5D726F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2EC3800-D798-21E1-AFF7-DCA59F9FE61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FF5CA5C-6546-5A83-73A5-3F85CC4D0BC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4A17606-0AC0-380F-1575-DD6D66BD743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E4A1ACE-95B3-8CFE-90B6-B5FD82F2777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E6FC4C1-3E55-3125-2054-C55D38E6CB1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2154AED-5B4B-95F5-CCB0-1DC80A13730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7F8C20B-C565-8F47-4E5A-E10800A0DBA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014490A-C0DC-FD96-2B42-4F2FBE60D42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1FC3BC5-F8BD-B541-8AA6-11D54DAB000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3D14235-012C-450C-C80C-029F6D04F83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6038B76-25B1-15B8-AEE9-08B32ECBC68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C064887-6255-18A3-B5F2-811476B4A14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9F8512F-91B5-854D-18F4-2C6174FEB55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C04279B-839A-45F3-C02A-CC85C7B58C5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714C9F8F-601C-4DFA-8F65-95215219305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DA6E8FE-249D-36CB-6583-B39B9BBEAA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823FEDD-144D-0838-69F3-7B4A596ABFE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03C9F67-0360-B019-D00A-25EC1747717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6535A47-B036-8365-D8BC-99F19F1EC37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5D9C94A-6D2D-A820-65B8-6285BFC8253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AA08939-DD6B-51AD-0A88-D96EAFE640E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58FC9E0-F769-9CFD-3645-2BBC75FA18B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1C98818-8DFC-451F-AA98-61F12070563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1347BD3-FCB6-B503-571A-7DBA52841C9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AA7FA57-5DAE-4A94-DC23-D9285692A3B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B47BB9E-9276-3571-CBF7-E5A974465AB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197CF5D-37C5-0463-665F-47ABEB5D05C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1B6E20C-E04C-83BC-F847-9341518A329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76D8A45-3A6D-57D3-8D26-CACA2FC44A0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C5CF10D-8EBC-7000-D9A3-F3162F36077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C32F9BA-32CE-2227-985A-6631BE8BAFC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BACEF39-822D-7B79-49D4-2B5467188E5C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E687538-9D9C-1AEA-3248-D222B907BEA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FEC57F6-F09E-02A6-1D23-70443097C16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75042DE-4DCA-D701-5209-CE0415C61C5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7D6E000-C0BE-1A3E-9667-7C546ABC9B0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76AB74D-AFDE-4F60-AC9B-DD5578531C8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CDDDE5E-0E3B-CA07-D405-449F5F85C79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8C480A8-2973-A57D-C32D-CE5BF48B96D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18514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E94B1-CABD-7B89-2ACE-31F6F99978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1401FF0-FC5E-3D7B-B477-B2A47ED5681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82D9EAE-3A7B-22A9-C77B-5C35D6572E6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37FCE3C-D70B-9211-CFBC-93366F7B171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8E73148-5578-52D0-59A2-A4A49159E14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FE5C3D6-4285-7681-22B2-175FDFD3461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71D39D0-2648-E314-FA24-2F8DD3E09E3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0414072-7285-0895-B8DF-D5DAA8B478A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32407C9-EEDA-DFAD-BD46-5937133ABDB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7604159-3FEF-6CAF-B7AA-E878B3EFABA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E8A550D-0F9B-49E6-9DB4-05CE950363D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21AE6F3-0FEF-057F-FE0A-6EFA5A16888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6928123-6456-1A0F-86D1-1AF2046632F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DEB1373-AFA5-6E87-8E2F-B3BB6785E0A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2857009-FBD2-9739-5CAD-BFC3DDB9B35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3C1FB35-3A83-C3E4-B696-8CF9A475D0F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4CCD1E8-1262-EAEF-D3BB-0FE198A33CD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5655D25-2AEB-538C-7E6B-96A4E54219F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7F1B0E9-4CAB-E478-7AAA-7F9C407E107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EDB221B-99A7-E2EE-B472-79A9BEAF225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6599FAD-8EFF-10CC-41FD-F2653188365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F5ADCED-FC38-607D-FDA5-9103622FD1D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BFCD958-0DA1-D3D2-CE47-5D4E60C5A3A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39723BC-37AC-83C1-63CB-E6AC7B64803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174F526-1BCA-93C9-27EF-ECCAF01C9A5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E837E3C-5F2A-92FD-8AD5-251F1839A6B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1BADE69-6133-76A5-DC32-63251E625F9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6BA1017-137D-F637-AF71-980CFE4196C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C6C0B03-896A-9F8E-FBFD-0BBF85C87A2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5C02DD4-6749-4468-8514-91B465D9C1A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0EE78C4-8E55-E704-FC40-5BCD36D8614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B1EF3C0-398A-4EEB-ADAA-D051DFCEAE4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C0A2FE8-6D43-FB82-8D51-8D597D0E1AB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60D7950-937F-C06A-46C6-5BC30D172A0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45696BF-BAB2-49CC-FF92-DB29717991A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65E4172-501E-4219-1D9F-A90669D863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491D7E8-C77B-51D8-FD80-1FD941104D9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50C3258-8E97-3740-1ABE-C59F5D8156B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4B5BBDA-D5C1-7A16-55B7-539F5B3749A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6B7E1F3-2B5B-AC09-38A1-3433064FDDB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78F0DDD-9AA5-37DD-A0BF-367C57F8BE0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7EEC396-45FA-BFBF-9D2D-96F84B61828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53AF430-0EA7-3E8F-C831-4057637641E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DE2C4F7-600A-58A4-C91C-7FB8FC8B177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EC72E63-5B22-4C8D-6893-26C22DE5F8D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B1B54EE-6111-5310-C56B-E8BC098D296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43C9165-E1BF-DAD7-8DF1-4EBDCB9EDDB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B71B1A1-8C30-8422-0F0B-62F6D9FE567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F679A14-7D6E-5049-36FC-8E57D13DB44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CC0AEC3-70A7-7996-1192-18094018604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33A6F67-81E5-A0FF-78F0-3CB8EB9A2CB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864BB9B-D6CA-2731-6925-0D8A7C42824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C6A1907-928D-ACA3-6C28-874369F2755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02D6B71-9E78-091F-CC63-8034E688B5E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FCB442B-4F7E-1E60-6C45-363219DC0C9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67F35319-9938-5BC8-AC5F-8B63965596E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86BEBA5-B9F0-4990-70DA-A9618C90EC1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FEF73DA-CBE5-D69A-54FD-258D45B41FE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64F9D31-7001-7136-28D9-FD2B84626B2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309835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B534E8-A3B8-89DF-A272-4328304CF6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856AC57-DBA7-8880-5275-666D27892B0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E7A0DC7-9644-DA49-DBE6-FFD28B51A71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AE55A01-FA2A-EBE5-C267-B1B55E2DD7E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4772149-AF6E-B343-2B61-F641E3CB251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8C98667-754D-BC06-9C6E-60DEB1D1BA6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5AD7E98-7947-444D-939F-81EE0259C5D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3CD5EF3-7189-4317-FD81-502DCAF0CEF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85C8DCB-12C6-A3CA-AEEC-36FB739D282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1423869-3FCB-2FC0-8B59-5826278F4F2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B919A3F-D1F5-214F-4D4F-807B1645A32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C397153-45B5-1A1D-9424-65F2F4B2818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ACDE5C1-D115-7A2C-490E-FA2CCA5CE38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DEE7FC9-EFD1-2BDF-AC1E-E615C4F1A91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0D104902-932D-C38A-2C68-3C268201AB8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D5CDAEE-C525-ED0E-044E-FEDE52ECC2D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90DC46C-DE8D-6C7F-29F3-F2D611AD52E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F340F9C-A71A-5511-9CBE-F03B1FBB9E3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89592BA-7198-3BDD-B6AE-545D339AFDC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D3B8C02-ABD6-9994-B8B6-8EBE9CB600B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0031648-051B-B1B3-45CA-8E228D29DF7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942FF9B-8CDF-8473-0210-BCB084E1CC6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28469C2-EEE8-D195-976D-554DDC80C49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E47AF10-3E62-43A3-12DF-9C3EDD9E419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806F9DB-F990-4A85-546E-49A2C78A3CA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67FBE07-282B-F305-43B2-7CE2F24BE2B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377C924-7CE0-B1EE-9741-A035A016ABF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CA83089-3FA5-47E6-FB50-1A018D26A50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9AAA3EA-8D01-DB64-7F86-FE45B81AE76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8AC7037-1EDD-11F8-95ED-BC2D8CC98CE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0416B51-1C7E-13A7-CA77-64DBA37276A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56A3791-DBA2-BDE3-EAE7-46EF152DE7B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4DBD8A7-5FBE-86F6-E981-8D11CB61675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C179109-1074-65A9-7B7B-F1774B4969C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15E365D-07C3-BB47-A48B-6A58FD2E431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F08A959-8702-5336-0ECD-A4B34B3C925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4C6E225-61F9-864C-9AEA-94FC561A2B5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00D64D0-15F9-32FE-C64E-1F83AEFFA1D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4569792-9E14-18B6-3E0F-D3A0E0E1445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F3A0EF0-D899-7B7A-9DED-B68CE3C56F4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03ABA3E-8C31-BB9D-C9D3-9B42308E12A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B9B8540-2E98-CD75-17C4-F6031B10CDB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03866B2-783F-4FB0-E2B4-47F9D94030D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7E46E11-3722-4958-29DB-4E80CA6188B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E9CC32F-6380-4413-14DD-485B9DD5658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26C30AE-7C5A-694A-E769-3D5EF389762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099C4C7-2B31-6752-79C4-2E09BB039E0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0E3C3B4-CE53-041E-6301-6278B92C54D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97C5C2C-66E7-8BE3-54A0-09978196C36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B4CC677-3B66-072D-8E3D-910DB1CF00C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BAE3034-1CC2-ACA6-A051-9EB9531CCF4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2266898-50B0-14AD-515B-857343FA976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D8F0B0D-9523-DF00-F948-D5F595397E5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ED918E4-092B-DEAC-BD57-DF69EC46D61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8BEA163-F187-436B-C6EA-AE560421280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EB29920-D8FA-1673-3928-DCC336D0385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B3B74C8-672D-F5F7-1104-CC2B844CAAE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705C3F9-CB44-936C-A658-20050D0878E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2E2429B-FCFB-BA9F-7311-32DDFB1BBEC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275376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13AD5-DF2C-9E2D-BDE4-491D9B00E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3C3A18F-1B77-7305-67C7-C9ED1528F25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B80395F-AA22-597A-DB30-619115299C5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4C18093-7966-B7DD-7D6D-4A43C171E30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8FF2501-73D0-7D03-BBC1-8E39AE4B7C1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CB80819-1058-3D1D-B8F8-45F751C49F5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3546EAD-F203-6780-2B7D-503FC9D261C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1A1126D-265D-6397-2BB4-5222A740439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9B63A62-2798-154C-6F66-62EE33B3F68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8AB24F3-6F7A-0451-41BF-F057D9AAF8F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A239A1F-3FF1-29E2-109A-259E1054CD2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CA17C2E-1B9C-A862-9420-79555E22CA7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275FCD5-0E4E-10C5-49AD-9B555807855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EF975CD-0ED1-EDF9-B5B2-7C259B17864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38D2EE30-949B-C296-085A-30C7A95234C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0DE062F-46D2-C666-575F-B5A8E6BB4B2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A77F7D5-E021-29FE-3D4E-2D7B5F4025D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BA50F29-FAEA-94C1-C126-178412C070D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D5DE9E3-9B4C-79C9-F4A6-A477A3970FF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95C8242-7891-A62D-4BDA-1E03E36B21C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0E0AB6E-0D7C-A6DB-F81E-898489463AB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3BD3A5E-E4E8-FF33-5A19-A44FDE0D497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7D06255-BEE8-0BE8-C65E-15683BC4A69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232E491-5CC3-2F55-19AF-D4AD4CA5AFB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86E4CD6-D0B7-FC2A-672B-7F9806CE998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85E44F5-F580-5CE1-F2AA-152484AFFA2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2BA84DA-2F7D-DEB0-C14B-186490E4775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3508721-F077-9C1F-E200-2EE9C94633A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D6A2AD9-66AF-1B72-10D4-CEBC66CE78A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C834610-DE53-4A7F-8689-4A60CE0AF9B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99683D6-E372-179A-638B-E10B9D8D732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70327FB-F209-B361-A416-D35FD14BF8D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CF7868B-449B-504A-74DD-E52E6B49AE7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BAEBB3E-5A6B-01F5-5B5C-C206BEA92F8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1BD0B1F-F5A0-1EF2-173C-3B48A31A5CF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9A62141-2256-6E26-6FB4-C656D2FD1B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272F7BD-2038-1E11-B096-C04A2297891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34655FD-2431-A2B3-8061-EF38D610F84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1C98A3F-2FBA-750C-D01D-7DF6836C2F4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F8EC527-B4D5-2F6C-D6D6-6796880A2F0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482F53C-41B1-FEB5-4C34-765750E64FF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7CC34A1-4EA2-4D83-E084-023D2FAEC89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B760A00-2498-4C06-A0CE-0FCDB6B3399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BB6202B-E705-4423-46DC-1FE7676B5C8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F357996-F819-918E-ED88-A360B2F9C5B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4F723D8-0C69-BB75-753D-0F9E62E2B6E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C822999-9A0C-1D0F-A5C8-98FCFA60AF9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5FAE7C5-9C32-E341-433E-28073025993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480DBF0-1FEE-4E12-4322-521BE96EBDF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FF0D36A-BCDC-565F-379E-5D3FF47EAAC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41CD5CE-2110-2E50-9E63-08665A43248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C372A4B-14F5-7052-C1A1-13119B25899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99AFC23-926F-7BA2-853B-D54C0C85FF0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86C43A1-B6B0-9782-6752-3F5EC93B90D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B6C19B8-B048-C065-C017-86CF6037CEA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72E99C4-7FBA-D56B-16D8-B14BA930052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D17E133-C6ED-0803-0B95-0D04A4C962E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5392EB6-AE2C-32C2-451D-76CE59D1D3A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AC863FD-27DE-D254-5096-50B949395C3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630292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30B15B-B99D-EC44-9283-C01A62095A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089CDDB-CB6D-84F6-AFCA-97E82738666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2D745CD-7A4D-5019-D603-3CE28648330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5D94E6C-466E-AE13-FD6C-3E80CBBA750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E7958B7-DEAE-B70D-73AB-F12237237002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C67D8B1-15F8-6FA4-36A8-246EBAD319F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075CEE1-9995-2BA1-4FC1-379819CA7E9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1D8BDF6-A750-AF48-8158-0739D37DD4B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65A6331-5178-940C-51DE-9734E4E6D17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A3283CD-D1E8-D111-0A71-40E743D79B1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F9332F7-0BBF-FAB9-27E3-926A4C920CA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CEDAE83-28E2-190B-C68E-5AA1929CDD3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814F80C-7777-3E45-E77D-5F4773AE928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0735AE1-E85D-23BE-B888-67E132A3C2D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9323EE9-A1D0-2117-6A99-79C4C78A33A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FF62096-14AA-570B-5654-F0D5DE41A78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8652377-5D44-EF1A-C7E2-778796F6FE9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A8B5FAC-A9F0-C0C6-72A7-C1E193F4EA3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A9A4EB9-735C-EA91-2681-547BB2615EE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23904C7-CD49-9947-2427-0A5D66D0A65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EBB6DBE-DD91-5F1E-8395-E9D836D216F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43DB98E-6C03-BF7E-A4B2-05673994DE1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A10947E-F225-FDCD-B725-C9CCE5EBEC1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1A4C733-00F0-F5D8-81F0-CCA3D7A5D7A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2C6DFCA-21AB-D00E-06BD-F874071DB0F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C44B026-76E6-C93E-CF99-14B26263E8F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25852F3-519B-D175-E4DF-1A665700A8C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0CA3FC8-A920-D541-7580-4B3B22943A6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E85BF85-05FB-5818-B50E-D65E8829897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B8C03CA-0BEF-8477-8F60-D08014B011C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93335F2-772F-12CE-98DF-99A0606980A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8AADCEB-1609-2204-2ABC-7F0C9DB9112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77F43C4-3C40-3701-D263-33C3DAF0CB2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BD5AFB4-D816-A738-A25B-645A2A8EDE7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64FAAF0-0D04-2737-70EF-30761E01FE9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63560B3-47CD-BDA8-E950-C0330639B4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A649893-1F6C-C78B-14AA-F63584B73DB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D8EA1D1-6BBC-600D-9A06-F98CDB66CDED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42BD478-F999-8179-DB2B-BB44027C2E6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6645DAA-CB55-4174-9D1C-42C699F3A27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298BDB0-3BD3-EA21-D027-19D0F608150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83C9C22-3D64-6A15-C954-AB10B2A6B86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B06DC94-694F-B6C6-C61D-E3A3A21C85E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6B95094-CFEE-0B2F-6F97-21FD80BC5A7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0D486AE-E7CA-81A7-7704-F5E252A1463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C5ACBB8-E3DF-3869-6EC9-73F024E0C88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DB76F93-D6A0-6E42-F09E-7B361BC5A3C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54DB289-AA0E-88D3-5814-E7F01C6263E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149BE4F-FCEE-16E1-8D3E-D44C589F5E9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A5B1DB1-7CD7-1B80-6786-6568A123897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59AF14B-4614-C83E-CDD5-33808DB03FC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0B82910-37E4-5134-822A-8950B84539A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60FE593-6A5D-2A4D-FD3B-EB9F36D5796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53EBB12-FD31-4A97-8294-46FD3BC610E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5F41F75-A976-090A-F09C-008DDB72263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E03D46A-57EC-18F4-8FF7-BE2CB73F8A8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981BAFD-2845-6180-D630-FBAB267F0B3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408A2E2-1721-BB4C-B315-F4824279F08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3B5A9CF-B351-3221-2AA5-9EC9376F734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832614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50F130-A691-4D20-F605-5B267C3EFA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76324D6-AE65-8589-6843-75B4DA74499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A3947A9-72A9-F19F-2396-4B3B2A0E584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D3038B1-FF6C-4CF6-1BD5-B97377E20C6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310F397-7141-5AF8-C6CF-4CD590D222D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78FC53D-9989-F810-83CC-6D75F4E7F81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7ADDFD7-F99F-6E19-E46A-C8819848D17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295F768-B2DF-16F1-8288-3733E9E6A8C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0F2C547-94FB-2933-DBB6-6F733E6CA28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B9FB363-A3B4-FC16-754D-952862E3E60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055D0E1-1F06-A2D2-AE9D-57896F877C7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891820B-91C9-1C17-7617-619BD1A7AEC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65607A4-3928-A3A4-DDAE-46880F173B4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661AFCF-4931-D52B-C456-22DE3ABC1BB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E993B3C-78FC-4D5D-B323-BE6C40063F5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1D240F2-1D00-BF84-E80E-28E8EF974CF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514BB9D-7311-E5AA-A88A-601079B7BC2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2B798EB-3D91-E548-83B1-E71C08D621C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D05EF70-697D-995D-A791-DFF6D67F787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77076D9-DE97-5A11-91BE-8DA4B4815ED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78789AE-EC36-39C6-28E1-5C2293E8641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CBCDA02-D084-7D26-0409-C9F194352C6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3006540-71BB-4409-7300-9F650770505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05D8B8B-6128-2275-2834-4B111C8B6A0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F11B9CC-B93B-26AB-C639-C314F38A494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6377E07-C560-D9A2-6143-44A4741FA5C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EB06A67-AEDD-EA99-9A3E-5CEF6010045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70E719F-DF42-6A2F-C671-57B04EFB1E6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CA47587-F401-9D7D-E77F-A775D55A2B6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F32FE97-AC9D-A8BA-778E-436F1712C93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1FD55A4-7208-D764-CB69-7FD649099FF2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1CD40F6-63E1-FD93-EB6C-045C44A086D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B0C17A1-1E4C-CF3A-7A34-60A5FD33528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E10E014-18D4-9D22-CCBC-E5E16F416B8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1C2B042-8817-F181-2891-E8A95DB0138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7A75A61-EB5F-100A-69C0-F4CD2A4372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BFE3962-4AAA-8E49-1B7E-BFE9A9C46F8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05532C4-5716-44A3-24DD-D559CF69301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2250D1C-66C4-1AE4-FB4A-2BDE6354E96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548A234-9834-1D23-E303-EC6A00A3E8B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4325897-F5A0-9923-438C-A58F1A1F21F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BA3AB57-9145-44D9-DE4B-5270B50DBB2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B3B8A83-B28F-AB66-10FB-F7141D87E5D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AAA5527-1985-3C0B-F801-889EBA1F31A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CD433BF-9311-1904-DF90-3E92647595D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0197727-9617-9186-2113-85E8DEA745F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5B38EE3-D418-A73B-8488-A8A6525CBA5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E4CD4BF-F9D0-1D56-F202-CD5059433C7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9A7CCCF-61DE-95F4-76FC-E06C042D444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996689A-7395-CBBC-F7A5-5A54C9EBED4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124EB1E-5FFC-7251-928C-20B71336C6C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0F73C4A-BB77-1990-6CEE-4499295C654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679BD0F-4568-C7CB-ADC1-2C4ED4D17F9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D573E2E-6152-2262-56A5-C92D26E4552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45524CE-3A1A-809E-14A7-41A2043E81E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011B6DA-E974-EA0A-A6BD-462C0CA173D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24AFF0C-3B03-6724-7175-56719909696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7A24BCC-BEFE-827C-B3DD-8AB08B5FFB7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166C9D3-A50C-C1AA-7F90-7710087BB4C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654646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6AD355-6824-18CB-A169-D04A8E423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DA72DD0-9C8B-B4DF-6929-F6EF3201715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281FABD-6141-0969-AADE-16978F05C48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3654020-FCBB-7416-6C89-DE87552DA3D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949B84E-89D1-06FD-AB87-46AB65FA080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6E3D966-BAFC-DDE8-5982-5613B91FBF2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9328AC7-A40F-CEE9-874B-3033BEFECD6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F91F86A-3F0B-74B6-2EB5-45E5A611F21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DD556C9-25F8-49B7-9A39-76CB903D513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D9BDB04-1AAD-AD8A-F178-95319F21C22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CF916DE-206E-8E32-F2D0-9439C9F482A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9FF950E-8149-92FF-E823-6CA9B768B71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4505B90-3FA4-F0AC-EC7E-FF83EF9957F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BADF3A5-09A6-9DEE-B326-7A569CC7146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82DCD4F-D581-827A-C597-71CE57DB6CA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82811A9-4DF6-5281-84BD-E31418441D7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773D545-BA7D-294A-415E-C86F4A790B39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0C489B1-7729-E3EB-4221-3E986DB8D0F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26AF1C2-525D-08C1-2BF4-F2000BE03A1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E7A8B2C-D819-CCD2-7119-1222976BEC1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23D1F31-3045-F467-5C40-C58DB543737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965C37C-2733-4A1C-AEE5-E5835E8A145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2F91B30-E4F4-376B-427D-288115ECE08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6888C6D0-6665-8CB9-69BD-B88BB6C2121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290438E-3AD2-EF01-BCCE-9C0712C14BA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5512295-DB15-EFD2-B0FC-59F26F2BACD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D6FC18E-1431-800E-6162-B16D1344390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56E1F65-FA32-B062-E990-7E50B7251B4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F3588CE-59E8-F85C-18EF-18D801FC865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BE8DD77-B50D-8CF4-7B41-E5FB7F650F7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EAAD17A-4D11-A1FB-3A81-07F99E82ECB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263C655-7E29-059F-8ADC-CB591E9AFA7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5E9C952-DACE-7610-A932-D6E292C996F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A78C876-485D-D1DC-0B09-0C25132851B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F057B59-174E-525B-8EF1-DC0FF98B3D9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C815FB1-4D02-9482-86A3-D228530F75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359315B-7F41-28E2-7063-244F8BD256B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3C9B127-00C5-9D81-64CF-DDFD2FBEE0F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B47B904-6468-C422-5D8E-71C101BEB51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05AF2BB-560E-5F66-618B-E791E8F8AF3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2882427-12E9-419C-ACD9-CE35D42E360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A2F17E5-F368-F217-DA0B-A7C1FBD7EA7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48E96E7-8AAE-2722-7703-5961528697A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4573A20-0ADE-B7C8-F5DB-F66A3EE2E0E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20B3083-A090-2FD7-A46C-FECFDD80A9B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433B869-EF4D-8BC9-87E7-31A4A11A998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970C640-EA31-4D91-D6DF-B9F90261488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8DD55E5-3EB7-68DC-6F70-0AB56C2E6BD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1960AA7-25B5-BA9F-CCC0-58DCA683513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215D889-BE46-8E73-CFA7-CF92FE03F9D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2AE973F-EEB7-F5EF-42E2-35500AE27B3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F9A2389-BFD5-B420-2D70-95B27349BEA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8500889-5743-4929-4277-A316243F30A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6845E96-315C-0EC7-5E67-C726DB9231B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C6BCCFB-AED7-C337-7BAF-629A851174C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BF60CFE-47D1-F803-10D7-1EBB68D4EBB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8457E05-0B04-12C4-BD21-B3503FD6314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9548859-60B7-72C5-C12E-8BF3B469C84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56FDF83-A24C-4B79-7060-FC4B0A6467F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52276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CD244E-D163-72A3-D15C-6A40237BA1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88864B8-89DF-97DB-0376-D2A41C0B23A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28F5E37-118A-B0FC-D0C8-F7F2EC85D75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C48528C-10EF-CE0C-01C3-D5EEB4EB06D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3DFE029-F284-7968-E849-BCA7C23D622C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6259CD0-C081-461A-E9E1-064A3B16F0B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F68E1EF-4784-7F02-5F29-04347FAF1C6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42B665E-8D8B-17AC-75F3-49227F130C1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70DFE19-99FB-FF2B-FF31-15DD5235333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1760ED1-F4D6-EF7C-851F-1AFC5C2354F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DFD2387-314D-E8C5-FC33-BC8F4D415DF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4601FE8-E3C7-164B-0742-D8215E0CCD9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84B26A7-15A4-2FE0-FA8C-EFB277DBEA7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51D18F3-297A-762C-F3DE-654185671AC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5BC5D08-BB1E-3766-85BC-FDBA19D8D29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2706382-6BC7-3501-404F-1470F9967F9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CB87037-AA07-375D-FEBE-B1DC19ADD37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3496BBF-4828-B1B2-AEA9-5125916B13A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280D191-3FD5-A80A-81AE-D983C08BFBB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FDCDB84-BECC-3A37-D55B-7BF0C194C50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C11589A-908E-CAC4-CFD1-E406F093409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B029C78-0A0A-0290-33C3-7664D6CC5C2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308F48F-989F-54D5-0D0A-366B5086C1B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77FB361-1DE3-B55D-DC0F-C1C09493EDD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7A1E996-25EE-308F-8B21-0F1D2059363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F704D54-8C1F-F2C7-DB15-A9B816A72F7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60B5A39-3739-B7D8-FCE9-D1AB5586F53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C380EDE-F834-B5BE-7E61-C0040E41FF48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1F3E969-5D60-637C-8785-07280F1AE99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40BE17D-BC97-71D3-E2C9-5D06EC0454B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FA0771C-9FD2-332D-D3EE-0011D14AD34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B3A4619-C989-7630-C011-671FE92BD02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095E12A-3C78-744F-0F6F-B3B677ECEE0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3D4F1C3-F414-AB0C-03FD-BD922CEB426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903E118-4A38-BF32-C7E3-1CFB4DC47CF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5422F26-858F-10D3-F50B-149B573901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EB5F326-FB17-D233-BFEC-FF8E84CFB79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151555E-F193-8B29-046A-1A581C17323B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7A3F120-B606-46E0-7153-86FF7B29CC3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DBAF477-0379-3B7A-A70A-2FCE7252355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533A08A-132F-7F8F-22D0-D679DFFD962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019DC24-86D5-F9D6-E87A-2F199416915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EDF33E1-BEFB-CF3F-3B27-6A0FE36180B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999E7A4-F5E3-3F39-BD9D-F1A9A1CD195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31C430E-1316-4213-E783-811997CB424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9D61D2F-4BAD-27F1-B945-D3365668FCC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11A07C1-44E5-60D6-C5BC-A3D442A2A32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AD3DA73-7D52-3991-0844-9AC2985B1F0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D6C1FD0-2700-879E-1239-44AA4DE43E8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425C851-7ACC-943C-4A46-88D0EB7C141B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B5B623F-6D20-E0B9-572D-2AFAB418A96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0F8293E-5D02-3A71-EE72-00ABC0BECF3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8C7A335-FEE1-D7FD-6938-82439AD1808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B1924CC-4BE5-6A2E-243C-D67A80A8075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8FC8783-E0B0-887D-C1E1-FD6448EC571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74CB065-8B76-B61D-34B0-8ACE5761E8C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6F25B89-165B-BC20-74EA-92551A0A5EF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007020F-5AC9-7839-F499-522090EF763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E526D54-B3C7-8E22-BCC9-D7D4544A488C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354595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51ADD-F842-D825-5605-4A602F1B38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393F17D-8B76-8655-16E1-CC015F3A949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F69334F-E8B4-5F40-55D4-5E3D403A4CF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2EA3B5E-251E-2F86-6844-4E62AABCF55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BCD1F2D-9D03-3301-DD1F-94564CB7DFC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B93D3A4-6B02-4EB9-0C46-9F42508C077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C0022F4-40C8-7875-2EEF-BBA7666A4F5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36C6C9C-41EE-0F4D-47B8-494DF14F2CA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73D6AFA-6B5E-D287-CE25-68C90DB71C0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2CFBC93-039F-5359-093D-9304521EBA4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CA074F61-50CE-0ACF-EA57-3A6B917AEA8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3FF7967-7629-DC9F-2B68-E8537431DAF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6B752FB-B302-7D0D-C7D5-35B6DF46619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B939B76-A4F5-B796-B875-1F90559910B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50F680C-CAB5-9BF7-419D-7CDB5F280B5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FCFE36F-12D7-A194-2730-3D2945FE1FB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53C05EC-5B72-A667-D43C-4BFEA308372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3994E9C-399F-EE1A-B6E0-52E5B84C7A6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6264317-302F-93ED-A36C-F98C83E76F6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C6C6EA1-BA39-998E-ADE9-1DD1D18EA9D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9411969-7BEB-D865-216F-B3495522E9D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1E016A3-4A22-3299-1E19-417B7C4584D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4B8F924-6F6F-3952-3DDA-EDA57428426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2E95E13-C3F0-3EBB-9A9F-DD2CC86AD5C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F8B6211-592D-DFA4-5655-9F5F23A07A1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CBB9013-0CCA-C14D-45AF-F9888782707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2C70CF1-E7B9-CE81-BDC6-74CEE23CE29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A3780B5-8376-481A-FF0E-ABDBE12ACBD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3B0B6B1-AC37-AE09-44AC-8C69D1C40E8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C97DC24-E459-8892-701F-F27C151C352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278515B-6666-B444-5C24-07189544026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6E08702-7BA3-BB8F-F9DA-3B308AFC7FC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A192B15-9185-C921-5AFF-871C78483FE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F5DA45C-CDE1-B8D2-9AB9-EE4E0FA7E03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6E38DE2-E685-BB39-1837-B1836BF09A0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E5961A5-F1F5-C5AC-80C2-44D92AC285A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C6BA253-DF7A-930A-7C6D-75F5B5C9D5E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C6E3822-8B6B-929C-83E2-E292703FB3B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5B488E7-DA68-6E0D-6935-6CB27DEFBB6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897C7DF-E792-595F-A461-948E5B7EA7B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AF473AD-F6F3-2493-0D19-E2F53DC90A3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48DB077-C503-C438-4949-01AC8C7AA4E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CB81890-C88C-946D-6955-3F40A377030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0C8E761-B52A-CFA7-23A8-16DE85CA5C0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5C46C67-CBEF-07C0-789F-A48E4B6FBE0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7637486-A0FB-BE1E-27FC-4BE33E3796A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F5027ED-A547-75D8-D243-A9B09B971BD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5C91089-31EA-72DF-2A88-E2FD1FD6CD8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251C7E7-E5C8-E0F5-F1C1-2A956213DC3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DAA484F-A914-E92B-66D7-F401446A58D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CE512DC-C9F4-F6B8-A372-57198BA8210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E0F57E5-1A23-AE2F-47E5-8E217263F62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97441B5-90E5-F44E-FC97-B33CC0B2F42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E8CCFD4-7A57-AF82-BAF7-ADC20060CAB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0CD26AB-0506-CD7D-9912-40F0FFB4B44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E47F32C-17FB-21A7-8B28-24A5797ACA9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13D317E-7F68-D68B-0DD0-4FB43625BDD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62281C0-9563-9057-2F21-7BD2592C04C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3EC7BCF-37E5-1D6E-805D-1DBABC418F2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487099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5CE587-96C3-7996-B7F2-0E8CC9BA69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038CF77-39D4-8C71-84CD-D9DE5491489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E1863F4-6515-3EA5-639C-863F47C6340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2B101A5-2C33-776E-8A27-A3AC3F778AC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444DF1E-FF39-14EC-DCEA-0B6F64EA8CE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A10B23C-B562-C597-3AA9-CE181A3F014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2EEBC5E-B78F-2AF8-23A6-EAB2D312AC7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A7CC1D0-EB15-B038-F07C-56C8C566E2D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4A2F367-20F2-A17A-6503-C6DA929E8D0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E79FC5F-598C-DFF2-84A3-43A84B4236D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5646F55-9D9E-03D1-EDA2-AC24DA3C934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92644D5-C5ED-CBA7-CD8A-21D3DDC8176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F1535A4-77B0-1D98-7C66-B16134E2A82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3224A3D-0129-2A8E-AEDA-B01D4BE3D5D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2C86EC1-A051-6AC1-700B-A7F04C3725E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DBE1CC0-468D-529E-0A6B-9AE173CD27B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C7B914A-FEE8-97DF-343B-9CBF079D5FE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354B724-2673-E620-110C-D0502BA6654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DA26AC2-6377-D45D-FE18-DA8FC190921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72C6F18-927B-760F-74BE-DCA76E4859D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079AEB1-94A2-9708-B02E-1335FD61616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65C780D-CC73-D32B-4B45-E18C3C08438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72E99EA-E7B9-B624-1B00-4C9A090D13C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6E9FD8A-8F73-4B89-175F-30EC0E70BC8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DBC51C3-9569-74F0-6C64-6C27B363B0E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61A83EB-F7EA-4164-91C1-2F3DED32A23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1F9F575-2A64-2E3F-3FC9-A5C64311026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9043A70-C635-FC37-55FA-C559A9805C9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79ECEA5-3444-4368-BE14-79618ED977B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1945F6F-FF4C-32E7-9F4C-A0660FF80C7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E771D22-171B-774B-C6ED-F30533B1E89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D49932D-34E3-40E5-00E2-33D381DD51B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5B83265-BAC4-55F0-A2E4-ACD89B8DEB2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D759254-1605-7C35-FCC4-28BDDC68D63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8289D46-A7B9-3161-5C98-CA2910EB602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2EAD50E-2CD4-2401-98B3-BA5BA45AA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1FE0A19-7312-43D4-B808-75C967154CC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378EA03-4EC9-06C8-3DB6-9CA851AE878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8ED6BDD-4661-39A6-EE06-71DB614E4D8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BCEBE66-5107-AFA4-FC91-CD0C1EE5E73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8458093-5111-4984-5E59-ED748F50DE6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4C813A4-E5AD-CEEE-0644-1858C79CCFE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8B2308E-29BE-6313-2BB5-960FCAEABFC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F908E5F-537B-E0C8-BE47-E331A24A8BB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181FF11-75A7-2FDB-252B-809A1571551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3FB6040-A1FF-34A0-9C43-3F6AEF0B272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4D239C5-BA00-3B75-2757-4BAE0143B0F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4CC9AC3-311A-211E-284B-DB27AECE358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68EF9AC-77AE-03CE-E0AF-02C52C16804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EC26AD7-16D5-9E5F-2682-800B5A75A75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19BEE26-7D8F-C92B-E0E4-37EC4AB583F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FEAB453-9C9E-C54E-3707-3268A5F32F0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334830F-E4B4-6253-21BA-C6BFBB7ACE8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A7EE735-AD5A-8C0B-8EB0-5127CADFAC8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70A4D13-74C8-408E-744F-5F4F30B8DE1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A963A11-6BDC-E51F-0EE2-2BA18209535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B40FB65-774C-244A-C8B2-F4EAC18C434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F0EEDDA-AC6D-96C2-0FC3-5C727996474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CA41386-EF95-4A0E-B25E-829EEAB5DF4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376514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5EE0E5-ED88-286E-98F4-C7F32C6388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D0FF727-1B7F-F536-957D-C3B27819F01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D3F8C5C-1FF2-37D4-07D5-5543034E99D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60B35D6-1C6D-D35C-5888-046D9A356E9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35EC937-C704-1DCC-5C7A-85103FBE6D7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7E55CB7-BF8D-C66A-ECD8-655CAF22153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EE61E42-CCAC-A4C4-7DDD-DE0D04F768D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7887FFA-D110-FB26-12C9-FB177197E54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33345EE-48A7-CDF5-4867-71F9804E688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CC094EC-3C91-11B0-5F9E-186AB0BF292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875AC41-BBBC-2CFE-D747-4A7E7412BB5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00261E4-6DD5-1C8C-0860-D1D6B2E3042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1D2F8DF-88E7-7512-2EDE-166EE0CD1CE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DAC7981-65E2-9524-9343-AFA0ADFBDF6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1C76DF8-2C3C-F5FC-1A96-A16BA664FC5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B8A06E5-3886-ED63-7EBD-659B1EDB0D9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CC12CD8-2871-91EE-0DA9-55C61423FB1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0745043-5169-53E9-32C6-BDAC68C603C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F3BFA93-C7E1-0A29-C4FF-FC9FD372E40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1B75E61-0BFB-817E-B0CC-0F1C632665F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8327BAB-564B-9F8B-7A6C-E58AB07F67B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5C44144-9B7E-28B2-B184-CE8018C8162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8D65E6F-336A-0872-E3AD-0AEC2365550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A4B251F-9914-85CA-B263-701E9A4753C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BE077A4-3D26-210A-6D17-77524CA893D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017E90A-E35F-62DA-DAFC-F82BD2ED777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A8F1CD5-0C01-98C8-AD5D-D2C0EEF59BD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BB8BBDD-484D-9AA0-7426-2D6CAE15026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CD7B992-9390-1AC4-2A52-01A92832A4B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B495991-C16D-92D0-8FF9-168EA724DAD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75C1147-D895-193D-EE9B-FC26D1C6187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461BED1-6181-F5B5-6D20-FE852BB32F9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A148322-DEAB-790C-757A-1A707F4F7C0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CFA14B5-A8AE-DE89-0BB9-C11B85C1A29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70E43DC-CAA2-597E-457D-E07C6B555F2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30D5B8B-02FF-E7F9-5291-455FAA3957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3C5F305-C860-6867-FAED-004D1433A40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903F0DD-E79A-B2D3-5B6E-6507DF71038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319A237-6830-46BF-308C-0400E727D27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C89B34E-3824-DC75-33C8-E37D8D15E70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665A2C7-DE41-22DB-F272-267F09FCB2C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E7EE622-97BA-15A8-341A-07A51C7865E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6D8D4B0-AEF4-8A96-56DE-B21257C9EA1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8C5C050-07DF-3EF9-742A-3096FCC0CA4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E809A9D-4757-6B89-76AC-98222FF374D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B434912-2E6D-BD45-3DB7-0DF6B7310F3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79DC760-AB7C-FF44-84C5-552953199AA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E329D9D-998E-CE09-9CDF-5543ABC3872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E56B2D1-9070-5B0C-1644-D00BAEA6415E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CBC1DC6-5D40-94A5-AD89-EB470D06796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E2ADC1F-C551-731B-2464-ABD1579F8E3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8776801-A7D5-E352-6B15-3E77500D361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433F925-5089-5219-CD19-16AB5ABE0D5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A2A733E-2961-A139-1079-A00C674A6D9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F3FCD9E-A6C2-2A11-B384-C7860FB9C4C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B4813FF-B619-C079-B0A5-A14D87CC399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CAD5A5C-E68F-39B4-E792-D7B1510D2981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4D6123F-619B-E958-396A-52B6F087894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C8E0A79-44B2-5D36-577B-18FE5CF282E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238420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080B7-C787-47FD-FAF2-02A451F34A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DC480C8-8E75-5AFF-D494-7B21FF838F1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3A52C5B-BDED-E94F-92B2-E345B43B85C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CE0C16F-BC58-5EF0-1D1F-59924687EFA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C0981E9-1696-8169-C652-27358B3EAE7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D914CFF-00BE-F432-A65F-C5BF4B62C25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4DA3AE5-0FE8-478F-2E59-A91CC0A7E8A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7C58CD8-1CB6-9D2A-EB07-F8F42780399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14CE984-1E3E-0713-3820-A7A0C38F299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3A54648-1FFB-5EF4-EF99-5DB945A2304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6A2C256-A910-2ACC-2E7A-231BFB68C22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1FBD357-EA9D-C764-6C2D-E9BEE4AAB05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779028B-6285-BCEA-D1B7-B9163EFE2D0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126C334-E469-FC58-6D38-5B8C656799D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F5EBF0C-ACED-EC7F-BEBC-4ECDE3E3EEB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0DF6FE6-FB4D-6D67-28EC-F1B0C59346F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0AA9A85-9377-E35F-D86E-ADF4BD8BB88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FD9EC9D-35C6-117E-E598-7E601EF7CA5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A081EF9-6B65-E500-E748-DA0B316106C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E551A24-E484-EC27-929D-772D4C80F4A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FDEE246-4D17-49BE-06D7-FC624AF3820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AE950BB-0B2B-6D4B-B83F-9F2625DC041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9786D5B-6161-7341-85ED-71948D2FFFD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2E2C6F7-34FD-1D98-C4B0-13928BB70F1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F4EBD0E-380F-874D-B9E1-FA89FE3F048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BB29469-15DC-075C-B362-82A6849E92D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56D16F2-ABA3-B571-438D-E88ECC69930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6EE7A5D-41ED-55AB-E3FD-CCD2C70B9CE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4588143-C7A2-5BB0-E907-17641890544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BB04EB1-00BE-F877-E34D-0E576CC06E0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EDA6B18-1789-31EA-A8DC-A5340719012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1957065-C5E2-F8EC-0E84-8109FA68F50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78820A6-2095-DF5F-0E6C-56909738053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EB7E9B7-A4B8-7332-8CC0-716915C1F85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E38855F-B4D3-9E73-EB6F-7352995918A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84B50E3-E7EC-2D97-CAE6-53C7F00E20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4B132B2-F0A4-66C0-ACCD-108A9B78B30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D64F2E7-F7D6-5F6C-A0EF-DBBA8BEBC42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6D338F6-2343-C4AC-CD3C-1FCA0A9BA77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7613F58-5604-7396-EE2D-605A99D780F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0B4309D-1353-1A7C-D953-00B10BD9A02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FD75ED1-9F15-F261-6D6D-05447D67604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FB48CA2-798B-0EE3-B288-16BA7648055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EE10493-0646-3AD9-42C1-CE6211181AE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A67E596-52AA-F269-572F-B397E65D512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D9FA8DE-3DF9-7139-F7C8-3DE4FACD68A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D7B6B54-92D1-2679-5651-9C366CAF513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582F4A6-EE3B-331D-073B-DB4CB774357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E9C98EE-71BA-FC3D-58D6-5C7EA28A1EF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2C4918F-782C-AFD8-CC15-B7F439FE323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4254F80-454C-F603-9252-77A0B7398F0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C42325D-CB43-28C6-A751-1241643AB65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713B65F-A71A-077A-376E-552000F6B4F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F3DEC5E-5D0D-CDC8-2CB3-7E2B7B73417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78A5B4E-B979-F1B4-AE93-CDB756596E5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14E2195-2921-01E0-EF92-1850770EC04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6EB7078-800D-5234-AA68-7A5064443B5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7643FD4-D6B2-1BCE-006A-7A86CDC2813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9B23E08-72C8-A1BF-72E7-C71C1471875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243003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0DC124-8DE7-2558-730B-176D3C6014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F3FFB2F-5884-F190-623A-725644E9E3A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E6EF65E-6A49-4BD7-98B3-193E1DA020D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D8BCC85-CE51-6562-D22B-FDC1E4075A8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77D8DA0-0008-83A0-6CAC-06B2454BB64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C2C2F56-96F7-1CE2-E91B-5F0C83DA325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6E7FA71-AC75-015E-E244-D9C3DEF338E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FEDDDB6-4F95-C1CF-D08C-59888C7C25A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3F01B48-4FEA-F588-C6A7-C56E94E29C2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D426792-5A48-AA9E-C2B2-0F72BA01418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0E0570C-F55F-9986-2430-2398EBE13E1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7424A0B-4346-E1F8-F3CE-FA13624910C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1040DB7-A01D-C424-576E-3034CFDCF9E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EB5126F-D762-484E-A649-0DB584A1FB5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74DA29F-7D80-745D-3400-D1BE293A27A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1CD8448-2322-C22B-6228-F22F3E02EBB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BBD6363-8A35-3BDD-7893-C0E9F7C8A7F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B3A6ACC-9B84-8F1D-833A-C23BD2B9B85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BBF8C1A-FCF1-9A04-E3A0-BD2337BAB48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D42129A-4E6E-66C0-CEEC-9B2C6A8C9804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6D62A44-ED86-0A1D-239C-2AA78670492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D963BA1-AA12-4694-40D4-506FB9385CC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CBA1F232-6426-9428-7DDA-2EEEEBC4A2E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0B1B962-304B-04B2-8330-FBF19ACAF7C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30BC963-6D7C-59EC-488B-8DF81CA9D83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ED12E42-1C73-FDE3-B2CA-6B229B30074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2154831-73B8-34E9-366C-51781342327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6BFEA76-25DA-2782-FE4C-C5982C3A81D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D7BF77E-A9BA-7BF2-1A3E-623BC7FD254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CC380A7-A81C-D419-1E80-063DFE2714F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134E0CD-61CB-AFBA-6DE4-216515B5B3E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25ACCC9-E8E6-8337-A821-9A0581FB9F2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74956AF-B1AC-68DE-BB3D-701B9831985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EEB5EF0-FC41-E69B-7D1C-E542A5BBDA4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59F7CE3-809C-F854-0F09-A189C6FA373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56F9C96-C722-E45F-7214-18B711254C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AB7EA1C-D1A3-A163-6148-96844A62EB1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2BBB4D3-DE0A-D6C5-3AD3-CB29319C1C0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5500642-6C1A-9270-2B18-77ED40881D9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72DFF8B-F100-C183-E2EA-64590B8115F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F5940F5-40E3-36BC-F117-EEBFA1AC18A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D6D5368-CDDF-4AE0-F651-0C304DE2E15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6EE0D13-EE4F-10F4-00C5-3EFE8DED3A3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82E855C-5981-446F-97F0-90A7FBCCB6C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24BC124-93EB-E715-BA99-7B95281D902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BCBE8DB-AC45-5055-9743-602EED85603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F8414CB-4FDA-2492-BC3C-2A2C7C2DB64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AC77C29-72E4-F8F6-B268-983DFA32443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9F23AF2-16AE-D277-18B9-F214C471E45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BA5041B-0B00-C8AC-387C-8C7D62C74E3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FF1FCA7-4B00-0EEE-4AAC-F2F7A8C432C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FE7005D-F76C-0A2E-E0B2-6DA135D14C3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8B0D055-4101-B3E6-9541-E88FE4492D3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D6DF3E7-A17C-DEAC-F29B-E0C1E0DFB14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AFCF141-B408-106F-1E01-61472B1CBAB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8F8EFC3-D9D1-B0E6-8010-A242D9E5420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E9E6AA0-6D31-3B1A-498F-55738C01DA0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07E1C30-CBC2-716C-2A3A-42162AFDA6C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80E3C0F-738E-82BD-2345-AF3FDFC5B0F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913708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66D21F-C8AD-6FB5-672C-7E2DC025A7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FF95F1B-C730-3D0F-864E-023D477D816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9B2F652-41A2-FA58-14A3-905ECCBC698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F473E88-7F74-1A1A-B853-648568AC07B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50D4FE0-203C-376A-2122-AB303134EDF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41136D1-C699-E195-FA60-8393DCED1A5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534DF8E-1539-0150-0E87-B3732F92BBA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E5B1AF6-D64D-73BE-29D4-35267F7E6B0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313D102-9A39-8BE1-B9DD-B4634818A33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FFBB964-29A2-C13A-7BAA-8D14A778141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2589548-DD63-410C-6C70-C757FB4CE30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FBFD42E-3C93-E4AC-81CA-A33C28ACED7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C7B7C51-7E20-A8CD-1CA2-04F2D53BDB2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033EFBA-62D5-FE38-5BD3-69E1BC64A9C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3B1D7FA-8460-B4FF-E35A-C7B156A1662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37B6ECC-267F-2665-0A7C-6970B2322CF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31E015D-0A66-2632-FD2C-517A16BA4AF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7EB98AF-BD38-CF29-BA3A-94AF233B9CC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2AD2AC6-858F-0215-E9ED-287C06AF81C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812B40B-EF42-6BE0-FD74-07BBE5C524F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329F24A-1704-5B01-0A05-013051F97AE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C641767-5430-6083-91A7-772C726C676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7C591B8-38DF-571F-9640-22093E751EE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64605F4-A2B0-0362-F635-70D7910AE23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128480C-17F3-CCAA-4452-104B2B6A100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FBE0E27-41FA-5AAB-774B-ABF9BE14FD3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5E646CA-7271-39B6-36B1-9736FF730FF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8D4E671-086D-C145-B182-B331846D460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35699F1-8859-EEA1-22C2-2D7E14C5753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72D36C2-2272-B17C-8C8F-FA4D2376333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3125790-F8A1-767A-E6C3-EB22A26FC6C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0C81236-BDD4-EE2F-7AA9-9A16A9B2CA9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E0FDAEC-D117-CE65-FD3C-5B5223DD630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35C08F4-8730-87DC-EB5A-27AC6BDA9A1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61E9002-05AE-EF66-3FE5-FC67553C999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0D1C35E-9940-E94B-9E3D-A747AAB9CA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B1FAD1E-66EA-F28B-EBED-8E67C18C326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10DDCC1-A255-A63D-7977-8533403E9FC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ED6A4B5-920C-6F25-4D5E-361C481862E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A027BC1-CCE6-6FFC-8764-27DD7774D74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3A0EDF7-4EE3-2081-B19E-9A00EC8407A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44BF36F-C3A8-9E06-49E8-186564EBDF2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72CD6C0-9770-1EB8-4842-2A3B41D6357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7AE429A-3E0E-3A56-7373-5435E1888B1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2B0CF66-5404-CBBD-F554-E107967D4C9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DB15D99-040B-1C22-8EFF-407DAFDD282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F0B6B90-4A7A-FE8C-0B6C-4146817462A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F395189-587C-3E7E-D197-3CAA062A5CD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AD5B2EA-A7D7-8C80-6BFA-8DBB8FDF822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DB92B4A-479A-6886-B738-7DC73FFCF83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49818AE-E12B-38FA-AB04-6E1840B6235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8B04D15-6F26-5F9A-1CF8-D316A34EFFF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A01084D-7A63-1536-8711-9507FDD3D70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A33BBB5-E81C-AC57-C51B-1A9005B2F4E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AA3DC51-268D-6CD1-040B-2538F6FBC5D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C9E24F00-969F-FB4B-3D69-9FDF5CA7266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05EA413-6DE8-B1C4-5F62-47367C09A48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1F21EA6-B92B-C170-25E8-3838C5D5499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65F9A60-2ABC-67E3-7B2C-C8345AE2883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55888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FC03CA-4D59-21DB-7635-45E86B6C4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D2C5DEB-915F-20F0-F5AC-6AEF64251A7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10CCD78-F744-46CA-FB4B-3A1A650D137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85D846C-60C4-D7C5-1789-35C8AF0B1CA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84C3730-8E27-52EB-5CF1-54BBA07C9FE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8FF23B5-3987-BF1E-7160-1EA59104960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D6F2B98-5DF8-C8CE-7759-5CF206452A0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9F9411C-BEF5-56E4-B297-D0135A24034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0BBCC6F-F9CE-A23F-4AD9-6740C3870E1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D1E8925-CCFD-6EC0-E145-CB9798E244D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042C168-5D9B-14A3-4F2A-126AD200229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B348A41-174D-8411-E3E8-7336956C70A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C2E9A66-5E54-A1AE-5AA8-313E16462FD9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3633E9A-6814-4989-39B2-582C2279503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F412947-F6D2-DB35-DB22-0F5C50C2624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40EF4C2-C367-E5C1-6A82-48A0942FF19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DE5529C-BB05-BD3C-6657-C6BBFAA352D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080AED6-735A-D2F2-7956-933D5721B2B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D3DC698-4E63-2D29-AA88-2E848609962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37D282B-3EE1-54BC-07E6-E79C5417DB9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95F5825-A462-F860-5486-B2163723F20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2FD74CE-192E-843E-C91E-93255962D74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B212593-373D-F7C4-B1A8-CEB7781A184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1CE5769-6567-166D-19E6-7D55EBD74C3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92947F2-CAE6-0208-6D57-F3F3D38CBA6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52F13E2-B121-2AD0-941C-10B5175A198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F0573F1-32CF-A56A-15DA-1849B0C48C6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C9AD75E-E53D-392A-1560-D4A11745D2AA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4CC44C9-7B69-BAA6-0310-53DDFD7D7A8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8E45F15-1A74-FFB4-B522-2AEC7677190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C3A7F5A-4BA0-3639-949E-D930B9C675F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A832D52-952E-99D5-C673-DF4CFE6918C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8015E5B-2F7F-09B8-9766-E623EE15F41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EF0F4A3-3F2E-5DE9-5CA8-28BBF6B01E2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CEC22D3-2E8B-FCC3-C220-01A3589C64A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C1A81F8-75B0-002A-5580-943B29631B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BB7584AB-A52B-7CD0-230C-2EBD05E1CAF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C04CEDE-A7AC-031F-0120-54A8CA36A64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B991DC8-CB99-7444-7456-63BEF9159FE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8B17D38-7CCF-EF8F-63C6-A60FD6EE028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4658917-331B-F914-BF14-DFA05B9CFFD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E12DAEB-E889-6D8D-F782-BDD783C7A62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1FA2619-CDAA-15CD-1693-701F3832E0D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CF8B512-D48B-FC9C-3215-D350D4B2BC1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CF6E6B3-2F53-A4D4-5418-533C59903CA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D984AF0-AE80-3F76-48A1-B102E4924CA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DF9B762-A122-F793-433D-DC82C0FC5A2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9189DA2-8F25-2E58-D5E0-705631B85CA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0E089DD-4373-BCF8-AF55-F48FB411A27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4B9F559-E52D-88B6-9914-9E0AABA66F4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02BA1B6-1EB4-9F5E-B599-D6AD759F9E4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C2609DF-3BF4-2CD0-D33C-2A4BF41D69E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0931FBF-7727-B0F5-85A4-788787DC62A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5296741-85AC-1C31-1285-D4DF79AF433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85143F2-6A15-61D4-3E68-42B8A0A16B1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C05E8DA-2A0E-99B0-711D-ABFBE88ED5F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E04A467-C72A-2BE1-C7A9-E550599A5A0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E913F52-4D08-5C3B-28D4-C335CBD39C9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198B6C7-6CEC-6711-6660-E42E9590E35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472097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834F95-9F45-842F-F5BA-C9627FF16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31DF1DD-145A-E7DF-F355-0096D5DBDC1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DB807F1-9C71-5D50-19CF-DC950345702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DFA7C09-1B69-EA89-9287-8786A26E6AF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C496FFF-165E-B820-2C8B-6DC4266E48B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CF8D58B-317C-1D7F-D80A-A11D8193DBE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C1EFFB7-4C8D-E002-D789-3F21373D92F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2B55AA0-A654-3475-D62C-908A54F853D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A21B39B-42B6-EE5F-E764-D5D4481A4A2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E906205-EB57-E6DF-CB6E-E483BCE9F36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5C842C4-3B70-CAD7-578D-2E1F68ABCDF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31D3BF6-AC7C-A882-6B65-54E92B8FDD3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7627BC0-518E-4A30-A86A-B00DDECCCD2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149A6B3-914B-3E1D-F302-E4D86195C31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9406778-5CFA-2917-EB4F-32E6EFDBE77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F473172-B200-AFC3-BDF1-9F1BA12778D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49A07F9-67AB-1D0E-3219-0AA106919DC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0686B4E-B2D7-4369-9107-9856C3ED769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D6791C7-EE09-2F5D-F3AC-8CD5B91E3FE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E9A29AD-1B90-7141-0B73-8EDF3B201F2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D17653B-983A-0627-E321-241DD5140F8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C36470E-F5D7-67F9-3E9A-74BECA56661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7F628B2-F97A-7554-BC6F-BECDE5E4DD7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3733982-2637-AC45-FBE3-577253D871E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02C1616-582C-F3C1-AC00-F9A286F2F63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CC83D2B-23D4-AA5E-7E13-7D86026570F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287FCBA-E9E8-13A6-06AF-ECE888D03A4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560C226-B6A6-82AE-4425-879A24E0207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430C2E0-14F8-BB4B-FBF2-9B761F845C2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B1D67D4-357C-69F1-1EE6-3915C2FCE6B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9A26302-D8DD-4910-B41B-09383D49E4A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536C93A-DB62-8DFF-8571-02E00EAD187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B0187DC-DABA-0902-4819-2E7F4DF57A1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A739DF4-6A5F-CB93-9A61-BC7452DE61A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53D8FE4-9E54-4B4B-6F0C-D344DE60371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07FAB5C-133C-7059-0440-9473CBA3E3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BC7AEEC-686F-BA7F-62B6-390BE4D9AE8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FD1EF50-8772-7EE0-A37F-D4C8D8AE477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7ADF5EA-E71B-E0F1-E738-D61032511BF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D77C993-F986-0425-1428-7DCACEDA48F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8A1D466-55AE-E14A-E59A-93B2949B422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03ED92C-8B2B-F50F-553D-49DF610949B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7F05A60-02F5-CBF0-039F-3811357EB59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6985D09-B36C-4664-CD4B-5B145D01111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12C3D22-9BCE-54ED-0A07-928FB11206B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A1733D9-C062-88AA-D0F7-C65CD6A6FE2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BD475AA-982A-7278-88FB-9560511DE1D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842FEE0-19E7-92BB-B757-3B6EB58DD50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A113CFB-150B-68B1-182E-335DE116029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3F870E7-8C2F-270E-09D2-EFCE6E49EC7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FA7719C-BD57-9B20-D7C4-EA5FBB1B0BB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E22A4BD-3734-A559-FD38-BDD43F481FB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E0110BA-FF68-6757-CEC9-3ED7B6A3B80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D8FAF3B-F529-5930-6E0A-B097C7DD1B3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9D78AE0-6FF9-AD1A-44DF-7CF8F45B54C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523C4DB-8BD2-1095-22DD-B1B2E825925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F3260D2-F070-20C4-3EC5-8B6C7E243D3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6BB43F5-A752-BDA5-6E14-23E1EF75582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0B8DA88-92B8-BBFE-186F-85AA1D4FE5B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379189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9E6C16-7B97-F8D6-51CA-7B32DDBB7B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2A82E56-6C10-713E-0173-A0165BCA638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D31653F-21A2-B137-94EF-5947EC8530E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180768F-37F6-FBEF-983A-A199E83F5FF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0BA4832-D469-C1DE-2088-518C0149D87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9C9FCA6-786B-1491-3D2D-B57C103148E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E91DCEA-4102-038E-4A04-68A801C2979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F5215EE-5E9A-9DE1-4535-2EF7A4EC76E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EED961A-8903-1104-96BA-E5AE60C5D06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332718C-ADB7-1DAC-F4CA-7EB24561785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102B775-6FA7-4772-5ABF-A06F411BFAD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8CCC4F8-9FD8-1081-5BFC-26721587B81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27BBCBB-5BC6-3937-A209-DA89F98DA09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2DFB56F-F397-8F79-F629-933B927CB32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5B0A18A-CA4B-8F19-6FD3-6F5BFD42435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1D53F35-0CC1-B6FE-EEFA-E1B98DCD33B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A412B74-0D2C-B3A0-81D5-A1997F42845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4D072AC-0EAF-73FA-069E-0099E11B3B4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DF2C9CC-A2C7-E182-7DBB-7D2F7408F6A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C4C0FC0-9FD0-28EE-0FB1-B0427C8BBEB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E446FDB-BAC4-AE44-8594-A26EE82B977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6225992-EEC0-6856-BAAA-CFC54AE6E06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F42ABF1-8B85-2F49-4EC9-230F936EFA6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4E48308-BBE0-004A-C056-55EEAC867A5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6336576-015A-A124-E64D-B7AAC38A602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0537B7A-B542-E7B4-BFB4-5C89310DFF4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EAE1D00-E521-7B28-EF42-03489794494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EF098CC-4A90-4851-82D5-6D09432B513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997BF55-4778-8E21-53E5-32212493208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ED751D1-AF6D-AC73-C8BD-9E50B8DAE6F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FF91765-E85F-6327-E4D3-A8B2FEC525C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56FACA2-D060-7DEE-1601-BE4C92641F8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2078983-3D15-A7B2-D424-804076DE594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FAD8DD8-0E56-CEC8-1EA3-652DA04E5DF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97DCADC-A7C2-17F0-EB14-D589ACE224E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6D99812-FE2D-17CF-2625-B100A19964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BE7ECCD1-A976-ACF1-C975-BE9992F6AB7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89BDF9A-FF60-6B1B-14DB-C56E4EFA70E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5AD3EF4-793A-EA2B-B810-F04F70FF132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35BF1D3-D7EA-5273-E4AC-285D4CD54F8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6738125-F43D-FD41-8014-5670BCC8D68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FD522F2-4CEB-8F83-E67F-F383C2EBFC9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256EBE1-6836-A145-EBE7-2678C8EBD1E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EE2F02A-3A41-320F-2A5E-4D90B67AFAF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C978466-3008-F6D3-BE5C-41212D7C962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F83BEEB-D8DE-28CB-89FB-D2CC793720D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1118FE8-4344-EC27-1D06-53B78034AC4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F82723B-33CA-A0B2-113E-AD2F5403F71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E25538B-7D47-B705-5CF9-7486AE82915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DEA583E-3167-5527-0CFB-68B2B20D9AC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84061A2-8C2B-5151-2369-8F34BAE6E20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103D093-7D27-509C-ECB0-676841BA08B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D9CEBC4-108D-D4C9-7493-21FB106448C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DF9D570-290F-9B6B-1A94-8A544AC8F1F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7D7550A-E0A6-58F2-E083-225BE55E702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CAF3AFD-4637-E11B-2C00-4B6DE9EF38F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6F7593C-3F98-DAA2-42F2-C941A683B8A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1BC1030-4FF2-D4B9-3DAF-644D4F14217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63A4C44-D086-DBE0-189B-5757FEABD4D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01518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D74CA-08EF-A1FD-E0D0-42A64022FB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30F72BF-E9A6-2303-5312-E2BDA9DA9FE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98106B7-D954-1A49-66CF-7E207660B70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135A4BF-BA93-CFC8-E8BA-BCA5BD4636F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C480F62-E798-EB56-8EB3-B351029D915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215BA94-D97E-E9CE-96B9-D27F46D0AA7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EAD3C5E-F0A1-D486-571A-B9DAF976A16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A9A42FE-C69C-B4EE-FA6F-A5931F91800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6D99948-14DA-D16C-879A-3BFAD85A5C6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5B6D24A-F655-E71F-771E-0A2115ED099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1D50A7A-03DC-4AAC-47F7-4F08F6B129A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1C7A350-0BAD-B17E-1B83-F875D903725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4966D60-CD81-DAA8-B5C7-1722EDC393A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A7AE630-C2AC-F9E4-DCAF-8210DDF6C1F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6A7F4D7-8AE9-3084-0B5C-EF3A684BCCF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6EFDF99-7FFA-2A00-2061-B4A9ECBD220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04CCE19-8FE5-171E-D460-F41D3224BC8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E70A604-9AF6-1553-41AC-13E1DA40461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0DF4583-9077-6EAC-42E7-27B1DCBDAA1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D569241-A641-E00B-10DD-E240B4501D8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4A7F45A-2535-1FA1-06CA-FE8463E3038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C49C0CB-656C-DB8C-5958-75DF6CC6815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FF14248-32F8-5964-B50E-D2072D1888C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0755E09-103A-A4B6-89A9-9ACC54CB8C1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787A72E-CF12-3C82-80B1-49E404B008C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24DD67F-D2F4-1DF1-DBCA-505D3FF097D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35E6CD3-26E6-B66B-F64E-C41BFEFA50D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AB691F2-ED03-5E58-782E-33D1E3C525E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7710D8B-5AE5-783B-ACD0-387DCA8ECDD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A51E797-F2D3-0E74-C354-75FDC13DB0A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B1DB947-8ED6-FE59-2313-9DBF4A0EB80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451E4D8-4A34-D609-87D2-A8481D0BF66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3480D80-EADC-E8CF-45B2-33D47955919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406F68B-334D-3FC6-7F9A-FF490D8F617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CF77FBF-CA30-20B2-3CC1-2DA187E97ED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0797737-2B1F-6783-3737-91EADDDE4D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DD48A6A-33C3-9A85-0BBD-2948944E4B7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BB5BE5E-529F-3AD4-55D8-4CFE96C1228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2CDA304-3E30-FF99-2D35-36C3DFD0090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D6C0697-2AC4-882D-9B9C-6C70BBC59D4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FE8662A-CD93-0CF9-0339-AD6200AF535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9122F16-088D-3C44-3A51-A2DC77AFFE8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FF42840-930C-0308-CFCE-503EB9F9257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940242E-4520-CC10-04F8-8FC1B9B4A36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CD14E7E-BBBE-4A5F-E494-6F3DBD0C48F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127C6A7-3AF1-D935-9B28-63AF9447CBC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5223ACD-990B-F903-91FD-4CC9237688F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A9FAE7E8-5233-9022-00F1-3686BDD6944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BF9A090-D8A2-91BE-5D36-AD332CB7AB5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DC84A3C-FAF3-5B0E-D75A-F452D12A500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B34F601-5675-07CE-18ED-27B86C2D306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B558402-2738-8B5D-EB60-69658AFE654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26E3569-B91A-5ABE-42E0-5BC6576E1F0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EA8EFA4-C6A6-8EC9-E86A-07929D4F847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7125412-2C25-FECA-321F-F016F8510F0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287054B-833D-4820-5193-BE0CE8D4FFD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570FD6F-53BC-75B7-D09E-398F136B58A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E2B7143-88D1-DAFE-9213-BCEAD3CAB58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5F5AFC9-F73F-603B-B3B6-7243A306576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714679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889951-96A4-A9D2-19CC-375767978E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84C6791-BE62-42F3-136D-68C20E0057B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BE8B495-1ACE-8353-50AD-9994C95D75E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4634D2B-BE32-CF0A-40CC-0F7F18DD315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AD6A3CC-FF50-1D66-DF36-9B1A4229A0D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0074348-9FB7-8E55-E2C8-C66D69A97A9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B93E8DA-A132-3FBA-1D49-BA0157AA916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77B9029-CBBB-1C09-7A99-7DB57E35BDD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5A9E54E-9BDD-3D26-DAC1-D9F9D5D2C23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6FDD7B1-CDF0-9D60-805A-6F062CB16D0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65FACA6-80E3-3DB7-E6AC-2C43B36C907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BB682F3-381A-BBB9-6046-B3210AE0766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B52B0A6-68F2-3BAC-D5CA-3568DF32014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EB0A290-CC4B-D3DD-9F84-ACB568A23C5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6DEB707-7FF5-B64C-79CF-B47E101EEE0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E577403-7B66-61A1-C1A8-2C9EFEDAC4C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B4D2F29-4E01-1AFD-0763-E824F0EE371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827B245-6C7F-93BA-FA0C-CC2E4850681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ED465B5-4256-40BA-4157-6F8C6AEE912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3720B85-7034-EADA-D920-63ECC6629F7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75E31FE-3DD8-A333-8F72-1596D3B1F29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BD90DFA-6763-CE30-2596-291BEDC417C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8B35261-2A6C-EC89-B325-D58DE2F900B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DAD29BD-3224-28A5-7B30-99F6F7EA49E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63AA0EB-4487-4626-C4F9-7C75B4ACEE8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B2CD110-1E83-86B4-001E-9447D22158A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6F250C9-B469-F0F9-61F8-B7FBCBD0B30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AAAA366-A575-12F4-F4E5-5ADF91A173F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429E17C-7EBF-7C08-2603-5519643F797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67BB72F-9F79-82D4-BF74-8F934388DCD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AE29B7B-592D-EF81-67FE-2124A8EFF6D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2694D1D-07CF-EF60-EF57-AAC0596872C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958B3C2-D78A-F6BD-F013-BB8DDA94640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70956E4-4DE9-3D3F-B4BB-A4EF504062D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8C5F071-7857-4F40-3818-8F1055F3AEFD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5BE8021-5D4F-867F-DEAA-1C99ED01319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13F744F-B212-BE43-EF1B-5653B035617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186CED2-FCC6-CFDD-D63F-A99ABC7EFA3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4119161-5B43-542A-8946-AD0E7099FD1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42455E5-DA32-ADAF-2D56-C47B5E7A8F7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1B9081F-D78F-293B-72D7-A1223CB1D57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3BF673D-7840-9EDB-99F6-FFB2CE29B98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92806EE-751E-34B3-AB79-06621143630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BABBA4C-2242-7F20-9651-1CF06A7A5BA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BF141B7-D297-093C-1F93-6B1E4A1069A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3026DAE-D7DC-D459-874C-C951CAAA96B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FA95210-215F-34A6-B039-87F0FD65B8F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CBB091E-F900-09F7-8A38-2613D22CB8D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DE1ED11-584A-E632-6B1F-D7431D3C2C1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CAE094A-1F36-DC3A-FCF8-1538C7DB1F7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5E2EA09-6775-85F4-09CF-3C9BFF74936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9C43B02-FE4C-901E-7320-98B18DE9B30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799E8E3-B39B-59C9-C28C-3562CCCFA10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47823FE-8538-C969-2366-6B21AE74D8C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3AAC59D-42E3-486C-E63C-BF0C55F560D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4D6AA49-0D22-CE3E-A55C-855D606ED4E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620077D-D1DF-2F20-D7C1-3F0C0B0D734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89085A5-5354-AE04-F4B6-81F97237827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91FBEF1-5633-34B5-F1C0-E6C010F491C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723325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4D6145-2003-1347-A98A-46CA3BC7A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CEED966-9345-B45E-3DBC-E559989723F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0608E8D-930D-AD04-5EC8-37A4B2B757A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C9862B8-8D45-D32B-83A6-67326410798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1D6128F-761F-4723-881C-CF1E99DA566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C8860F5-31B2-D937-2D9B-2AEEEB0D1CA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0C46B07-904F-5F73-7A33-E468BD6D8D6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A399138-BBFA-7CB2-7CDA-3762D485504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E66DDBD-05B8-D6AE-851E-A920FDBDDBB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1795BF3-3F95-8A71-D67B-DA9C2A2EC14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00C6A13-27AD-B545-692C-9B1D4EC14DB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E04FCD1-7DA9-AF8D-4D8D-C8709480372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264F410-F16C-9409-778C-D1DADA18D31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E06EFB6-33AB-8A63-AD29-DB5B99D5E86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54DE334-C64F-6321-E286-3082175476F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802DCE2-1AE7-BC11-B81C-CD385156073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EB2D844-2642-9EA0-D794-CB8E5B2290A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427E8FF-D79A-B4BE-F956-14485D579DF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718BE8B-5407-34A8-DF8A-9DF66963D43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2844610-19B4-692E-51F9-9C8499F9DED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DD6180B-B535-7954-CB6D-791398A7A9C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069BB9A-2F6A-49D1-63F3-DECEECAE70D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4550E5B-3DB5-ADEA-C344-8D9F06E51E6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D172C46-97B3-7B52-F423-EBA49474C02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13010E4-A5B4-DCC9-3079-337320470E9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6F7D54E-7D92-A6B5-5A71-064C5256F99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77CA549-40A3-1678-503D-38A31C6DC49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487F69A-547A-1048-6243-4A94FAD7474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17FF0C9-9074-331D-4292-DF2FFB3F495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6B6677B-2C54-D67E-7008-B2C47E01530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03E92AE-6DC6-24E4-A89D-2743F27ECED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4688BC1-14CB-02A8-61BD-4B6ADD5AC0C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32DE802-8B59-B137-C06A-F88458E629A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C64AE82-B0EA-4F3F-F0B8-97E22BA186B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3DDD91B-A27C-F737-1D6B-3F3C01F3A3A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C6D41D2-71D8-34CC-0A22-337AB26E53B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EB41A3D-0AA6-4C30-6C66-6226121D47E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AA6DF57-D11C-76C5-4BDB-BF94EE71586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280575B-35A5-0364-B499-AB979294411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8409DBD-3757-C0E8-321D-7F3F3B6488A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43AF3A1-01FF-7E01-F66A-9E2E24FC844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69B6959-2F18-E205-F15A-40D6EC7D207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AF8675F-C405-BFF3-45A3-E167DFFF2A3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93D71C1-1130-FCFD-D7AB-FA32EC1F530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AD8A5E6-E3EC-00BB-ADFF-D623AA7A60B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8C43141-9C82-3B36-ADAB-2C688542A20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16F6157-E528-F98B-BF7F-0375B8D17DF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818A776-AF96-E52A-3DCB-D295AA864D1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3421B0E-CA18-B558-58A4-A3EF5D04B3C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89AF41A-AC44-8AA4-B0F9-40E28193B59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B25BC41-4A2E-B84E-76AB-914D7A07DF6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59C857B-5B9D-BCF3-E4F2-5FE4CE0D5CA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2B6E8AE-A377-D9C7-FF39-489831B6509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6591815-DE4C-4487-B328-965966E907A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91A6F43-B54D-08EC-3BD1-2B243FAF596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9868888-5F6F-63E5-EF86-CF50AAD8A56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01347CC-2007-A1EF-04C6-B4C3EF695CB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5EAC66D-181C-E0D3-E16D-2F5D70AF1FC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8235935-A80F-0C34-2417-C49297BDA55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82905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1E5EFB-6251-9512-67A5-B59F91664A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1B56AF2-6666-2384-0315-5638AC1ACCD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0616752-C39E-91EB-CDD0-3BB0918A917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E255275-20D7-7114-8A33-730AD0F2E56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9C13048-8BE2-881B-9038-409230D2C5A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171CB89-8162-31AF-08C9-4C26B8DCB24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E47344C-7568-53E1-BC19-413DC9516CF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F84FB0A-2899-3968-ABC4-CAD8335E132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F58F48E-298F-05A3-5CB0-E6C616D7726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AFD6036-0899-7380-6516-F0F62B9C669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23CB835-14A8-3C54-0602-EE5C7792DE4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69677B2-C9CF-46B3-0611-436F088DB4A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403BA13-8A59-8E9B-5708-86B82F9D39E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1E4F159-C957-A6A0-36E5-CDEA2FA7A13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BA5B02A-444B-1C60-C8AC-F6AE9BB007A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4EE4266-5C7B-FA08-A1DE-3A7EE697A4B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F5B7B2E-2011-C342-61E3-2B828AA3C00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8B51F7A-2FF5-8EE0-4F77-6EED5B58059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CA2A00A-FD4A-DB85-B07E-F494A71D0F8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A27B294-2EAD-94E7-3B6B-5BA4AF05247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0F917BC-31B3-BA26-CE0E-FB772D9F8DB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47A6D08-87CF-A0C3-0150-0E358111626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19512EA-2D1C-EB4E-9F05-E4131C2CBB2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62E89996-B938-98F9-139B-DA59014DC7B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9439870-8027-8107-0DE3-1D28EE19D5C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2DAFCA1-6C76-61A8-0E1E-CE4164219C1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114331D-E1F7-65AE-9C62-89AC1DD4A46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D7AE9B2-FFED-FECA-CBC7-E0067E74457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4E6F296-21DA-D3FC-680D-3EF258B00F9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C2050E2-73CC-9F51-EB41-67A98E1EE8A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9C53301-C0AA-4225-38C8-435763C8BD8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C72C77A-4D0E-8FDA-D984-91DB8458C81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879FDA2-F329-C580-BAC6-79AA38E6931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815C348-5F05-14D7-0301-3F3E30FCD23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693BAB7-1311-D25A-22A1-752EB300EE6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5CFE478-2643-3D78-4D81-7D5A82D971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3240096-EF32-39C9-8D70-8C92817D1EC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1128DDE-B652-2938-C92C-C6921EE524B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DEABC07-F549-351E-7523-775934ECB04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90776BC-87BC-55D1-8067-0D64C44AEC4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F90DCF8-0098-EE47-6561-226E70E1A0C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99B1D7F-9EB0-7EF6-A573-C98E76B03A8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FA83C51-A6AA-9200-2A25-887FCF544BF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1865F86-3607-E616-9ACF-B7BF0A925BD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4239922-F8E8-F604-579F-8C2015AC613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3115B69-A54C-5E4F-5D5C-CD3E51FFE41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57EA161-25C7-859D-0855-D41542F97EB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6734DB7-264A-F95A-60ED-B73C494C630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1143E74-4B92-3BB9-F27B-706400DE631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3D3E551-92AD-2853-2767-CD8CF426F31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FC5B92B-65B6-5B3F-E520-878EA18E4BA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9888559-2827-39E7-50FB-4B5A5A77662C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6846C68-8142-8BBC-B1DF-3E90423D067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FA1FBF7-1846-252D-931C-9E3A8D8E20B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3118BB7-4343-853D-6045-9ADFE94BB0A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9514B5F-EFEA-9EA7-4557-B94D34B7335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5EAE005-B053-6BB3-9806-2F248085D9D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E0BE019-C704-A4CB-2922-DDFB50F310F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9233C8A-F73A-DB87-95DA-951137FFA30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32704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F00669-6E4F-4A58-7711-2D88C33CC0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7B5C032-A4D0-5E64-DB5D-1F75DBAB857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B42C4C0-17DF-E9C1-91E8-53EFD36953B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70B8B7C-E241-27AD-C473-BBA2599EF7E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9C3E668-2A80-9BE1-29CD-C7FFE7B1C70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588D9A1-B27F-9966-BF6E-8636114905A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9AADA1E-6147-0B4D-4F76-52B3D40AC3F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8D01342-DE36-C3C4-0BCA-56A4EE0AA56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021D157-7C8E-84EE-9597-8DE5609ED1A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6A150EE-430B-FC6E-A7C3-2DEBA9CE46C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0FD6DFF-2720-79EA-B49F-C0051C27DEB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E5D755E-E062-406D-29A4-9493E206CC2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72D17ED-20CE-7B20-4164-C1110D171C0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50B2219-0C2C-5E69-3975-D94977CA39F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FC54AE6-847C-80EA-21C4-3B17611EE67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659DB6D-FFEE-F44C-D968-EC4647F8FA9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90C13EB-50C2-B6CE-A61E-78B9AEC72C6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A996B5E-AF96-16E2-7D67-8287726A8DB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5D13D5B-1887-4F77-CA17-A98C279548D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259E32F-931A-EFEC-DABD-1F0AB833B81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0F36501-6AA7-1CA1-8DA0-CCC15602F77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CC96ADD-A822-DE02-D996-75139255637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3038295-3A92-08D3-4A87-F882E0D8C22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3547D8C-27B2-C78E-1A85-C6776FD9006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02CDAC0-7135-CA52-76E4-DF10F4CA04D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A31F64D-25DD-3AB1-018D-125BC05A532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6E541ED-E195-E09F-AD7D-B70315AEA47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62162C6-13F9-73B3-43FB-EB2C84B0DE5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591B1D3-164D-C407-7D74-37BBAEA961F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25A472E-0C1C-F53D-EFBC-7717353A886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C3207E6-4892-A95E-A6DE-93B69DC7864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048B538-3CE5-6C2A-3DF3-B138EA61CB5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D6C0EC5-8905-F947-4D56-15D8BEF8038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D4E5D14-180E-CF24-3EF0-B31D4AF6EDE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D58C698-ADA6-741B-5721-1B8DD542F0B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8467811-8C57-23C3-CC1A-1883CD6071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263EEA3-7497-529B-A52C-EF8C5CB0A84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586B463-8F88-B3E3-FEC7-53B69C447E71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21A0ED5-1CBD-6AF1-F640-A1720B1086E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29E52FA-85EB-C921-F2A4-024042CCDBE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4F8655C-2044-19F1-8C58-1A9BA1149C3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0B1E7D8-887C-026B-6081-BE5CD172B14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CBBB6CDF-24FD-A993-2AB4-73F3083393D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3887645-12D4-AF5A-5405-79A50687D5C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F627101-60D2-BD50-71F6-EF132BE9F55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498039D-3C3D-EBD0-F49F-85E2FFB8C63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E128FAF-5077-D606-F0E0-B7BDEFAABE0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9A945AE-84FD-222D-05DE-A4AB529097CF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BDF3ADA-870F-338C-A3A2-BEF19E9B78B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AED2732-4C10-6413-0FC4-005B5A8158A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32D1948-84B3-4579-E2D9-8201D99C94D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38A9208-85BA-A51B-2A8F-8AEB4D0CB6F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A315D67-42A4-55CD-9B3D-44AEAAA9CA9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5E2EC28-FBED-6F85-D47C-2E3365F1980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AB487E-82A5-646B-B756-E68A531761E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EAA7E29-811E-C7B3-34B0-B4B5D308DB1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21CEFD4-BC2A-5317-C998-624844BECA9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76B78D1-EE52-26D1-CF86-75DF23094F1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F9AB1F2-FC83-6FA7-117A-7AD3624476F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158501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C12B8-824B-B61D-30C8-9B8FECE2C3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FB92B85-5515-091D-C0A8-0C3054A4102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7EB6C04-5F52-1BFE-D049-204ED6A92A0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FE03403-3205-A602-3AED-57D4EF202FF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6AEED10-9EF7-B98D-8596-C08C768AC0C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93D6B97-8C63-8E3D-A871-DB0DAE141E9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EC95BD5-B1B5-F126-780B-3D6AF414C2A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AF18917-E3EE-EF5F-9681-569976EDABE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97DD2D1-D351-0E74-2F3F-2683D8ADFF4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B46F662-C7FF-08A3-605D-21495122882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5706093-36A4-03D7-E79A-2FBAE9125D1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FA4F5BA-835A-3111-8208-855D6884466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8509C6E-4110-8C4B-EE51-F9F79F8782A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0D9F3F3-728E-2DCD-D84C-582A092E1D0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99381D8-0F9F-17DD-AF9E-EC55B25BD87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29914AA-7894-A6B0-240D-C0F0896038A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A27D5CA-FBFC-A7B7-8E66-010E9130097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81C0B43-DD52-A989-68BF-3942ECF106F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6072187-BF52-4997-4FF2-FE0B195B815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AD9E813-3093-EAD2-C672-F0D961882565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8C9F387-59B3-A415-E720-BD6DEFF2D3C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52FA708-5052-87BF-79D5-A068CF02867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1AA8B14-6359-3C3C-4BBB-C12B9E43A59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52D0F66-E00F-C821-5E1A-20F94904406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B41BCDC-6DB0-E905-6B59-4D1A577FEB1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01079A9-BE30-7C27-E96D-5FA67AC4021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861314C-103A-64A0-01E0-EAC2CACFE96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17624F3-9868-5DCE-C8C0-AEC83A8F445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7D8C892-029A-B56E-EDFE-A7865FCEF81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4AE8F57-07F2-CADD-62C4-5D891BAAEDD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BB2ADA8-C04F-3010-1E6E-B0BFF47FFFC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21E7630-D033-6E11-CF1E-C3E55F8BE4B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417C80D-F5E2-7F55-4D95-B5400FA9D0F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16E92DD-FEC1-29AD-96B1-04F6F696A89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3DD0CFA-8C22-8040-5C18-E7252986C44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4389535-3E0D-F3B5-CAFC-CA1E0DFA21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16471BD-38CE-1D33-9126-99F2360371A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A89E529-8595-0042-48B3-4E6283AE251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94E350F-2A2F-BE76-511E-1581BEAAE3F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4654051-7310-6B94-39A6-469F02F204F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0E9FAB3-1FA2-B0DF-27DB-5046551A2A4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2E43767-0B60-3025-FF69-C145CF3B38A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7BBCA95-E58B-6364-F40E-691FCFE90E7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B77E451-7F31-A634-A439-0265CE2D682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BC93FBA-4164-4215-6416-DA99CC588EC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BF8CAF2-3D1D-0CF1-2BA9-15411AB57CB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0DDB45F-046B-8450-AB3A-965B25F3F38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C780C93-0358-4A2C-E2AC-DB8FE828E76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37AC501-5583-39DA-2EFA-D174E6DE0EA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E48756D-3E34-37B3-39F0-89DF06B1EB9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B988BD9-A3DA-11BA-4F63-C0F229BF8A8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38A62C8-5D04-60AE-4B3D-5D40FF2CC41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B856EA3-BEE7-6509-43C4-88BE17A1418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A9DE9EE-2332-69FE-5A17-A52D006DC9F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5A957EB-F3A7-D2EE-621E-9EAAEDE6199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2BAEE83-377E-575D-7DA6-A9C9AE515E8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7B32644-26CD-C101-C6BA-41F67ACFABA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6D737D5-5C06-E6FA-0B70-1F7531A7F0C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51F28DD-C810-6819-D7D9-649B9F37FFF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057290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C77241-E933-DE2A-656F-5A295F164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1C39CF4-B8C1-7DE7-5B4C-0F240035EC3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B8178A7-790C-267A-CCE9-EAB0F1D171C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7898B0A-0114-CCBE-D386-4C30B1BE5D7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AF70AFA-9430-9C7E-3983-3C01B899EF5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9CC2244-9A46-6899-F5B2-E1FC2C5326F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68580D5-15A1-EF06-4F10-05E097E8B51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D831D1A-A682-B8BA-4912-EF02C193BB2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695D860-D867-83FC-EF33-704850DF30E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A722E9C-CE13-E133-30A4-49D60B36570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CBDB187-92D4-5EC1-BEF4-E6EA23A510A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0BB3E89-A910-D0F7-4EA6-DE0FDBF4D97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CEC3DCE-75E7-475E-DD98-98F810D01F2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4DD47D5-2245-3E8E-8DE5-3B1C4BADE49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63342D1-B31E-ADB1-342B-25CC6C4523E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93238A3-751E-CBA9-9914-52ED225824D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66EA316-646B-4779-630D-2D745BC2AD6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FECC9D4-E031-05E1-5976-22D17CE4DCA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98AEEA5-1BFE-5C99-49DD-5A51AE441DF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BA65548-FD86-F65F-17AC-D48FCD08141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E02F916-6D8B-BA7A-1923-7522821FF38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0AF1480-D192-9439-7D04-14CE65D5D72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4C0E7EA-DE8B-FA4A-CEC2-176D045BDCF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8EA910D-F254-6FFC-2E1B-996C8508978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EA16D02-A658-1E1B-3EAA-E1B26655FFF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C963BF0-53D5-A0F3-828B-16710B9A06B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5E60803-4CD7-5FBF-5578-1D36DD3106A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3193A47-B28B-E934-176D-7765772CD2F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00215E2-1EC0-0EFA-0A76-968E6233CB5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F9DF297-22B8-2D06-3C5E-02D59775F0A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2FFD3E4-6AA6-9C85-7A3B-548664A433D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B1AF5DD-A1A6-200B-78BD-295D27CE22B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0D1BA7F-3287-28AF-65AD-1A82624C422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CE6FABE-C4BB-1EA3-DA09-A2860AE1860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5599D23-5456-65D9-4D4D-C012413BB48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39AFD44-990A-DBA6-2659-3039F062BA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16EB48F6-A955-648B-2CFA-89F3FE4FCB6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4659A1B-0D76-50CB-F3BC-8B81D935D64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96203C3-7297-E0FC-91C3-E4906D8E222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9C61697-B999-BCA8-BD70-A3185D3EAF8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FBABA5A-B7E6-6B04-4B8C-02A8B412636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D68D095-FE4F-51DB-36CE-BDEBB7C32EC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46621D3-6D2A-61D6-B086-48FDE9785DC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2DA5ED8-6D39-DD19-E16A-B4414BE341E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2EA835D-5D6C-EB5B-A7AE-D6F9E16F31D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11324B8-D106-3690-57BD-C4BC477049B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14BD4F3-EC4C-2229-5BC4-0037CB827BE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CE1AD5E-CE41-08F2-95A6-3A774A45385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EE4334E-7C95-F75C-8642-4C115C95408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ECCF35A-6C1F-4C33-2731-9D4532302F4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3AAE6A4-A1C2-7BA1-2357-9CF062BE1FC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5AE1363-A52D-B0A3-2706-E8C9C2D2B88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5345E0D-3842-4411-7747-742CD579B73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CD3B936-647A-DD28-3516-04A7E00DC4B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85BE32D-75DD-931C-A2C1-360786E2065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559146B-F9BD-2041-BC37-3C1B11BC348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4A42F99-1AD6-A44D-8A82-B999C643571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7F07251-74FC-0FEB-01A6-98221675499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FFB4B9D-5E73-BD26-86DE-BCBBD139389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800185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D0F9F3-672B-DCD0-B5C1-29E13C0D00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2509DA6-3424-6542-F2B5-879FAE83A43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135DBC5-E29C-3460-FF97-DCE47AE2168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B574653-A625-BDB9-991F-E36C18C223C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D327413-B449-0E04-1EB9-6B8B43E9DAC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C88202A-31C0-97FE-01B1-195232B2969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ED0912C-2B2C-C695-69C5-E385BBCE206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7DA6197-5467-95A8-863D-1D26FBD7F08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398CFE9-0728-6621-23B5-45E1EF21DE9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991CA2B-E5F5-2C16-3911-76611F047E5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2062EFB-2FAA-4072-440F-98108FA7276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DC32F1A-EECF-DEC6-AE48-2B21FC8219F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1BD3753-9B31-6288-9ED1-BE7D54917E8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B5ED94A-9793-6674-51EF-880525BAB0E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32907AC3-6FC4-D193-B466-482EBDE65F6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D27187C-7E03-6A62-6940-C68115438EE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187E98D-5238-4778-E37C-D2B115735EF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52DDFAB-2E64-905E-FCCA-63E62E56C19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6214A41-0B5E-5601-609B-09EEC145192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A7ED2A0-1658-8D14-A6DE-424D587F029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9F6C390-AA3F-D6FB-A037-F66AEAF0ADE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0D7F46E-3637-3EB6-C6A3-B0768B8B27D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D137364-6575-CC66-D737-B6AC77950A4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77C58AC-47AB-695B-0847-4E48354EB15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17D4A44-4D0C-14B7-1E9F-0DF526DB0D8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E2F48C7-4A4A-04F8-5A7C-3C04C9FED12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8227F97-AA57-D618-DDAC-BBEB1026FF0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523788F-B491-65A2-01CB-28AC6AEE391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C3E8ED2-8165-8C48-A00F-5622CFC4D2A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FD23F21-618D-F6B7-9ACF-5078A97ECDC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BB60B35-1E7A-2451-6CD7-2547B073A03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295558D-6CD3-72E1-062A-3AE24C5C6DC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5970B15-65BD-8102-83DB-82ED84453BC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B36A12C-1B79-3F80-CA3B-BE948337B7A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F02F823-16FF-B1C8-3511-8910F5C1F0A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B1CF263-6899-A5E0-047A-AA1A9FD37C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3BCBE8A-8CCF-5D05-55FF-76E91B45574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BB51666-0A84-82D5-8A00-7F34032D6DB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42FCFCE-965E-C7EB-E17E-1487CD5574F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5DB8F3C-8E49-0701-5F92-4182F31CED8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407A873-1403-FE56-0B24-7D99045D6A5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E23D546-E459-8737-9DE2-B48B862E30D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3B25121-FF5E-48C5-D57C-5FAC7D300E9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6AFDC74-3029-ED53-2F62-BCCF711AA6B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6F59D7D-2257-EF1F-D6C4-3B52BA77106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FE5FFFC-5F3A-A245-2F68-5D1E5288124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E430C79-3879-3AD7-46B7-466363F8E76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0E1CFBD-79EF-7A7F-1F86-3977883097B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4CCF94E-B19B-31FB-8030-358D8FE664E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B624BCC-CBA1-4BA8-4199-52B9B5F1131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C721E0F-E797-10ED-D34D-DDDFA5C0D50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810D855-53A1-5E1F-1139-515C1A674D3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EEA2E7D-AF44-2FC4-B1EF-BBF846042D4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1CB2DB4-BF80-83D4-D5EF-DFBAF160A92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BCA4212-742D-1A90-A27E-0A4C83822EC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605DAA6-B7A1-031F-A4D4-4323B3AAE5B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27E880A-D5F3-9B04-71FA-4B9E14ACA76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510C53B-AD22-7DF4-20E7-D6A2D44A868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27685ED-52CD-E087-2DE0-F38B43B596D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42049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9A99D6-3AD9-1811-D4B1-8DF11385AB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F2D9E66-5974-B4B9-D654-0E4E8B8579E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F60402A-CB49-6613-C5F7-47A4B52276F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D04C953-ED96-EABA-4617-E9E683DE83E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5209A6E-2353-5892-9E1A-59917DDD402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D28258C-D290-C002-FBB0-173731A3E9C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DFB92B6-3CE9-5DD0-F086-3A6CB14A86F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6C45FCE-FC04-5788-1112-A5C623B1054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A06EC6F-A506-3086-B3FA-04CBDDA0FC3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AAD424F-AA09-B4B3-94C7-E0412D9EA5F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A4DC3FF-CA4A-1F34-2FD2-03776B61A0B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9F88257-545C-C20C-8287-168302E6EF0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706B140-9EA1-9701-9256-81E4B6003B6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47F1BC5-BF26-1646-B837-AB0927AD74A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6AE13F9-25BD-FD6A-15C4-C0EB311447F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C899E55-E9CC-C2B3-A1D8-BBB96A94920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672120F-08FC-DFBA-4D0D-1B554DE2A3C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05E17A6-7538-E1A3-AA6F-3B04024EDA7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273BA50-D6B3-89A6-1306-D90AAE60663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3D294EC-D516-0B09-21BF-9348368F93E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353425A-C74F-46E8-3EAA-A95A557A8EF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2A6AA56-D052-A842-44D1-446D75058E5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0F25982-7320-8A40-2154-2C356726C0C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20A7A5D-CC0A-F3C3-FF45-884A3AF0035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2BDA05B-D470-8ED6-2EFD-57B06CFCF17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ECB4EE5-E191-9E01-EABC-9CDA404FBC4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3D8F009-D6A7-F622-E232-2E959743931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58B7EE7-0895-B9EA-193D-04C503DB6C2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0CB2918-24E7-3C14-F6F7-C9BCA5B2044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8BAEF41-519B-9DB6-5FC7-93B25528692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2EE87DC-24B7-28F2-2EE8-3DFA659AD312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0C3A710-6A9C-1CA1-6A52-56EEB0A0B89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B0F7C54-EB5B-5DE9-FA69-A01DD0563B8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425B622-25F6-4452-FE89-982A95EABF6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485F636-A6F6-F63C-6821-98A4B5BCF70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2A8BB05-3320-BE74-0CDE-2F8D5A0E77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D6F9B61-6A48-AB29-ECE1-69BDD96E32D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95AAB2F-7076-227F-0B05-A5FBF6F8A2F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E8230D5-9A8D-8DE1-6060-A9416ED4BF7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EC87B76-BA62-07A3-B30A-EB71E152D42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BF4B853-7449-8EB2-6902-24650AA0C4D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8464782-DC95-1653-A009-F3855F13FBD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79B1433-46FA-0D06-6A59-4CC8E99C406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1697025-FBAA-2840-D5AB-37BA72B7169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6A60FC3-8E43-7EA4-8493-6F9595510AE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9B372E3-1642-111F-B7C7-F3B2AF40055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6E646CE-A282-A015-D2E3-46BB6FFF0B6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84C46F3-B0B0-9921-F537-06B21557A5B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FC38B4A-8AAF-C9E1-981C-0D4F03B0253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57CCE32-C1C9-6DC6-42A9-378EE6C206E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4F8E578-E5A8-4BB2-C2AC-EA1F9CFCE01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D843A0B-C349-A17F-480B-0A5FD08B7CB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95CAD04-34B5-B6FE-8DB4-16A5836DD22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62050CF-09D4-5E8B-8978-8E7DB36EFA5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D81214F-1CA7-CEBB-37AD-D3395D9C347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46F0255-E566-A244-F6D8-B1E45D01574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7057DEA-F224-3A5F-CA90-2624BE19A2E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8511867-7152-DBE0-84EB-019A7B07176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F27385C-29D8-2397-702A-9DAC8DB5CF7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650231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55550D-7A79-7345-1B7A-D3E17B375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2E52ED0-E33F-92ED-4B78-F19E7475833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8A52963-4186-5337-4D05-B5510D0E8F2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C3C37B4-BB80-53F1-4675-2C68F4632A4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521120E-CC61-9796-8C2F-6D2BEAA3D3C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455CA2F-B0EB-A41D-137D-81BE050A73A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060E510-3DEA-F147-F2A3-6FBDE3C35E7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9E254FE-3385-EF52-3D97-D164F6F7950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9C91FB2-9FDA-C004-F0E6-BE049B223AD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BC663EB-A1AE-EE6D-A2A3-037A13550DC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33B7925-84A3-223E-55AE-3DD231C2D4B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D3DF96C-DD04-BDF5-805F-40DB8BDD21E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17EE0E0-A32B-D9F0-B845-39BC9B97995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401AD0C-59D2-CCDB-08E2-FC96651C029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03C942D-6423-6957-F61A-29A6E56BE69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CDFF2E4-71EF-2266-1926-6349DE9C9BB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27DCF8A-A158-CD5C-A866-B3FBDBBE201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A2FE758-96D2-8C82-02A5-0547BAC53EC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FE14BDB-9351-B15A-F1A0-36EC6BD08AA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B1CCAC8-134E-3E9A-A014-3970BA91414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C45617B-18C8-2E10-CE0A-35A74543713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B0B53F4-98D0-8689-89DA-201FA73B5B0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E6DB42B-DF45-66AA-3730-8C24311EA07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E55D9A9-6AFE-330B-2C14-F835B4DA4DC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3FAB9D5-A681-867E-1B6D-1484CD95112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CEF47BE-8C3D-FC7B-4D05-7A23509086A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367B15C-BDBA-3AF2-89FC-41618C4E32E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2705339-74F3-2A3E-1E74-646ADB82759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0CE5EEB-DBDF-1DB4-6635-1D21B16F27C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FCB322C-F8F3-CBF2-4E67-4C3DC369159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211E868-EC0B-0BC8-EC0C-694155F1047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AD116D7-FA24-E801-A683-E112BA9BEC9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6EA0AD3-C14B-C8D4-8F6C-16CD85556A3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1A715B2-267B-DD0F-28CF-9E9B624BA01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A6B18E6-0E26-D397-4E4B-3FC88661F02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B3A160C-9E08-12FB-F3F1-604B2C0824E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9EA2313-1797-786B-2A7F-CEF47E67C87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D8B4BCB-8A89-9E8A-68C5-7A0FFFC8DAA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F545905-6722-D1C9-2728-CC7814234F0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81261D7-3C59-F243-4174-7A3BE5EB149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80D5F21-54F0-1E37-BE69-5794A41BE36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58B9996-9798-E354-39AC-FAF61A973A1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2FE0406-5A83-D573-E460-D47D40DF1B1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B736504-1F80-9DB1-9800-F1AE4C98B34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B6DDF9D-B4D0-C722-171C-459C073F3F3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2F4E2E8-6A68-5119-2B47-F1E76212936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E972B06-0BC3-AABD-CD0F-15013A3459F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7BB5EBB-D7D1-9EAC-AC20-D8EC0E5A7A3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F79D170-F81F-B2E2-9428-3A929CF02ED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5144794-7562-AF63-DA54-3868AAF40D3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0B1E797-353C-39D1-362A-889BE0F0CD7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2F637A9-3487-F74A-26BB-01E17B718D8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3998CD8-7DD5-7294-9FBF-027426F8360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223C225-8B69-43C7-7012-9A95FC028CE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E9730A2-5C8A-65FE-17A5-3AC0A0A8D11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A5FBEAD-BAF0-2344-FFE8-9B000AA1610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E33729E-038D-EA0E-9F66-9A7D43BF181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55A2D98-F833-4AA3-EDAE-3D28B0BC3AA9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316F3D1-A16D-7CD0-8729-084854E6A02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268470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B07190-303C-A5F2-2055-4317A158D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A2CE8CA-8D7E-1B27-F42F-1EE9911CF65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7904CA4-89A2-1E1B-B569-13A6DB613C7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CDFE82B-F813-F63F-8600-DBA6B6D6CD8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CC8BBFD-550C-AF2A-B08D-062D6C71A8B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5B28685-8D9A-D51D-C5C9-487BB258BEE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A100AFE-F660-034C-0F04-D5AD3252664D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E35E116-7041-AEBC-D464-3BC03528EB4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5D47C76-C836-8FF4-5935-F5F6D318743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FB84AC6-1DE8-BEEF-1CB2-C1E7ECAA09A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9CEFD52-88F8-0EA5-0A46-8AD7F51E2E1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48E92A4-9191-FC2C-D9AE-29BBF262265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58098C0-C84D-FEC6-8F67-E33548D0328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CCBBA13-B9A7-7440-647E-448A06512E8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BB65BD1-202E-18D5-6D8B-DCC33A51C5D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6004357-FC8B-10B9-6F67-F1A39A4F38B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AE87BF0-45D9-9EC1-288C-2347D14D28C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7432813-749A-6C78-95D9-3C85FA4A110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47F4708-10F2-99DA-5BD5-C86B730FADD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9484F8B-6334-3BA7-D3AE-0B43EFF8292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C78EF9C-C95B-00BE-9B5C-9B8BFF5081B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F8397DF-503A-02F2-3649-1C9CF6DE393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D6063FD-1D70-6C1E-C48E-A827412277E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FDF67B9-85EA-9656-2BC4-6B87A7642C6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158270D-5746-ABA7-A613-8B193BF9588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B282841-2B6D-5AC6-09D3-95DEC080CEB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35030F8-ED3F-612F-6E76-95B0BFF67D1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95B21CB-46C4-9C4F-26BE-2A823782F79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8DE7D0C-E04C-7E94-9CCC-EADE5D0D868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E474C2F-3209-2AF9-5118-E1C1F113322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2758C66-6C0E-F85E-CA41-C9241191FCA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75C0CA7-2741-62BA-963D-25E1A2F528A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98FC878-72C8-6522-C120-4CD3D89E070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B2765ED-84C2-4BD5-57B6-10F70ADD02B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5DD07E8-C03D-2708-58A5-009D8626793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6FDE047-FA34-9D9B-7B35-9BE7B8BA199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74F3BB5-A8EE-D3B2-C701-27A0B1BA15A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EA8735C-0ECB-075B-EBE0-B5A395CE514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9795116-73E7-0018-3989-D0A8E0E3891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639243C-F5BA-4D03-6F1F-AF7EC3275DC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A76A70B-5CEA-09FB-B6D9-97D56ECBFD5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5877F2B-5381-A8C7-918B-DFA99195AFB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B9F281A-91A8-B99E-62BF-0083556D844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5C92DD6-8563-9643-ABA5-C21C1D5032F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548D9B0-8385-A937-16D7-8AFEAD675F5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96AF64D-E5A5-7729-C6AF-7FA7FA4264A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0770B84-439E-770E-1CB2-E6DCE4448F4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0735130-E9DE-ED29-2BA1-C215AECAF09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05D011A-615C-80F7-A371-B085A7AF6F2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16BC5CF-9585-99DF-A031-6832F15723E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D886403-E340-C48B-3D14-FAC4ADD5A07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078418E-218B-42FC-DD85-7422E50F3C3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BB7CACC-95D1-146E-EAE5-8D63AFDF2CF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09EC9A5-A025-BFFF-E4F8-6C09EB34DA1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9F7CBF7-340E-108E-F8D9-469AF507467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6CDA4929-7834-09E1-6EA6-79E3B134030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719FACC-0A3F-1CB6-C927-0B706DFA24F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405AADD-4E50-F3C9-FBAC-A76F3A952E3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0C9FF41-F2C8-DF28-8718-E229A7E8A93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9917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D01E3-ADA5-F18B-D7BF-05AC3EF16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A664E85-0D30-0585-89A1-79DD4BA9442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367D081-9B87-23A2-3F4C-CD867997500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8E77592-5202-FD2A-ED76-30E4519C2C3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C239565-F4B7-283C-0C2D-8768ABB338E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33D67A0-D7BC-8696-4BAA-F06EBF467EB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C122A73-F437-421F-EC09-410003ECEE7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D0F15D6-28AF-DD53-7969-43EE0180DC9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B9F810C-0D0B-0172-7EC0-C799C4F31C6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312FF91-7E94-BDFA-3D43-06B531EEB6F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940A113-73F4-AAC6-BF37-24DF8E16A41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ABF4BA8-FEDD-6DAE-8609-B5920D508A4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362295E-2123-DACC-274A-5C6FE982AF7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E1DAE46-EFA7-F61A-39E1-997ECCACF38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230921E-48BD-893B-4EBB-D9DF1815B99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6ED7B52-1B2A-835B-DE87-0DBEE1F605D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9EAF52B-26C8-057D-EE75-D2295203FD19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5C4F42A-EEBE-D408-C684-A63E4BB1DFD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E5E76C3-F73A-1E01-7F34-D8089402FBD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02AFC73-E3B1-40C0-7A1B-E1ED584D933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DD33862-D11F-3DDF-BFA5-23167663169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FC64EB3-CEB0-9814-A29B-F4CCC876555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96AE4C2-64E3-46BC-FB85-A574AC6B758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F86065B-0B37-758B-9144-CE6DB63D097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5A90F51-D693-34A9-0C7C-4C1AAEB615B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AF31761-255F-D40E-AFE5-A21682B47E8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0BF95A2-8DE3-A924-BB4E-6F99CA0AC49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C45CAA2-E4B2-B63A-EF3D-55FC8BD3066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FFF628C-3D0B-6E5A-1B03-314606FC983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0A52677-B40D-3AD7-EE4A-3A53A4AC8FB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554CC0F-D233-E50B-A2AA-8BFFF3E697B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28ED79B-2FDC-D619-5E02-073D7FBFFC5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C3C479F-A5A8-0BE5-8F93-134D1FEBFF1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3C41E74-854D-6AE0-28B9-AC37041524A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9CFE836-2386-EAB6-4306-ACD45A03EB1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236887E-9887-5B3F-8AA6-790F820519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FBBCE33-36AC-9003-2EDE-9B6C9786ECC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9638FDD-CA6A-A3B7-30A8-9DCC163C491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E81A5DD-80F3-BE34-2B79-92AEDB8C147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8ABB4E2-5A1F-3AD1-97FE-BD3B839BC8F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30E52D0-2D12-7318-F6D3-C4FF66C026C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9B3A83C-9984-39E1-DBD6-27CB26234F0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E8F2644-24E8-4439-F664-DDD697FA0E1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0822807-FFD3-E801-592C-E09B1551A00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8D5A1F6-E7C1-183A-E447-F9035B425D1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6E42F36-FCD1-3F35-4431-D327E3B2039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F8E58E6-EA75-D364-7388-D4476694529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0FAC1D6-FC1E-A60D-7460-132BB793836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93D948F-52B9-D667-47D0-7A793527F95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03624E1-DEF3-F60A-B748-1ABA629D44E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C9AA05D-6C36-6B48-6BAA-4C14642F7C8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79C7801-3860-0DDE-68D0-1E1E91C7379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C121682-F41B-F260-E79F-E69014EF371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ADC9492-197F-90DC-E9F0-9D1BA47C069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5177F8D-DFA0-1D94-6807-41715CE7B21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2C59C1E-C250-C104-3D07-09380293035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3045EDF-DADB-E310-9813-505545B02ED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2B13264-55D4-EF2B-92B0-42BB58B97F5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70A0682-FC07-C12B-12C1-58EE48FFEE1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27563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E71DD-8FC6-4E75-8C1A-D44E2C543E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E80E8F9-243B-866A-DF3C-D46E94B19D7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BD2DFC1-3CC1-89A6-2BD6-BC8E4129D6D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8443EC2-0977-A4F9-02DB-AA40A9B1E83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C498B99-0BC6-5935-11E3-A433B367349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620EAD7-B540-E3A0-7680-0787E8CF827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691F461-43B8-342C-EC13-55E7A213F50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1B3D37A-3114-CFD9-D3D0-85DECAFD466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2CC695B-F68B-3C30-5BE4-B21A12C1010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6F9EB42-F564-9AAF-F68F-1D8A14E1C06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94D29EC-2FD8-583F-49A4-870BA907DDA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D2CE6AA-8A3E-A390-BB1C-78F29C3D577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02C9744-7C42-1CF0-5966-EA4243DB626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37E3DD0-64BD-C6C9-A17B-719A572AF89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F5467E7-6C62-C1D3-D7FC-E9AD728825C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75C49B2-7A08-2EF8-52DC-8144D6DFFAF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5B57BEA-6A4F-62AB-02E1-FD22159E647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7A4294E-258B-DB99-2EEC-AEAD0A69FB9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3A60299-3299-9920-8D34-21148436432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FF5F0A5-5175-354D-820C-6A9312062B9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05D63D9-52D8-0FD8-F101-146C3BFC238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9051DEC-5F61-1AEC-DD37-9B84E2EBB32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1B33B98-C9A3-4A0E-1887-3AE70FE67F4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EA91FF5-DDD2-E859-D72B-F23564F0587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67E1BF2-BB33-25F8-00DB-D4DC2F476E9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8D630AA-C5AF-1075-BBFB-1768D75BE85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4BA7248-99B1-83B0-8B55-E85F41D2C2A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C26351F-7835-5AE2-08FA-931E02BC1BA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63C1E55-C3CE-791B-91C9-282D1ECD486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563F3F3-FD38-DC55-6B9A-7B422622A7D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9EF2936-9440-4BA2-FABA-7DDA0472E1B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8E5E9E2-F7CB-D9D1-B4CC-4EA920840F4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E7C2CF8-8945-9F4E-6DA7-FB3861734E7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951FEC0-88D8-35A3-E5E9-D0AE1FD0470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24CCDA2-D31B-EA09-252B-2CC9407A90D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FE54CB4-F739-A9CD-E40B-E5D967D228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EBF4FC2-7861-849E-4BD4-40637F931FD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FFF0BD1-53BB-DBDA-B240-05BBFB808F4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467E0AE-BEB8-BB77-95FF-DDCC3A8855F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8776C68-31D7-9C1B-0199-025B3E2AE4A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4A63495-7313-0E28-A492-8E7A6B4E220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8B2F449-5B66-5122-FCFD-E2089F51D40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4B87C44-AEE5-E243-A3C4-65C40DDCD03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9158D3D-3056-1369-1EDA-29BCE76B111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FBEB94E-C66D-580B-43C4-11B1068CDC8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3D7A9BB-6923-31E4-8BF2-5D30C7ADB5D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C3512C4-093E-5EEA-F4ED-B0EFCFD22E1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B08CE35-523E-8304-59B2-F0032536818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12F8373-D439-9A88-9967-11DBE81C851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5F2BA89-785E-F118-77E3-BCBA05EEC4E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8667B96-DC34-74BD-3451-2A8A39EC352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07C88AC-B820-5770-59A8-14928FCC2BA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76E5092-C955-FF63-CC80-9A0C834F1B8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EA73674-D3E9-6547-826B-B760330F75F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49415AC-4E44-8DCF-671F-317AFE95C0C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3FEEFCB-9F67-7C48-F298-BFCF17E1C87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4C78871-C67B-3EB3-27EA-85B2A66A76F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B997FA7-0F04-7A81-46BA-063FF2C6864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04E1F89-385D-0E93-38EE-CEABCD691F4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860920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96D878-A2BE-341C-BFD0-1742A57C5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19BE849-A133-5989-56DA-A1EB5D37D93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C8D31D9-1322-583A-FC27-D71C4B8F3A0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B44AC6B-AFD9-A03B-13EE-14D9C4D4E29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79CD624-BBDD-A4E2-6208-FB5939A04ED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4769156-C341-4FA6-1B53-F5B9AAEE5A9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0E55782-7D6D-F165-AEBD-69567070FB4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53F72D0-FA1D-86D3-5557-8D381096478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71E4292-7257-6611-41F3-75DEF7BD85A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D42CD0B-58B7-B534-EFE6-0C7D9B41CD9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019B3D4-E4AD-64F4-3ABB-E034BD0DF97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8BD46D7-5EB0-1FBC-5964-4396C9D8280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987A90B-C900-8708-6248-3DC59B8B7A7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24640AF-6EBD-7E7A-8A5F-EEDE81BEE15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B3B4D10-B057-F9D4-7E1F-E53DB597829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3F9DCDE-BA81-0932-FC99-58F47F84BDC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59661A1-89B2-1AFD-C2BD-45D3D5DCF31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F1F2966-1771-6707-025C-6D4887B49B2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A2ADF0C-EE1F-9AEC-BAF6-D4DD9CB91BD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021637F-D3AC-8481-6F5D-73401B1F882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6683DBF-DAE3-A492-EEAC-28BF6ADE092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68DA5CC-35E8-C99B-370C-D668CD808A9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16D361E-EBDD-C966-E678-E7D3A3A85A7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08012EB-AAA2-B9D6-3DB4-5F826262DC4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DE0BF66-B2EC-24AF-0C3A-0718C1221BD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1161750-7B01-25EF-793D-B400677E2F7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68B01F7-3CE6-6C0F-41ED-9C0EE63FA30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418A698-C8AB-B27D-4B57-5C2F4F8D976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7538C0C-FA03-1BBC-DDD6-7A2C100A2EB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D9C4064-F09B-41B2-1544-D25F9372CA3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A40C44D-BEFB-4196-87FE-AE346B08A8A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B54E91D-D681-A4CE-389C-E24D785330C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E9B2B4D-FCED-5B05-8C49-D69E58D49D8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27B7B2C-13D6-38A1-3BB3-A3C0182EEC0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4F7BB0E-9655-A2E3-47E6-E2310D38743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C9EAC68-172B-F993-51B3-1814A583390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9A9DB68-3953-1DCD-916A-B9222638BE8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262F8E9-6484-8AB3-09BE-9818F3204E1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9F65A8A-9A3C-1C13-D85F-AE515B32FDF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2A26E70-2FD9-A6DD-248C-94D0296AD7D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46D8DBE-6D0B-E968-B7CC-3CFB11B34F9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853B7F0-9DFC-6AA7-8E03-EC8119C7567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C69D54EC-B37B-0192-4DA7-B6E6DDFC380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3AE82F1-76D0-4EB3-45D7-8E05F1D8B4D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F5166AB-8132-3718-0786-05C9A187B4D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62FD833-1440-C3AD-9200-B966E48E5C2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B3089C4-52C8-3032-88AB-71F23C51608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253F513-F8BF-2738-F32A-9142B3B1386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69282B7-43FC-765B-3084-7B1E668F285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31CEC5B-B1AB-4BB4-58FF-242F95998FF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F23E248-3F44-FB72-CF7B-99F61EA2ADA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D3D34D3-0EF8-DF7E-F648-8E549787DF1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F37CB58-978F-A4D2-8B0F-5990559DBB2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57D7211-1369-433D-6651-BA3250B33A6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95A7ECB-E8DB-D874-CF85-DF9848D8903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999EE82-8324-5753-B8AA-B8B9285ECB3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7D6E577-31BD-B128-BF41-A1C6828D5E0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4947670-5200-D951-AD92-AD8B4B9E37F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BF491CD-A208-0BE3-4F13-75F7340A957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09545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256ED4-207D-A145-FC9F-F3C533B5DE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9D3FA60-E6DD-59D9-A453-88DF215AA5D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70ED310-5DD2-54FC-B9AE-5A6D6634E8A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6915D65-A45C-3FC6-F4CA-053456B8D69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CCEB44B-A02E-3B4E-CBBB-EEEEB60E01A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E8CF1B2-3F49-CB38-7E75-155B871AD46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3816FAF-3F03-A40B-331D-3A4F3411944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2500058-C51E-5A7E-94BF-C062AAE3A0D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2E54C46-394F-BE78-6DD1-9BDAD69BE53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1B1CC55-B632-4ABD-8A6F-2DE163A09C6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60D6286-7147-0B30-5D96-9E1773CDD6A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6999F2D-E0D6-534C-86F1-1EDEFFEFBB5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7037EF2-3666-7342-B5C3-7BDF268F818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34B27B9-5DF0-8B7F-10F8-50EF6FD733E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7AF96DF-7D36-E1E1-E02B-F56B8FBCD60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27D5B7B-90F6-107F-3E08-A4E3061CD93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65EC587-156A-C15B-9875-03B4137752C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AED45E2-F5FE-2E22-ED99-601949E9542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D915EA92-9BFD-7109-3B27-A211E9C8062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22A54B8-FF58-A513-2A99-613F53F81A6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8DE86EE-D634-9CCD-6FB0-9F96FB00997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E3D46105-4D21-CADC-3DC0-99BE0DC93C0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FB8166D-90C8-47AD-10BE-1E4B734EB8F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5A75F5B-4813-AB27-3011-774ED5D3233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6DAE9D4-921E-9172-D63F-F7A557F0DB8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2BD7200-D337-E87D-4DDC-493764EC322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B6F0A63-ED17-05C8-C8EB-2D5908A882B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238E751-64C1-EE45-AC6D-BF7FD0D4A59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F033C2D-3A1F-19E8-4234-FA818DC3CBF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F50B15B-A323-4FBE-F8CE-9EC814AC0A1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C8C8BA4-6BC5-1DD7-7975-DE7371DF5C3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BF143C5-4F41-E36E-77C1-5D3577494C0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B76A996-8D92-91F5-3774-28B9BABE403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5081F77-8DD4-1575-803B-39E25D69865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6B0CFC9-06CF-F3EB-2AB5-8019068F0CB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DC0DC7A-0AED-A333-0A9E-7CE3A42FA9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0867326-285B-AC4C-A861-5CA30686440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DBA5BB3-F517-48AB-BD97-07081D59B13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551D8E2-FF2F-85DA-0970-97A7F61986A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4C97BF8-1641-2E70-E7A7-86646D72483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46F519F-70BE-E180-4A74-3612DB2E7D5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111764D-032D-6ECC-09CF-20EA9BEEE08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88B0A73-EA1F-A213-B404-11BCCA363BB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22BF624-4268-EE5F-EA55-9BB882552CF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3022381-9323-B60B-8AC4-9550F573984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52CF773-3EE4-6703-C894-4177BE4B17E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132DC34-2159-9C6A-E394-9B6BEAF5F45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95BFB04-E4B1-25F0-E4C8-9FCBFB36A58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3CCB402-F0BF-1B05-0DBB-9BD255E9A3C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79A801C-6408-7A96-2C64-75F0BADC76A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A30BEF5-41B7-4127-AACD-FF996BE2B42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0D0EB43-4800-A4A8-C8F8-C14EE98994B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FBF5FF0-1CF7-D2D9-12F0-8B769962B68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40E4807-7C7B-5958-8E32-15D8EF6B914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C1D497A-177F-530F-224D-168C99A3D7F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15724D4-F696-BEB1-DD03-5ACDF9C4549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B4312E2-52F3-F48A-100A-D35DB5E06861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4BEB232-FDF7-A96B-70FF-4E199E11638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7FF25BB-995B-F16C-D68F-274521E9E76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1088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64995-6013-90C0-DB58-3D0C69198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5F9D5D5-E1B1-21B8-0249-2E18CC9BC60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5B53269-E05A-8A29-3953-C5A40924006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C35A4B4-09A3-EC2D-71B2-6A07653EC87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28674BA-8CEA-1341-8580-41CE75F8570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23F98FA-6A92-7423-CA5F-C7EC3FF0D72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50D898C-7BB7-05ED-B23C-0151A5CE816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C0A34A6-ED5A-55D6-C729-A119B35478C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CF0F05E-976A-ABE4-76D5-59B2FD06E69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1B1A763-A7CD-C917-06CF-E0DEDABCC80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1B4BF69-E8CF-4AEF-1240-7CE5496DBCA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484F8B9-8E1D-4F05-EBCD-0D7A1DF50FC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A18A041-3AE6-5821-D585-8026E894281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0990EB9-9625-7097-F740-42CEC0473BA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49A0D4F-E010-4AD6-42D0-5423DD6FDAC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1BE1FFB-E625-9D98-6153-CF1F23376F1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82A1213-6C7A-478C-C0CE-280D14C48789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C2901CD-2758-5A0F-D954-E8A8C8867BE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A284881-F386-9E31-C781-249E9E6DB2F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4D741D0-FF12-CC0A-5BB8-2BA9536CDFD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5237656-0639-9D44-FA4B-2E308D0ABBD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584F232-3034-5F65-1FAF-F985205D918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7567138-A137-A1C7-B5CC-51D59CF0A11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66A30278-81F3-4041-5A71-022A6AFD229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9FE68A0-0207-3D9C-2F7D-494C9D95FEF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CEFECC0-38B6-F581-31A8-AC5FD107C81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BCDC3C2-7DC2-5576-96CB-DECC6F567F5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8F616F3-3658-ABC5-3CC0-81DE03721A0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7A58C13-7F04-2143-04EB-DCA10923A82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9D80BB1-C8A6-61E3-AF4A-99F48CC4527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EB7437B-D200-4E3E-54FA-853FC0A5F84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FFA1344-129F-09D9-478F-DE579ACF35E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A5F1797-53E7-B276-D7CD-00F8B56C013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8FAE0A8-60A1-2163-8FED-9FE06194C9A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E705AD6-9C88-AFE9-907C-B8A1986892B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B3F354A-D99A-56F1-2AFA-7AC2C779DE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D2273C0-7B8A-BA0A-DE96-824EA4EC7DF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7C784F4-9BD4-5540-5995-9F8C070A1E3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B502214-0B8E-2142-5E0F-DCBE3C2D048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E84FD69-AA95-AAAB-A1E8-10A76C2C05F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9D353FF-953B-57B4-A71A-3BB70BBE3DC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AD48D08-9134-9397-51CA-0D0FB258F55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AED9DCC-CB33-8B1A-610A-36A5E814E53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FFBF0A4-7714-096F-0750-CA1522E44DF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EFCD4FA-4AA8-496E-58E8-6AE3E50BF56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1FDFDFA-AF87-2348-6F04-5165356C5CD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551D3D7-1010-AFE9-F233-8CFD06A51AE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92AD9B3-9DB5-38BB-AA6B-1D244DA5A0B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0AC2853-661D-BFFE-C096-8A940E21B68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36943F9-C0D9-11B2-53D5-87F27BEBD0A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BB8E649-2A91-4347-131D-32E36F0E2B9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B582174-11B6-F516-594A-9710AD69754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696DDE7-B504-0CF6-0F41-166CEFC7311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E3F16D7-0A39-DD68-9878-EA32DD2D7E1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B27A783-32B9-C71A-4BB8-FA199409EC6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D247A9E-79DB-1320-7BBE-AB1657F334A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2C443A0-E9D5-9EA0-42FF-03741A78BEC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F39F853-6C59-8746-1926-7F89065144D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17AC0D6-E358-6A03-9118-B790CB14076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19697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5B640C-12E9-A358-87E9-04AEA7EF6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737AF39-5E64-E4D5-8F3F-4D143FBDC7D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3B41AF6-8EFD-16C2-16F2-E24D3D42187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0E8CE36-9E3C-2DDF-17AD-01256B90B37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C10CCE3-3FC9-2AD3-4277-D6B48DA52AB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084FB66-C084-4E9B-AE5B-A14D642D713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3FD1C38-2699-777C-7E6F-358BC40F518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AF2B161-EF78-55CF-D981-DD68195B35C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C540965-38DD-EBBA-B137-BF8BC30B462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BF72235-48D9-0F23-14C4-FF0675EA447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8014EF4-9DB6-4E8A-E6D6-64350D27DD9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22A7C59-0DF6-3EE8-581B-2115975942A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178A766-2038-2C79-79FC-C9ABCA99C37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5D6B6BF-AC9C-7009-C08F-BCEDDE9348F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B8F3AC6-6DDB-337C-FFD6-4B6EA129D4B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104DBAA-6EAD-263F-ED9C-0DCC8627E05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07A9ABF-1AC6-16FB-98B1-4432712763A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30B1AC8-1CE3-0700-610F-B0A282E1C11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96F159B-26F5-1159-D517-E1178C71D23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8087698-3D7D-A2C2-BD16-D9A7A57AB55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CDC9C98-805E-E468-51B8-B7221F8B61C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6F3D4C5-A482-455D-1F2E-20005145259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2453A40-45CC-F0B9-8A70-EE378B44EFA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1BC4E76-C7EA-B84F-6C83-C379006A2B2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A6D4487-9748-6411-315A-17C94F33F73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6B81270-C9E1-0DBD-4667-A5709F0BFB7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B64D092-9B0B-24E0-56AD-6CA552D6580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0CEDF9D-9EB5-34B1-BCC2-005E7675125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D9DD3F7-96B6-4047-33B4-65712D62EF0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7128A3C-ABD4-98B9-718A-0A4ED483BA8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7C06ADC-0F91-AFFB-24FC-FA589A6F216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1974713-D0FE-BDEA-9B7F-6A54F9BDDC2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0A33FFF-F2E9-C0D9-0D98-EB56CD913EF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B441769-B59A-CE8E-8134-4D526708516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2925F21-C21F-0C86-5588-1DFCE3A4015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7FCE90A-9B60-4EAE-4C99-BF2D1F24F27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B8327A26-0707-123E-2A6F-0E8DC5DECE3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9D5E2F0-A827-79EC-DE75-06A7DD62125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6BBCB4A-A2C2-CC32-4AB1-86748F94822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64A99CE-2F0C-20A1-AEEF-DC1F0B9E032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4A047A1-3226-410D-0293-DF9D029ECA6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3FF49BB-AE58-9EDC-605B-C65DD484B66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C6E4C43-7C15-5C7B-BDB7-40256AF0437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11CA59A-E15B-DFA7-264A-D4F1FA750D8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387C9A1-6CBF-7285-D779-C247FE1FA21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058DCC8-AF8A-C7C7-1E6C-06369233ED3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E549F15-A28F-1482-608F-4BD43AC1BDF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6A865F5-FD1D-3B25-A53A-6DDE0281EC2D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480E77E-7B47-9147-E93A-41ADFC016BE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8BCDA6D-0669-F669-59AA-A1CF4197A1B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B0D5407-4BA9-3268-721B-53D758094CF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FAEF31B-F0CF-03D0-3931-4D433F27CF9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33F4FB1-9133-8411-9A16-C2E424303C8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C5CEA10-4F2D-9AA7-CF1E-4F2DEBD795E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828282C-4407-E3EE-3320-EA1010EF2E6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BB9565E-3A44-B1B5-8443-949C3033C00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ABED553-E30B-9B47-B62F-258C73B9F3D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372C29A-9332-EA3E-8079-7D8EF183557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812D856-D59E-AF53-B79F-52F50D5E79C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194787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349FD7-5CA2-CC3C-4447-03D6B5D016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63BD2AD-10ED-4F63-B7BD-FAB2D3B5AA2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DAB215D-8693-A14D-47BA-3E7C7B6F270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E30AA02-9421-B506-1330-7106A21758B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8253E67-908D-4455-B6A0-BA5C494CAE7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7787C59-4823-AF1C-B2C1-7AB431C0DEB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70E25B4-CEEE-D5EC-4EA2-90DE2FC3397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39764FC-4A64-B0AF-BA4C-EB55FE57B97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A4088F4-234D-57E5-49C6-829D616DDF6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62BC4F1-E13B-A204-71D5-A16F7896E3A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1301B97-120B-73EE-A230-4F631BFE3F6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3DC41C1-4D25-2FFD-0213-B6C21F0838B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551D0F5-0ED6-6B12-88F1-FAED947EC62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AD9AEDE-A780-EED0-9B84-6D6AC6F57A6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EFBA417-8F7F-E147-4D9C-BF0B251CE97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76D2375-9A6E-5671-DCE6-E3B72BD5F34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21A96AD-3126-DC52-461F-1E1B6037CE4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86C8935-CAC5-3C00-FA53-55EB9FD6A8A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DD740895-81A9-13A1-492E-33C96B7E10A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3109FBF-E728-D5D7-978A-EFF7A5D37C3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40F8A23-35CB-7C7C-4332-84472780515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434C2EF-3F6A-081D-78B0-83E5E0AD95B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3596307-278A-D429-506A-7B8D9298819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7C04BC3-2EE9-AD49-C69B-AF9BF21832A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FD5C1E5-DB06-0647-B73A-33855217566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EC7D888-E25E-397C-AFC6-59F7AD0DF13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DA29683-2836-B4E8-95B1-D11AFD5D210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8E668C9-765A-7EAE-2DBF-9E5B382730A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790F93F-949D-7A6F-38B9-6F8E8AAA504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88FAB3A-D486-DF68-4F27-DC62C01AD56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0A3A7EE-DF41-ADF0-F2E0-7D136BFE8B6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B8F59DD-532F-4F65-25CF-14D4F338B69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306713A-4FB6-FE1D-7840-026407ED430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34143D2-98F3-EC45-EB71-710E19E9009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FDA7805-3BE8-6910-2FF9-8F1061B392A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569B43E-8465-076E-1A1B-BF4D78A5F5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2ED2543-CCCA-076F-B9F4-914B5A6DA1F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53EBC1C-BEC6-40E2-502B-113C2682565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E5F6C8F-3720-54B4-1682-08C236286E0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D944031-F77D-0BA2-1A60-B58E112C45C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62C6322-1901-BB73-F85C-768ECF00E5B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642E4A0-A6C4-A3E9-0284-6702ADDE843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083205B-4E6C-D54F-EF2A-90B2C3A4AEB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05CE968-810E-C5EC-29A4-11363C38A98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4A92FE8-0202-ED69-14D2-E2F09E846E8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4ADC133-343C-E7EA-9FFB-7D84A87D9A2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A924B60-E0C9-38C8-7AA0-8F19117DF09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C57CB59-BA5A-2C93-E5DF-E507D020FA6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7CBE906-7C1C-22E7-9681-9EABF749DA3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4DF3ABC-3C93-129C-52EB-AB96993E1EF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6C76360-9DA7-09E5-2181-9D117283B2B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1B5A913-1116-BF3B-6987-AFE463C07EA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96A0538-2ABE-0FEE-6F3A-92FD6676317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3807723-CD36-8F78-9BEE-613E55BC588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4986E23-7C96-9DF1-AE9C-D1ABF36251A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69426F85-45C0-8A5F-5213-C00F9CC41C0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ACBFEDE-DD86-FDEF-0A07-D662449FDCB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9A74670-9375-AE32-FD51-50FAAAB3AAC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A5CC5BD-9C75-D6C0-28C4-E6ADA01A491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57889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27B324-D69D-54B8-DD7C-439FD30D20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5CB2B8D-CD8B-4735-9EDE-76867B00D79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F98BB3B-A21D-E8B8-EF7F-93CC6A09F45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DCB4D7B-F8F7-E824-978C-17C8AB4E7FB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0ACDFF6-BFA0-3A65-E870-AD788D2C661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D8E5127-54E8-AC39-D7E3-A0741996C33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D86A87D-E320-0592-CE2F-C1E51D14AF5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219C5FE-51FC-1DC8-E697-389A911F44A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8D7424E-C6E9-747E-B4DB-53B72AD8A5F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F3E93B7-A542-7279-D807-1EA88901C8C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540843C-951B-584F-0A0D-27DA460C461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3806DBC-3D1E-D2CE-94FF-EB715D7D749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AB4ECE0-7D9F-D4B6-7D76-5EAB63D79A1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F573DB4-ECB9-D50A-9D1D-EC4EDCC7ECD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0E030CCB-B5F3-311A-B3D6-71C33C38A4C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1D40519-F266-961A-09C6-9037C752D07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9A3D04E-D659-88F7-A0C3-32D4E74777D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6B9F8B5-B7C1-6030-4D31-1166D053025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90E27D0-3FAE-EA07-6CAE-F4DE388C23F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00F2722-D681-1672-4629-69A88E77F10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7BBA78D-A4E1-6924-3948-179E4A62A09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13065D8-EB6B-7009-36F7-6E95EEE82FD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C8F2336-29AF-2E45-90DA-9DA53E3141F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203A076-9372-6A17-C27C-2A3303F2E98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76D6C1B-D10F-60C6-866B-8A47547C349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3D6A136-A871-746E-63CB-3A2B834A92A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7CB4DE6-490B-DA36-FDB5-ABFF7A7DADB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78E2398-08FE-E2AF-3832-740DB786066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5481548-EAF6-D820-3F85-7487D761A34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B0B7ECF-47D9-70E2-892A-CA684BA556B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99D868F-560D-FF86-B85E-07F4674E7AF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72488FB-9256-3AA5-9818-D25D9EE3E9F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EFA81B6-5DE8-522C-9666-104333DBB61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521684B-3B87-F4C5-BAF0-D5AE352571C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C2D1F51-634F-4518-C3DC-3EA74CAD1C1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662A090-CC56-9A6D-420C-3CED5F7154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259E838-FD61-0EA4-B4B9-C30B63FDC30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CA5EC3D-B606-39EB-8241-7DC48D54D34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92E161B-0261-8AF5-82E2-12DC8436DF5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DDD0C36-1C84-F11E-9F5E-E5CC8E0699C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EAF238A-BADD-315E-EB3B-65EFB326D3E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C1D0D0B-CD81-FF81-FF45-E6AE479574C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B4057CB-AF5C-BC30-68F1-738F2DD53F4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A290764-E994-A91B-768F-E58198C3CEE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F702937-8B4F-5ECF-6ADB-9CB6F8FD20B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8B04527-CB14-AF1A-B038-13F1B3C85A2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2ADEA4B-B0A2-0FCD-891E-B1D58EEA36B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93B974E-E83C-1645-3893-AB856DC772A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9AA38E7-38A6-0F14-1AB0-C9A988433ACE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FA0B9F5-3E0C-38E3-9B7F-D628F01069D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3C5942B-4F94-EC3B-90D5-88ACB3A32F7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4E16024-7714-E2B8-3BD4-2F99DDD43C0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C870714-C1EC-88A2-BD2F-034C221137C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3117A80-B0F9-7A36-53D2-B4A1E1B341C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6A3F29C-3FB3-9392-77A7-E5C7C474768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3A556BA-3271-0F32-F3B2-202C4A6ABB9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9E9C0E8-8A4A-D227-6C06-7B5A52BF0A8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3C9227C-8322-B474-A404-30CD490A7A3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4A030AF-6BEF-08F6-F85A-5DB5AA31345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969542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603BA-B0E3-94C0-A0BD-4BD6EB23DD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E3704A3-4AD1-30AF-5904-6E8A2262BA2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D085CA2-3CEF-9442-3D83-54967F247BA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A6F609A-4CDB-F43F-82EC-030A50C08F2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3AA53B6-967F-9C16-C84D-A56BFC3C28C0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17D4B9E-E1FF-3CBE-0FD9-0A5BBDF4011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18C1613-ADFF-C45A-9349-3647B2703AB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C2CF912-48CF-C182-92FC-95C5DDC716B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57581B0-D4C1-A2C5-8771-4C989719D83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BCFD3FD-77DF-382D-C663-F1CDAC5C4E5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C973F4B-20D1-0D3F-0F49-A154EF5D2F0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72BCA7D-4857-527B-0948-910F0ABAFE6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EAAA6D2-DC80-D525-086F-08708BC953E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4BE0DC8-DC1E-04E9-4A23-EEA949FC6E9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97A4741-EC6D-E44B-B57C-25FA02EC109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C29859E-C7C4-C342-7C08-3ADCBACACB5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9316D4F-8AED-95CF-630E-593A203E8AC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C15EE90-840D-C240-ADD9-3F0A3514143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235E046-0054-8F70-F06C-46EE04F962F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E1CFA73-67DF-D153-08BD-5A5CE00963E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C4D8642-8225-1D48-DABB-C74F4AFF2A4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69F3A93-A30B-D392-C292-A02D850CCF8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40A5DC7-3A5C-002E-65C9-1B585C3C4A3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3F35370-8EC3-6E51-561D-CA01B08A9FB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467D5AD-8231-BC86-4DB4-0FBB1817AAC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BD2D168-CFA0-9762-B05B-D3FF3983AB5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B6510A7-365D-037C-AFBB-1F550A98A5C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1C26EE3-E86F-66BA-1C9C-B3452540F65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7E82BFC-0855-BEA5-74A8-75B358FEDFC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E7A7135-4969-FB5D-3AE8-3E65B2DB4AD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6B37AB4-20F3-BA89-1A94-64DC27E2942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8176003-D661-6826-4BCB-859DB2120B1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7F48B49-60FB-7CB0-1BEF-944ACA32936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294141B-B315-2D67-17F3-860E4AB112F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235DF275-0419-46B5-8CF3-F5888A0ADC6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D77A734-7D92-4E8C-F3FF-8EB385029D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531F817-D70A-91E1-200E-B6431FC028B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08C29F9-9F4C-3BC7-D9E0-5F26F080028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DBFEA3C-39C8-8447-2FF9-F71231E58A6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C0439C9-B6D2-E23D-C906-27BD95B39ED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510E734-88D0-7860-753A-5D8824164D3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FCE3461-746B-28F1-E70A-F69C40FC085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7AFCB27-37E7-E34E-149D-C7204BBFAA8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2F42F3C-11DB-63ED-4BEA-F99A1F622C0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81FA597-CD85-C56E-8F43-13F855590DC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F316FAF-2D7B-791F-BC11-8C63DA4A2EC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DFC777A-7083-80D6-0DDE-088FA4AA274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B00A373-40A4-FBD7-D61D-B67885D791D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7122D46-6A07-14CC-1DC7-51F81639811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F47DCDD-C7C2-66FB-3362-9A1E79DFA67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BAA9D2B-E412-E045-C780-F4022D4EE2A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5912B66-4D05-D557-B927-D62314AF6E8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C907B4E-EA16-2D21-3F57-DF1D96FA2C6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FECAF09-EC16-31F9-A70A-014183E24E0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28A4352-9C0D-DA51-CFD0-513CDDB314C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0AC2187-89B3-743C-F440-921DF6C3997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871EAED-B40D-0CFD-EBF8-2768323F72A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2E1A4AD-3FBA-6341-629E-80285192B34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58AD5A2-A1F0-9E3A-4ADD-C56BD84E2E6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561811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5FF2AA-8D83-CF98-2235-D82B9B53E5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FB7DD45-087C-11F5-7A30-7C4CA60A999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826BD33-6F8C-6C15-941D-F252726D9FF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B557905-4EFF-89A9-ED3A-15C1C242F1F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FE21734-E5B3-A419-343A-899576C857C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A9BC8F5-F41B-A36E-25D3-610CF363444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1A1A212-14AB-1AFE-A203-264D3131BE8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FDD0190-6419-91CC-0120-9D13F174C08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A50CC64-5E90-A3D3-24B9-D013CD070A7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CC04D01-10A1-DE3C-7D40-C0D2E96D6C3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8098578-3C60-CD0D-C96F-201221DF04F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3F99E76-584E-93B2-B60F-BFCD2979806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C9120DA-3248-59E7-D18C-00FAB725A01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2647B5A-3AD1-F548-39F2-CC706F9FE7C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2734A1A-BD22-D373-2277-8AE1232E595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793F3CE-62FF-BE22-EAC1-C40349CC006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8FC2862-1AC0-AEA2-4CA3-00994AB18FB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8B50498-7844-E7A2-F18B-E54B906073E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AA6F227-FBE9-A5F1-C4F0-784626AA108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6A5E0DA-6F00-55F5-72AF-8D77D3A926B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A6DE594-DE22-4725-6BC3-7DCCAA56D0C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EFB14A6-33A2-4027-14EB-EF5DA797FEA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DE9B17C-40A5-CC8A-A6C5-FDC20FCFBDC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DAE49CC-A264-E86B-91AE-C4949608CC4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13196FB-6BF2-5DE1-BDF9-C223452B8FE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9A7EAAF-8EF9-9F8B-167B-C54C707AC44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EB2C295-9108-7291-129F-A25ABD71376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0B55DAC-0D9F-A10F-823E-D7910F75114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A37F1FB-1A7A-99BC-7259-FA491BEBE96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365F0FF-45A6-F258-5567-38C612388B8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89AD79B-BAD5-BEEF-ACBA-92A6796EEA5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891247B-17A8-ABC6-0908-AA07D969025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9CFD25E-5E34-9898-CA6A-CA727494C91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68F2608-4CB6-4AF2-5AE9-793C2609948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07DE9A7-0000-6959-0863-381E98BF8D0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C7DED5F-DFA9-F2CA-7C8D-DA7ACAD3887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F7E3DF1-CC4F-16AC-F106-720131EB0FF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D15A8C0-7A78-2DD9-D6CF-8205B7B419C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FF7CD59-00C5-765B-B1F3-770D7917321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E9FC576-CDCF-237E-696B-FA42E4693CF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D85E844-B17D-1729-8CD9-61DFD44CC47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8E31AEE-391E-A2A8-43FE-E5F490A87EC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C5A1A618-3FD0-3B66-759C-F966F81486D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7A2B091-3F6E-66D6-126B-87472B20E56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2A48C4F-D42A-9DB6-3434-921CE657E7C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FCAE947-AB68-70D4-4065-BB135B3211C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3FEF87B-3302-6591-1D7E-15D0AFC2CF1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416F121-965D-935D-4310-5CB7B4BC663F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D65FCCF-A05F-A5D0-2D4E-6BE96A43496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A2AF2E1-8EAE-965E-684D-C7AA5CDAC41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E1A991B-1FA7-C50D-8178-EDBE0627BA4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8CB2640-F669-19AA-17EA-FD385473964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57F9B76-6FD5-E8E8-1571-E4030AC052F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28AAC59-6822-61A2-0860-B7B0CDA9C0A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626E88A-E1CC-6BCB-5878-AD2F41EF0B5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C977903-D3CF-1568-3361-0FF7A4E3E34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F73D869-47D4-3170-8C16-3818BADDDA4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7EE4577-FE3D-463E-F99A-DEC80D50F23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465BBD0-507D-1FA2-1660-3F65C079BDF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765868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2563ED-6742-3F72-77B9-76A446768E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50F4132-78AD-8E4D-60E4-E85074077A1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23045AD-B4D0-AE68-33DE-355D3E2A6D7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94943DA-2398-A509-D30F-BFD010C53C0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D2942B9-14CE-C9AC-45F0-51DB5B13E43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48A7041-C65B-D4C4-A452-5628237825F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187C509-147E-EC48-3B8B-B285C0D40BF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BFBE1C4-A5D3-980C-4E89-9F0F8BE2F5B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22CCE24-40C9-7613-1434-1DDDE4E9968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FDC2686-551D-1DE9-AEEF-BAF8C7F9D23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6E2DCA7-BFFB-7D4C-581F-9F86D53BE3D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AB7C002-F596-0A5C-C69A-14F367A7120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E9045DA-8204-407C-9298-D2FBD4F6DEA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29C65AD-D948-39F1-302A-1E3FD2F50F5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E8EA9C8-AF08-BFB1-875F-1E1270748EF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2280485-C5AF-DED1-F165-1B7859F064C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E298144-5428-9073-9B98-57260D9FE9F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2212486-0C07-11D4-6047-D573AD34688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90112FD-19FC-7442-5207-57C35933DDB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C08399A-C446-5D59-051C-2D670665A3C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563C028-B1F2-4B19-5D8C-6EBCA69BC67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94A0A9E-41F6-3C10-9947-CC02216150B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F4B5B0E-AB35-AAEF-F419-F9DC902AB16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55D5601-43EA-307F-05B2-97235F15E4A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6A7271D-EABA-0682-FB1E-510ACC525FF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7919547-1D68-E0E3-2CD6-EC19D751B68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6252DEF-0184-5010-ED68-D2851254F5B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61F3FF8-C8DD-458C-DEBC-9151A772539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3711302-4D6F-5E56-DDED-CE690C8605B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4FAC084-C6D9-BE73-DCB2-6BC891FFC78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4BCC81B-D281-FB86-9048-356B02C8D02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D9D3A46-5D49-0953-1CA1-7DD92C819B6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35AAEA0-7A7C-C965-542B-DA2F734FAC6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B292FBE-385E-D92D-F784-9732BA48CFD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FB269CE-FBAB-C1AF-2E3A-03EA473E4C4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7C242E7-28F3-B6CF-0E67-9AEBCD2C3E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259A76F-91C0-851A-7A94-F5103E3B194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5B7C89E-485C-7A0E-C515-18C630D9619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2CFF367-D7E6-AE33-D96F-BC01D97051A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C2C3452-FCA7-2CCD-8BEC-7D0370557E3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D782156-2A05-6EC7-ADDC-ACAAD404163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89A0441-E98B-05CD-680B-8BFA227EAB8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1D063F0-0E35-DBC3-5BCA-5CA5E628B2A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71D59EA-3909-2C97-F3BA-1DB4FB6D99A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A5E1B6E-DDCA-E287-048C-77C5FB20E31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A18DF6A-A4D9-42B6-7A91-83F0CC5A188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CDAF735-12FC-5698-79DB-BDAAFAA698D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0740588-36AF-7226-9016-9198D4AA686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B5B42D3-8BAD-3A54-BE42-95CD73937FC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7BA17FA-0D44-7668-0A03-505B003CFA3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D6B53CE-EF1B-BA79-2062-16B3B8D1052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E0904C0-9964-60FF-9129-724646573A5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6FB26D8-16F2-76F5-B138-0F88A1C411C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3D40A6B-E10A-923C-72FC-5DD8DD7C07B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8D99F42-3823-2A15-1E4E-445D22811C0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83E9E3B-C06F-2A41-482F-D1C53A23820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3A98964-6DB3-CD74-6744-F1BEEDC604D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314175D-AB62-060C-21DD-34BAA1DA51E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A17C58F-D8E3-F7FD-BD5F-F24AD809F5E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168089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A7BDB1-8B21-78B5-373F-3DFDFABFA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B673175-C089-2B2C-6E4A-2BC5F581572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FA89240-87FC-3CB4-763D-476D15EDA3D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8DC5915-1884-F87B-A240-76320F0FFFA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01C8266-E98B-D8FD-A32C-A24026C75B8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638FF30-47D3-A5DD-48FE-0D6659E2501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51CA748-B554-24AB-E368-833269C1603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C7ECCB0-AFAB-5C4B-0A22-7CEC36492E2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77A0BE5-8ECB-FF96-2405-390300DEE4A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41CD843-6809-1C75-D9BE-0502FDDFD50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240DDB5-B8D6-F55C-3A20-9DD8B461AEF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1771916-7673-DB72-8CB8-05A95B6D7C2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0603344-34DA-AE1D-85E2-A050962FD43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4E9B90B-4BE0-2BFD-544D-DCD95F45226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52F04C4-22FE-1C34-A0FE-E2387FB8B32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3050CE6-9C7E-EF2B-C1EE-58044225A86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F36E673-79BB-FBE7-7A13-5E73C5F1818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10F99DA-2079-1DF0-FC8A-2EA94FE1BD5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7FD05F8-4D64-07D4-9109-32D8351C28B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837FD27-F742-DA2B-E58D-63C4193E508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40FD55B-F5F8-AD0E-8773-C8B1D17D029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B82FCA8-B4FE-E10A-F4DF-20267CBA3CC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52C5060-9A41-845E-734D-6729E70B76F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2BEFE3F-2139-6EA5-6596-1EB88B1CA6D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F5D5FE7-16BF-250E-9182-AC6B1E8269D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69CF531-4A85-C71A-24A6-18750B5763C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6ECFDCC-892C-12F1-C0E6-B4D7A243FE4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9A035D3-4DD8-1A68-3922-0C054145756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A1CEBBC-0ED7-5823-057D-ED462399A8E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F1EA472-3F01-2DBD-D9BF-0B1FB951B90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5C9CB1B-9EC3-4AC2-6487-FE93E49318E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C17E1BB-E5E8-EFC6-3725-FA0962E3187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770837C-BDAD-32B2-1B0B-89C18B599E4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696AAB9-5408-3D54-11AB-7C887BA1FFF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23007409-BD71-FC0D-EFB8-FAFD20A44CE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F3CEAA8-4B5F-9A02-D67F-8E8E8FDA7F8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354814C-597F-6C8A-BB8F-420A477B492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A3C97A3-A15B-7C87-30DB-537AC4DFA55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1E1B840-AFEE-D3EE-EB37-78EE7906D0D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5C5D7C2-CBAC-B4ED-27C1-FE746848B0B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63BDF5D-1142-65C9-E444-9B11A3FE8F6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59BCB59-6C87-9CC5-1885-3F2F5528A08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E001EB2-0744-DAF3-A997-0415CF07D11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64D2CAF-078A-0DBB-4B8E-C8FC59390E3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020E502-16FF-07EF-A9CC-38ED4097495C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70587C7-43A3-88DF-8968-7FDBFAECC55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87E065F-47F4-22BE-2CDD-060B85DF91A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3816791-79C6-A4DD-6FA4-064FCFF9F60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BD8DBC4-5D4F-DBAD-18E5-D3C6E5C66A8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05D45A2-9535-409F-2E44-F80905877FE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81E7D8A-C022-55B2-4442-7C6C9FB5079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D297EB3-545F-4402-34D7-7CD4592E080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845B1A4-B82F-1C8C-4D38-16F1CA0B968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E415678-67A9-5DC4-5DFB-6CAB5219D63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AEE3358-E15C-F72F-CA14-7030B8804E5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D17B586-9D24-E2B7-E70D-674B3C669A2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E1DA21B-F832-EC5A-5DE4-76C25587898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5F9EE38-3869-946D-B776-F70450F859B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3DEFCE2-C48B-E8C6-78F2-F93B27FF4FE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718044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9A4852-D096-850D-8211-F6D3ABC9A2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C034421-2E9C-2836-31BC-2F86ED247F9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ACB655A-FADE-5F04-3837-CE42E6B14B5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3FEBBF6-D9F1-27E6-816F-2EEDC518C35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5B5D550-C2DD-F26C-AFE7-5D342C3C5FB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F4871E2-A2BC-24C4-29BF-3473333ACD8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7B9F79B-0088-A080-6C7C-4523A87E2EF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265166F-3370-6A67-D441-6A82AA02C72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3DCDDA5-4BBC-43DA-075C-42471BDBF01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79E188F-1EF7-7826-A6BD-52E755491FC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81A3080-8252-6904-9116-ED90D254DC4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3C19EB6-A2CF-7C4D-9F2E-F5D82F06F7F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D9C3F5F-6822-7F3A-4FC7-F66FFEBCAC6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D4B909A-A762-A8C2-44B6-89C24D5AF7B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5CF47E7-088D-7F00-205E-C3BCFAEB140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527EA3A-6FED-A781-C616-DB83D6BCE95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2DACA89-DED5-4058-3D42-ECA4D0F47C9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99B848B-0FDC-34DD-2B5F-B9D9ADFCA54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399D401-2826-EF2E-008F-A7A69A18C97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3ABA686-371A-1584-CC76-C85F3FC148A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A235353-2ABC-2C81-098E-EE90BCB8316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E8EBDFE9-7AC8-803F-4C6F-22B42CB5BD6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2112143-012E-7126-5B5F-CA9471D659E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B3CFCB8D-34C7-DB4F-06EE-D51AF10ED51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B1DFC42-B29F-ACBE-DE56-9E2D7E93EDC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05853D0-BBB3-B866-DF1D-D1045CA5BE9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A6117E0-8505-D3DC-6C9D-B73D2C5249F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0E2379F-6C14-564A-D92E-8A0CEF73E2A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78D95EA-C7A6-CD60-BD30-E9E8CC1748E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DAE0B3D-CB1E-FE30-2F13-00F6B919EDB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01F71B6-099E-6E92-0EF5-3B954E68522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1AA9971-5D20-926C-CAA3-B574C7A2C6C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A492829-A16F-F5F7-93A0-05CAE36E125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C7ADAB1-C18E-C310-CDE8-BADFEED7B3E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D111C90-4BAE-1772-05D6-8E3A55D782A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2AADE96-8901-942A-2A2B-105DF870F3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57EE21B-B546-7E45-D205-26F09C330E6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14D1C1B-72B5-D344-F7A9-A694236C570D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54E96B1-AF8E-B9EA-82C2-5274DEB76C0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A2E0FA7-6E6C-25DA-9DEC-21D3E8929F9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89B5116-1AB6-59FF-0352-D8A2DC39C7F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83372B1-22EC-5761-787A-8EE01C7BBB5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99AEBE7-21FF-D262-4397-3AD4F6EB840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70A6394-BD0B-A6F8-DF47-E260DBC013F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628C391-310C-6E37-E8F6-2036E5B1B7F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D0534F0-6D69-A401-150E-AE5F4E3B21A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939CD29-7C70-BA35-5A99-6FFBA0F1DF1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2020914-070D-872B-2D38-60BE5873CAB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5C586A4-9B11-9568-9DDA-72B5F591DBD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0ED7EBA-9BF9-CAC1-1CC6-C1D80A997C1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C02F730-1C76-A35B-ADB7-BFB6A47C5D9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E10338F-182E-0104-FF98-6D92F027542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8CD2043-59AA-02C5-E77F-938BC49535A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F5C006B-424A-EC2A-41E6-18EE43A8A22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D049F37-2558-3798-05F2-BA9EBFF9E3C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B36929F-1A16-A457-7331-812CC9376CD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2CEF3DF-167D-F3FC-FE85-80FA595A79D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65E1FB8-C1F1-55DC-A064-ADBEB82258B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A64A104-6015-A47B-6AFF-B0C11FD5CAF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749927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8F7DF7-3601-E208-9235-D31489681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3FFF865-BAEB-D2C9-7A1B-DC30F69D68B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628E224-CFB2-F091-78A9-3448747EAC1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392450F-919A-AE9E-33ED-B5CD34356E9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F17929D-BB20-2984-546E-C35B9B8CF98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D063AF1-204F-9B1A-C38E-3E80AB9DEE0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45AB40E-8D71-8012-0621-6B7685C37A6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6F62FA2-26E4-6009-1DBF-579C2590D4C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5538A24-094A-2324-757D-4F890727A3F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B49D536-77E1-F597-E7C7-C09750CB92E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0706543-1C68-1FE9-0536-E35062539D3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0EDAA5C-4829-EFDB-86C8-95F5E4A121C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D7B664D-EC68-017B-12C1-2F079013420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1380DC1-19CB-1D41-65B8-3617F6F7BFE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AF7CF2B-A60B-0CC2-9367-C29B7020F9C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CB3151C-8C66-7285-DC58-79ACBF6FAF2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A6D580C-45AD-3F5B-96D8-B63E9FD5439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07EA0BF-674A-CAC2-B3D2-D28C00CF41A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EBEC2C2-2AAB-DF22-C050-C1CE1D80A17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93306BB-DBB1-E9AD-2CB2-2CC47FA0C3B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5558B27-2D95-575D-2BA2-DF6B4EC2646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504E16D-9183-AA77-6FF2-75A2536B149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2E720FE-73C8-EA59-6833-655F78BEBA3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B409EB4-C530-AB97-FADA-D05B3CAF366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C6DE593-D96E-C234-3150-538BEF98CC1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E8260B9-C1C1-EE6E-08AB-C08FA73BD5D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24D48BE-DE2F-C169-7EF9-718C13FE752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3E335B8-1727-A188-537C-F3889447529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A983515-3E86-9215-1EF9-BD3B195C89F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8D7ECBF-6641-49B8-BEA3-F4B6F4F15A9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3EB3797-9726-6F17-9AB2-70F984DC172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4376F45-204E-F668-AA67-7427173BD1A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6E7A494-D200-2841-8C35-A96CBDD1D94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BD0E627-D6B9-0F34-2F38-B980B929BF3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302FC6C-40C0-3704-FB3D-D575627D566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568B182-A99B-A658-E121-6B683D25EA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081C3A6-97AB-5468-C057-EF99CA7C9DB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97F0298-A54B-1359-E3B0-5F48025E9C5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EC3BA5A-E305-F361-12D7-AF5AFB28052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F212DAC-FE9A-FE3D-3609-BFF5B0649B0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10DC4A4-C5BF-5DDE-4BF4-63D32351F5A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72F3D36-E33B-B056-D421-CA13DCF482B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550EC08-2D0C-0C2F-74CC-A38E2A47077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5F251AA-7495-C23A-79DD-CAC49B8FE77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C3BA60E-C623-7A40-DCF7-86FE8AD51C1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A26D5A1-6CA9-D768-B649-7C3C1A6AD21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62293ED-D658-1D2D-BB84-44C52D55157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CCA15AA-7B51-3B28-420B-3D3F6E58CDF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091EA1C-E572-48DF-E9A0-E73D6948336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DE306AC-1CE4-DD06-791C-C5A7EEE3897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D359409-9C41-6E36-8DF2-DF29F3D8C9D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C49F19C-0D2D-FEF4-655F-EAF0D8DA607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70EAC9C-7556-5144-E539-08C5F7789D5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D946288-3369-8CEE-137B-47AB96C8BE5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190C3E8-ED31-AA5B-BCCC-99223C8D642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ADA100F-3F36-DC39-49F4-77C3910929D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192A770-72B7-A09B-5FD3-7D52C72C362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BB5D006-49FE-49EA-6A81-947D967E5EC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6FCE9FE-CA63-817A-D509-2B88576A50E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998244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13F7C-DAA3-8A3C-1028-35FAB5783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6C2F4F4-22A4-EE8E-4059-5E6911CFB20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336A199-F056-D667-3BED-77037BC6ADD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93C5D04-4E93-6B05-B621-0CE07783F51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F47B66A-2A87-087E-89D6-322B1D338D4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C28FE9E-B326-D301-DE85-6F92452BFCA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DC66A8D-ACF1-36BE-12CA-7C49B495E5E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9C8D412-829C-F7BB-87B8-237C8B4A413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FC23128-971A-4D3B-66B2-7F24FBDF35F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53347B1-C1DA-A432-661A-07D06E78A72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79F27A1-8793-BA00-FD8C-0EE9B02A25C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0D9D01D-1C9C-837F-8128-0B345401B26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5607275-A4AF-3B9F-08F4-0D8878A931F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BBCFBE7-288F-D6FC-41A3-44E7591072F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2A1F088-49C4-72C8-BD9A-9D61793E99F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13BA349-B741-4FE9-34E0-E3D36618196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90F34D6-0AFF-95EA-1580-B1CBA36C234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85398F3-5E29-56BF-A649-ACCA6B86595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DD9AA0D-80AC-A7C6-3307-1D174FA85DE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D1D07D6-7BA6-F4A0-E8B3-01854871219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51973F8-9D9C-3F1E-A890-63911920C2B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44CFB8A-9FAA-4497-4B55-1602CBB46D4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1B77F74-1B79-F2D2-458D-0C27432A46E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13CFE0C-14C3-EEC1-1A19-012A6C1BA46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F5CCE69-1A1B-7E2D-7B11-A192816FE00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F5CE69E-8183-CBA0-C232-C05A97BF8CF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705A9DD-D9C5-EE7F-585D-0E81E9A0CE3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1F29CA5-B76C-CD0B-0CBA-83B3747E478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CE39D66-30B4-7FC3-F610-ABE79C590AB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B7D4153-A1D4-DA72-497A-B808B71E60A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7F6A42C-AF39-4898-F629-568288FD381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ED96F7D-61AE-62C0-A469-1550FF698EF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749C805-BEE9-6DF6-783C-5D5F39F659C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93A50C5-7709-3470-E9B4-D2909D7B76A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0427760-A873-055F-F39E-8497055CCE2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B2C6E88-5442-F00B-7310-A07331757C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B36106A-83BB-64F0-0AA5-8B946357F6C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5F3BDD3-A3E1-4DE7-A23A-22D6E84B252D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C459305-DDFF-5F27-AFD2-21C6EDA55D2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D556600-FEC7-91C4-FEFD-9CEF348F6A6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60E948C-8C27-74D5-8329-FFA6CE418FD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2E933E7-5AA4-C6B3-4D77-4113DB33370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26F64BC-C02A-60D9-7721-F4977544229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94CF2C2-4461-CD98-9D59-56A3E5A9CD1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AFCB3F3-8D4E-4786-32DC-B1AF18AF620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6DB1DB8-8AB1-DB14-8202-65018E8348B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AE1B1FD-7A03-1ED9-9DA1-1CB79C63864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8FD1BC2-4E6A-630B-9662-3C19A479EA8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2238DC9-3A70-D0FD-88D8-1F2A5388FA6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C38A871-6F35-D776-9EA0-FBD9AACB11E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5A2B663-8168-4FEF-99A4-EB317E3D20B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9C09165-78A9-6298-AB1A-D17C20DBEBD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679B78B-FF7B-007C-D7D1-3C44028CADB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849B977-D946-D7D5-FE68-6A8C996CDFA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84E6907-C5E4-7600-EA08-7C3F9475597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8A79E33-233C-BA4F-186C-98F983532E5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6CF7FB1-A48D-0496-157D-BC2170E1FE0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3959093-B2E9-16D0-2AFA-7182A136FF9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A2453A9-AC9D-C1D7-27AE-B6A39AC387F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519670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445B4-1251-E58B-436F-EC3469D83E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E6E7EDF-F2CA-58B9-F916-BE4F87042FB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FE0EF9E-C89B-BFA4-4777-07AF82AB94E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8FA139A-DD11-045E-6791-B6AC61F1E89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A81864B-16E8-6900-44A6-437ADA8F9AD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8879256-8C41-7222-3659-FCB2AE8EB1D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EC0B35D-85D8-6469-E08E-81B39C90311D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D2776EF-5386-E5FD-D05F-B5BDC8AF540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3EDA8A3-34EB-BC76-423B-8EF40E8F57B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FF1A129-5FB2-A56E-5C21-1FFA67D8E27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852F6F0-A261-86A7-04D6-ED00C729EA6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5267696-9652-C97C-B05F-73F3862895C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A2BB3B6-4F21-AFD5-9911-8985D9A37BA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81ABF9D-5EC5-BD76-DD40-1E3F00FEAD4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C43B3A7-2483-C197-BBE6-B186A5B433A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5B5A389-BE59-039B-42CA-C40FD5056F7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C07810A-385F-81A3-81C0-A6F38781C78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4B7FA49-D6B4-1872-65CF-AEF3FD24058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D953D74-215D-2B8C-F591-A8C5BBD4963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E97B0E0-325D-5B4C-4DAA-F347D7D8824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4101133-D874-0FCF-92EC-E540D0D10D0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9EDB2F1-3855-45D1-FB02-6137FECBC06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3CBB3BD-725A-3C39-C287-4F2A06AE93B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FB66A9A-41E8-363D-D174-0E49B6B8E86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34192C8-3809-8F10-8D00-DC3AF94BC5D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6421A15-EE61-4BF5-0174-E5969C9DA31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9C3DD40-4D66-0570-090A-EF9E37023C1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7AC1FB3-AC37-00C9-6D66-DC859E4B60A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7A80540-D728-9A22-7E90-570E35D63E0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1413355-6125-64C4-50A4-40012475DB7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75E529E-4B82-4CAE-4056-40D13A8DFEC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EDDDAA0-6A01-87C9-487F-E27524F7BC3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87C2F42-9770-7C6B-E5D0-8897E4903B4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73F86CE-A7F4-D2A6-7BFD-416B145F5CB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A9BCE49-6285-EEAF-D9B0-29BEB0FE128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1DD7687-F613-5FEC-0879-32BD647A65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BD5916A-7832-9740-4AEA-D75501ABA3C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A9E103F-27FC-A7A3-8ADC-A7B15FE6B24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AF13E5A-7F07-DFDB-C637-F36EECDAD81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FE8CA25-7B68-D1CE-01B1-20E1E4B30D1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13A448B-9A54-615D-1517-55FC53D473E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4E848CE-B072-2382-663E-7BE81427A6D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AD7B6C0-895B-3E41-F94F-972245F190F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B1421B7-699A-DB45-D869-BCF34586832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0BC7653-24F5-D38A-3E9B-D602FE24CF9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26967AC-74D4-2C59-1214-C6923A62824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CF93687-DE64-9A61-B723-4B0BB9F26A1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4428B91-D814-EE7D-DB93-1A08C9F64EFD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E6BE226-08CA-828C-65B4-C3F0DAE53CF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0CF783B-DBFC-E360-368B-331FA59BC5AB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CC08A0B-9994-E010-F012-6B7F0F336B4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9D05281-BEF1-A150-1803-6E140F81A00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C4B6C0B-CB45-3C74-3C72-A217978B15A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8E062F0-5CA8-A8E9-2D4F-5478E50A5C0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40DFE21-2A99-5BC1-013B-4A160D9A945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A120EF1-A842-F5AB-49F8-3B185C4C0F8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93AC503-A370-36F9-0E10-BDC6AE47DFC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BA3DAF9-9509-7C70-2073-B6AC562150D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3B06C05-F214-052D-6EFE-D14280F3200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062775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FD291D-DE5D-8434-E5F6-B03A352FE7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82338DC-4E2E-145C-C84E-74DE2FF6036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FF437C7-6D15-4B3D-D1BB-F9517D4AC13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5723A22-CBE9-FAE9-BE99-9DFF566FD45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4C28FD5-55C5-5A9D-B593-2F8168B75DE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798ED62-955A-4BED-B578-02F09629ACC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FD9697C-35D9-40C7-C6ED-6679EE28A33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D017C93-597E-648D-2524-F108C2CD766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44C2500-EEB2-90EE-21DF-D6E86103F68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3D2A1A7-C4C2-52AA-2669-511C2D40926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C710526-786F-3B27-00BF-0A676A5856C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16A195C-9514-D40F-6F37-07BE09C5032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44B225A-4369-8615-3CC2-D9F8D14DAE9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0185603-E47B-84E9-869B-EB53F28978F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EAF2BCB-567A-1A68-0BDD-DB03866F151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CCF9A25-F650-D583-EA3E-B3B74D0261B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CAA4F0D-0525-A522-9A6E-538C13A19B9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B64D58B-4695-EFF3-1901-D309F4B5A9F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08D6FEC-EA82-43DF-F04A-59483DC24D9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83D7D2E-87E0-3B7F-ACA1-08886EC24EC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9EF9FD5-B494-53FE-409B-10F41F57F82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FF113FC-3689-04F8-058A-3D5F163F100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D6A1939-1DDE-24B4-31B1-E34D98E1696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20E4DF6-488D-FE2F-9C05-0391C5EF778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61D7BAB-8CB9-9335-F728-1D23C16F362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ECFA287-F912-64C3-75FC-B2D73A07C42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9CC3185-84A5-7181-CA8B-02253EE253D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345B5F3-BE77-00E0-610C-56F7814253C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3EE55B8-7038-C8FF-D894-07D2054307E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69B235C-9610-6194-70E3-C106B1860A9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FABC845-BB6A-F070-C56B-03F3678EF15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FA9A5D6-DC0A-D4E7-2096-6155B9A0012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9162B4C-CF50-6B6A-FC9B-4C163AC73C2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E9E1C35-63C3-69E4-4AD3-1F19014ABBB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3E10FFF-228C-EBC8-ACBD-E65325DFDE9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9B6B3BC-994A-C04E-1D2E-430F7319CC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6F53D1B-97A3-703F-EB15-5345B1B2E88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A8F0797-7EB9-7AF6-5556-ADAC7EBBDB5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C780759-3404-3626-636A-76D45D9FC55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D7414B5-82C2-A3FC-5428-6323C388EF2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95D823F-AF08-0B25-944C-B276E18F6D6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B1502F7-5637-C50C-1860-2A4DF9693A4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C7828757-3994-D8B1-D51A-EDB42F2E25B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61FF6A9-A998-7FF0-E1D6-8EB93E3AEC7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38B6755-AAA6-5309-CE9E-8D6EBE5A8BE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3D8B976-D00F-3F87-2522-4459B169B07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C89113C-D318-4374-CCC2-0463CD24212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94A9E65-D475-D311-5506-47704A98199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E5FA22C-39A0-9E63-3682-54FEBF872F7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C7DDD09-4F73-BCEA-53AC-DCCF0AB4329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122F3CE-A39E-6C24-9A18-5601084EED6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0D26A0E-0464-9602-7AFB-EF00B0D12B3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7EF4889-9F77-B29D-46DB-DD825B7DF13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C7535C7-CDAC-69E3-C4BA-11C5D0403E8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5CFCC5D-747A-DD43-1567-090AFFA3C91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16C0AD8-A228-7D4F-4540-E43E4EBCA10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F9B74CA-2E96-2946-3171-4A56C0ABD84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CEEF4FF-B1BC-0972-0419-ED65C3022F0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7F71B2D-93C3-ACBE-C347-0BDB241E529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73106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BF51A8-9CE7-2E64-CAA8-563D91144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CBEFB4E-E0FA-C095-6BC1-0A2BDC6F920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E9D3048-6D28-B3A9-5A96-8F87748088F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4649011-9F2A-81DE-BD3C-FDA444D7285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05E1190-C60D-29D6-D87B-390311A32ED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6235EA4-5AC3-6A21-0695-ED4745CF6A5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EDB3A2C-E07B-1C12-9EF8-5EA8CA360E9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BB63FBF-8811-6EC1-BA70-866418C0602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A7035D8-1509-FC4A-03CA-25F98C7DE2B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6631CB8-80C3-7B4C-1783-F7C21C3FD28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EDB0452-049D-A76D-B2B1-D74D9B7909E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6796CA2-1607-E3FE-48E4-BB061A1CA83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D84EB75-A4E8-562C-6B33-7F7121D1AA0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CDBFB87-704C-178A-26BA-C22741AA111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55DD91C-9F4F-3F1C-975D-E1164DF1A34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2E3FE49-1EF1-3B96-4227-F5D0D5BA78B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536F1EA2-D884-9C9E-890B-AE9FA3AA0DA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E9E4BB5-4EE5-489C-9598-23FA9B5F785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46F9F24-5A4B-0759-8A6F-30CD484F1DA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8D6CC76-D4A3-92F6-999C-9D7416BAC0E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3DABF5E-A6A6-1263-0435-C80D2C1D34F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4596FD5-157C-28F8-0514-CC06189D8B8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28D57C9-1297-9CD3-1246-C3C919E8BDA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FCD3ED7-033A-63E5-BA95-BF571FAF1DA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51A26DD-2AD6-523C-913E-8A95325A859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43F56D1-B0CD-8E0E-3231-F9699269759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5407A8A-92DD-2470-F112-91D86B940F0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BDC76E7-0D57-ACC7-2D47-198E7D60EE9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92A951F-DB81-AB9E-A4E1-46155B814C1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E609C88-9DC6-4DE4-EF3A-C3D8EC59C06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6811F30-BB23-A17B-5EB2-5E47FA7F1BB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176C911-A5B9-EF52-84FC-96F15582694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DBC3FED-6C85-DEA3-B815-76711327DD3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4FCF48B-F418-DED5-6C38-20AB8A9CE03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7C8A269-2328-6EA7-3FCF-55FE8C39EAC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4E2B73C-0ABD-ABB5-2B96-D7758C8EEB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2926EA4-C05D-B3D8-2BF6-9390AF10B6D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CC3F906-FB9D-2BE7-A3D8-E95AEC856C5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284E3E5-C0A3-F328-E7C5-60E71BCF6E6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2E57074-9164-FE17-9214-604CEDF47C0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4130982-FAAD-7E46-A247-33B767F22E8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21BE86C-AFF6-813B-FAEC-C744E02BE17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297FA77-40ED-C99B-EE47-C92DDB2102B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64B16A8-6DBF-0C98-3DD0-C6B40B16151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6FA5917-9FDF-EC8A-7DCE-8B19387AAC1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99DA606-ECEC-5456-6FF6-6EA62EFCC9E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FE1B39A-2CF3-B5F5-0655-0191EACB22F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9F29ED1-1A3F-F1D2-D2A2-2F60FD8F58A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D681955-FF1F-93E3-0F96-88752273060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E94E076-C890-2ABA-83D8-87228240F7C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0674BAF-A7C8-2584-EC55-5C036A1935B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0E64E23-0E4D-298A-66EA-EC73DEB76E2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CD22851-5180-1C31-41A4-28740BB35C3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2F916C2-148D-89CA-1794-1A4B5023EC3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CB909FF-1EBC-2409-9E1E-E0570D6712A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6CD9376D-FFA0-A136-7C80-57352E33B52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C42B8B1-1F77-22B1-90BB-50139265E64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7941CA2-B155-4DDA-A096-F72A03D86B9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9BCCBC2-ACA8-2150-A57A-85D4345CFC6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263389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6AB3A-6468-0285-AFE5-4706AEC073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1126DCF-30E8-3618-91FF-B3D95D7DEDB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CC15724-DB79-FDC8-BFD4-7720ED91771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3D1EFA5-B5D3-88BA-7EC9-6EB3B8B52CC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3E3A84B-725A-05A6-6C8E-92F709313F6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745C1B4-FCB6-EC21-AD3D-1B6015726B8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2CF25B1-A37A-DFE2-99A6-C99D21192E6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5FBE4C0-F6B4-A46F-A926-D2D050ED10D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A0FE539-5AB4-6BF1-66D1-8355647A9D3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2FB4EE2-2B83-2149-F583-E7F4992CE4A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D221BF3-2765-8372-A28D-64163A1D193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23AFD10-B150-44C2-0514-51BDD5F82B7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BD61D95-4284-2435-E222-A59E3B6F9B2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96A4476-7A46-DA97-A0A4-05264831FA6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AFEAFEB-4C3B-F54D-5EF4-16D1AF18A23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DCA2EC7-A105-816F-20CD-885F97F694E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36991C9-D99E-B314-CC65-93C01A92E93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342C48B-8150-8734-0A3D-B83C031046D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C7F4A5F-3DF2-1E6C-E52D-FD771485BCC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33C2351-B0C3-EA09-B4FF-34E74D3C0D0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3BE072B-3D28-63F2-CCEB-18DDB617EC7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04FC9E9-23A3-0603-9538-A7F14438CE7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AC61938-8228-5387-4AD5-94F11984029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37413E2-977F-7BE6-CD2E-2FFCA141B96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106CAFE-D422-6CE8-A625-A306C914D29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01507E6-A811-5C09-C9D2-1F01F772D70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DE9CB5A-975A-C05B-FFE9-70179C0C3E7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0B715FC-A6B5-52F3-F9BB-C176E423EDCA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11A9E1D-3F5D-B5B8-949D-68A71DBE7FD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F7C143B-EFD9-B9D4-EE15-D83D44B069C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A72F445-0500-0FFC-DA85-D3209DA36A1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9928641-5513-2CE0-BD3C-0C772E05154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68D1A9B-9AFF-68A2-937D-8C7D30C5CDB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283150A-7C45-5FEA-5F2B-C29E31C41FE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0B1CFA8-2CC1-0115-47E7-77D26041850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D145035-A490-13BE-E397-499AA45020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DD36E72B-4B3C-C5C1-4ACA-57F7930D67D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6A5942F-4D67-5C6C-E2BB-89F0E5AC874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5DF6284-E040-5E0D-74DB-D258DE5F339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01615A7-6F12-1439-36D7-6AB89779990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172A0EF-43B3-2F2F-A3A5-AFF79BAA2B7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AFE161F-88ED-F537-23A2-2242A4B2326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61BA3DF-4E37-51DA-23C6-60E379B4666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BAE6712-69A0-2227-019B-D80C5E2AD41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C81750D-674C-04B0-E8A4-C9C3C09C643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8AC16EE-6AF5-43DC-9167-7F6E61AF304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F8090A6-9941-9BE7-7E6E-1961D754FE7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DD8FF1A-A8C7-09BE-FC6D-97E514FB51A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8DFBD3A-311C-7FF2-B963-EF3D080F59E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EA0A4A7-4B7C-CAFF-C263-3B72D5F135C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A891DDA-08DA-8B43-5132-B2BC28C8A27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1BD943E-E5E6-2F92-E71B-383D2C9321D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53C64C6-7A01-EF29-0F58-B987BD6801B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83233FF-997B-A609-41C2-A7E3B387147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F67B7AC-EE62-19FC-B6B9-BB7CA315389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134FE6C-2CEE-7EB1-AE47-45D314E3D40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F230BDE-57BF-441A-37B3-2D21266E5C4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9BC5BCB-C927-58C4-B731-843408EF38A9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1F6F737-FC09-5F94-78F0-EC1A5D84921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497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4C027B-D36A-B307-74C2-A06FF5E580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86017A8-14C1-FDF1-F173-E6FE1295107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CC77EF9-CEF4-8EA7-45BB-175F90C4B49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7D735EE-F86D-01A3-CFC8-EA441AFC4EE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187C216-D6F3-5865-3D5F-7561C8733D7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CB824B9-3CC7-CF88-9AF0-D3093C53A0E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3723615-B0FB-1C39-138E-05B6B2ED759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65884F0-57A1-5937-EC93-F65A68399B4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ED51C6F-2915-5845-2098-69FDA993094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12D347E-8BB0-1101-0A1C-AF32C1A11B9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BC4A9D6-D2BD-6F5A-CD0C-4013FE91C3F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28283EF-DA8E-008F-8900-CDC053A401D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E39B048-07A2-744A-876C-7F31E9A6D1F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6285D93-6D0A-8BCB-920A-DDE395A9A6A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3164D6D6-3A30-36E6-78B0-5398949E937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1566DBB-23BF-B592-40A3-345A8110620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D3E46A4-A1DD-C8E8-DAC2-3B395606B85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57CDAA1-092B-482A-1AAD-F78DC892150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63BE5F0-E072-AE94-7755-43596F4F3A8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B1A8883-6198-9ACE-B7F7-3A31F1D5D57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4E8A90B-A984-1504-7724-3738EA818DA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50C33DD-28C9-C90D-9AF5-8F44B6971BB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68C7FF1-0B3E-6FD1-B376-3A720D18D17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D34D73A-04D3-EB1A-58A5-E908881E1C5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3BEEBD2-3BF6-D081-DF2B-6F1214D650F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159C0A2-F54B-3D2E-08A9-A80A600821F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387F126-6C63-A72B-4018-D073086A0FA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96210DB-2510-A5AE-1053-64E49E16AEA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ED474E0-64BD-5D63-0AB9-84F9F156D16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4AEDF32-FA88-71DC-6674-521AE2A73FD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F3F932C-1233-0823-7D41-25CB925A8B3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9294E5B-8F66-7F4C-20AA-61A469D5247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770D098-80D5-2449-BC34-6AA1570FE2C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A3D77D5-52B6-B6B3-18E4-718A715A405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4B39D43-16A0-F6C6-D893-80680A70CF0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474FBF3-54B5-3773-2735-8E8616A9BB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00771C0-CC59-7B9D-E80F-8B1C075AEA7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52A1872-4570-1F9E-E574-17110FC6790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3FBC005-8E62-DCFF-5325-07483CC27CC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4291ADF-2099-E1AB-BEC9-C47654BE38C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94F7812-9BFD-CD52-EA91-88A1E40D567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39C2CBF-5ABD-7F89-559C-3E5A1F68947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D8FBC6F-A2F2-69D9-C14D-D01A53DA94B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3CE2063-2261-3996-4F78-C03FE0C584C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EEA3799-D90F-EF19-7087-057ECD2410D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F260792-53FB-847C-B005-EF6A694A344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99AFD77-AB30-2253-D1D8-B203A522F77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F789033-BFD6-9BFA-1E1B-D3B26454F30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39A959E-A155-1536-E975-C0D85903453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C147FCF-F189-D664-B4DF-EF266A82900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BC16328-515A-FA7D-FEBF-6EB55AA429A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B2B119E-0307-3CED-17AB-B1E05432697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830B97C-D37F-C21E-F85F-D5BFC862AB1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26B8441-F114-E197-66AD-0BB5EA5E5DA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80811CE-F3CE-A374-21AF-BF86E2CFC4C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BACCF38-D51C-C89A-0644-A01DA69AECB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4777471-9173-58DA-859D-3377BCA0AA9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C1140C2-F609-40FC-F5E7-02DFF084778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E8C4365-B4BB-95D7-319C-A65BA70E4F2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201948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3162FE-A553-A8BC-11E3-5489A6974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C98C647-ECE1-F185-6CFF-1F1115EB425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0345E09-FB18-1A5A-0AF8-749A68DEDC0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DF0CD78-0386-C5F9-9C5E-93889A71F73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B47F92B-D1D1-2FA0-2255-D8AD3CE80BE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1F396E7-17D2-C261-A0EB-F1595D78BE7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301C042-45A2-2FE3-2341-BB324F059A5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DFCB162-7DDC-07F6-0DEA-D6C4D8CB41D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59A69B2-0670-9DBB-502D-94A0D4410ED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D382EE4-5B68-E0DD-5F86-3C0DF3435DE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2C21038-B64B-42ED-8334-8A1FD7FEC6D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CC2B4E1-0BC4-AC0F-FF16-DCC34B0307E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D28ADC9-DB78-D933-0FE6-3F4156F622A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BDE3921-78AC-E461-7157-5BA0E2241E6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282A12F-4643-3C3A-1C3B-1807AC2F71A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6E5E280-5828-FD20-94A1-EEB5C9FDA3D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989966B-9274-4CCF-9A24-493907C1D96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13A51BA-0E09-F630-8BDB-88A238A53EE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F7A4230-E696-050E-AD2B-25B15362854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8523E8C-821C-B20E-7A72-08184170713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26635A9-FB17-23DD-7FFD-A7B59D5A773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AFADC99-46C1-9937-A9DF-69CDBE58495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32D4168-80A8-EA0F-82F0-F2BF4553F26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376796A-964D-00D4-8316-9D415753952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F5250B0-E83E-3446-6EA4-02B42D0C4B0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2D5A5EA-E5A2-783D-DDFB-566253AFB6D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1B35926-2871-D264-94AC-26EC17F4244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122002A-D2F0-1228-A70E-5D0185DA1E8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3C086C6-A5FA-C2FC-E970-AC0D8BD7D60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B52EBC2-EF86-814C-DB24-BFBABD1ED3B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8ED5D5D-7F52-F7E9-8F0D-89C19FB4C37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514F23F-B6E0-F30B-6195-446577726EE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A03BF52-E9FA-798B-9C06-1B201375BB7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FE7CF9C-5EB0-0587-73E2-D715A0F7411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D3B5C61-9337-8CB8-1AA7-C3A4B8B0F83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B821B48-95DD-60AA-2D2F-CFC18A8F3E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8E2D5A7-A381-F2B3-69D8-E75FDA0F15A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D71DB03-0905-938B-5D24-5877E8079F8D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EB499FC-897B-07D0-4CC3-303E4E08035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C21E5BA-4F43-C81D-7A94-E426AF02092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F580878-C9DE-2A05-FF34-010BF7AD234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E93CF58-20CD-4FAB-AD43-8D360692C3C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DEB5FA9-3E15-DDBA-B2C3-399130CDB10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E4324C4-BE42-A142-9337-B2A47538ED5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38C165D-EFD5-D821-16B7-44995F32CD1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57BF6E0-03CD-23E1-CD18-F6E4A8ED638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95F6FFB-CE9A-EA22-B7E9-2C718BE83DA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BF63EBE-4A31-D2A4-EDDC-33A41649C2D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04945F2A-2624-AD47-EE9D-D56313C3912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C0E8FBB-9229-F3F4-4491-4B93C567C51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4A13411-9F1A-A59D-4058-02DDBF37B92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DD3E609-F3E3-7B8E-0353-352666B102F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DA79438-F951-3C4A-6A2D-6EA0A1E5CFE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03FED9A-139A-7DD5-FA22-CE9DE5F2E71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3B11D69-E46E-8F87-811D-CA58F3300F0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0A64193-862E-8BF0-607C-296723F8529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C82436B-6092-A805-C936-CA7849F5097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F43BDC2-0704-3A3F-2B7D-7C3D5492AE9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4A2B294-20A7-589E-2E8F-E6E298C09F6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825612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E32C5F-197F-CCA3-AAF6-CED125FECB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A2D2FC5-643B-5BA7-3C3D-FC6C4F15AA3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43F6B94-3042-5749-E594-601083F0339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A359DA5-B493-71C0-0B3C-1F8CBB6B63B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5997193-69BB-74C9-551C-2791FC81CEF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3689F0B-EA95-EA4A-8A53-71E8ECAD26E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E31B09E-864C-1429-5035-235A99DB613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8B3AB39-B7D2-1B28-A841-25F5A6DF654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F76F8C4-89F4-5C6B-AC78-99B325BD9AC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49A48C9-122A-6420-8672-2F7390C5E65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B407F28-219E-0BF8-0B82-5E9D88734AC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423555A-F098-5580-001F-750691609EB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B441145-2720-A508-6AC7-1EEF8D7C168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25EF743-FAF2-D1EC-CD61-FCC76DFB879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71CE8B8-828C-C5AD-16DD-B5FF865FBC4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5AD2F19-4DA3-F4A0-7896-019E7A30E91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B8441D9-BC6A-A605-A048-C33D566737C9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1C07E21-3734-2627-D0C1-42614C15175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A74FFE1-10BA-C6D1-DFE7-6C9030500CE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4FBFDE4-731D-BD05-0D98-CFF22AF3C70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644C32A-5759-9C52-3B65-367B1F934EB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46D31EB-0E63-EC10-FBE4-1D498181F5E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8347A58-F890-3492-3551-237DA0C0E56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BAA93505-764C-F3EA-A246-2D9F18E6C6E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8F19D91-1C73-B37D-4BB7-878BF99E9D7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4BF412F-0B32-3638-F7EE-559B067071C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C3BD458-0A98-6933-35D6-02530394C9B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B5A900B-0513-D18D-3B5F-393A2C1A465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5DD3651-253C-DC61-8790-B6AFA6A82E7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7859C4D-491B-4D9B-8F2B-153638D6A4C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7FE7A36-5162-AE76-0EEB-72542586793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DE809BF-9AEC-2F2A-D20C-72582BD2AFD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253CCBB-3F0B-AE59-1846-39D7DF1863E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87C01B1-C94E-7BE6-2D98-73429AF15E0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3C28CE9-2D24-4135-5CAA-20296E0D786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6046A24-4704-66E8-69DC-37504E049F9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555A494-46F4-3DD9-4679-D200C82FC6B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3370077-D532-7C67-C2FF-60D546F0FAA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8E06607-2A8E-4839-D7A1-99B51E742C5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BAA6B61-EB91-3757-EE71-E3696C513DA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BBC65D6-9C85-C655-AF6F-EA6BAC229A7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40F8AC2-FB95-B411-73FF-2B2C9DE513A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14EC4B5-5B8A-FC2A-D0DB-0F4D9C23041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573D4E9-7DF7-016D-768E-7451D4E5821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58CE75D-0FA5-8890-45AC-744CB0F204F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9345D33-1201-443F-CC96-7AE00541B10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1B6E707-49A1-5F41-5623-828D03D1F19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A341256-3C66-7F55-EB4D-6021B2CF5ED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A26774F-099E-9F65-39D0-1461A574B01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0C30A5F-0EA3-422A-3E0D-07990EE8F8D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C184389-364F-25C8-F238-5356C3E5EA5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C2EF97E-385C-21C4-3BDF-669C0468A91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110F7FD-461E-9EA4-0AA3-2182AAF309B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BB231AE-86A7-737F-D757-DDC49FACB80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3461277-E25D-31B4-652B-6909D141C09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088CD5F-BC44-F214-34A7-28315EF0978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9BD8FB2-E79F-691B-3381-D5807BE8F25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E4FB9D6-B199-50E7-1A1C-C7B5A2AD787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B1C89F0-597D-5873-1F08-EE4A42152DF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107154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EC017E-19A5-D3D7-F7B9-3C5F3FD48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A6FF624-39EB-620D-9A9A-F14578586E4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F618FE2-342E-D761-EE91-94F73BE21D8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018DB4A-F794-6674-C707-928E5B74E2B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BC5E506-A046-3074-E10A-E5B80D16238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300ECE5-35E6-5F24-29C2-2C9757B630B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6EA2AA5-59A5-AF9B-7D32-FC5ACEF23F3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125737C-4CA8-80E0-E17F-43CA11D5372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01C92B0-6BD8-67A1-D906-87BFAD9D583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ECB561B-E5AF-378A-C580-6AB97B715E6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779CF35-A28C-51C8-A1C3-1ADBBA0B7AD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86068BC-8A84-B631-0F33-C43D323E3AE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64C7E67-97F8-FDCE-DFA4-C35D1FDDFB3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02D867D-C2B9-D48B-69BB-30BE8C42967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E6AE154-3FA0-B69B-B12A-2783F22BAF6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A2DA3A1-585F-8F00-D771-EA018F79B18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B2BD998-9293-30C7-1E43-EA30791DB7B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8CE218A-9514-B26C-A5A6-71CCC116510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D13FE97-86A4-2766-9FF4-529B5503DBD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1E2F6EA-7747-DAC2-3F31-105AF6A90B3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68D8F13-134F-71DD-677F-E5946CCDFE2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C98FCA2-7B75-BA4C-29B8-1B41D19E473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BCC3794-DC24-4A4A-5144-B7459C20B77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04F105A-5849-5CDB-78C5-686A69EE533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0EDB5AC-0DAA-5BCF-3E5F-18B956DAE8A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C4A9925-2B09-8C54-B5DF-FE246F01321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3F6472C-C25D-021F-BEE0-21851B0902C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00BC1BE-C8BA-2C65-BE4C-1A09F7B9CB6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B0FD4C2-B3F8-D89C-E207-6A7AFF2A422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7EB61B9-574F-6E8A-916E-9724A06C156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24D2B38-BAAA-F307-1D49-196A4033433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EEF0341-ACE8-8DAB-78D9-F900D97285B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F2F73B2-1C37-C751-5F7E-FDC0EB3FC85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FBB53A3-E2C5-214B-951A-1372012DD51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29E0957-EEA7-FB85-9FB1-250F61AF7E8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F519236-E303-DACF-0273-FD25DA0365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906ACDF-A11F-9C86-22AA-6968DF5CF63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C4B747C-B8D0-3C5B-E456-207C4F77F11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4E01523-0500-0975-FFC7-447CB36E8D2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6370178-1A32-B7E4-3D98-7EBA3D7A2F6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3270F02-B9F9-D39C-EB58-A1BEBFAFA21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75836D8-2593-1F31-3CA3-15927B67B6D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8451698-EB9E-6617-4B43-C1C49E4A92C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A10F04B-8AEC-319D-CF3E-6974D7BBE59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DD0FE99-7FD0-571D-2EB9-DEB280A00C3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936FA88-DEE5-5C3A-DC74-4E02E8C8988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9CB0537-79BC-B3AC-3D3A-DACDCD40FDB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AC5E064-84BB-67A1-1B32-43753C46200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F529E35-B7B0-27A4-8287-D7B6F43AD46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B10F9BA-2BB8-FC7A-8897-9B825D2DC77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E408A9F-3E8E-CB5C-01DA-091BC2AED7F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8C5B2F8-1F7F-142A-DD8A-12E5F32D31F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49AB34B-FC68-C8E6-64F9-471DF63B8F2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3B09672-5B5B-4038-CD6A-D5B5E1A9D3E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4798553-4DBB-AC1B-1548-C7D7A27896F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64829A0-190E-CB0A-726E-B268D24762E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8C5A91F-91D7-0482-2918-29370C2397B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C74C19F-FC20-20E9-7349-0601A155214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07289F1-0AB3-FB34-FC14-623FD8A79DD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08302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75CBC5-A7D3-533F-55A8-1F2C15DFDA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8E3274E-B974-2575-38F7-551FEF2E070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C8FEF13-701E-7378-73FB-903859F5F2F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1597E43-C1B9-A1EF-C523-B804499E571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7F803C0-FEF2-91A7-CA21-8A9AD8421B2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5A7A36DD-CA5F-6025-8EC1-CBCBAD7E6BF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AB13B32-C89C-3033-FD60-7C6153AD2A6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20F36B6-76C0-DDD1-C8CE-0BD56FB882D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71FE88A-77CD-4171-0D5F-6B1AB8A14D4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121F68D-E4A5-90BB-AE52-C731BB1F140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6B2F9BF-98EC-3EE0-53B8-33B82012388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6F7C966-DDA3-B584-FB2A-6294845C376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9347F9B-502C-382A-4CE1-2CFFE4DE641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B27C092-2EDE-3202-E882-33FA34D8B05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2404019-5895-CE22-5D23-54AEDE12F11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4B62DE9-29C0-46E9-FF35-7C3D7FA7E19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CE593DC-B443-0D2C-D754-D749BE2248E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8B2ED05-3EC4-6DBF-F18C-0FBBE0A81F4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7DA9676-AF8A-3358-FA0D-2217F9DD6F1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44528D7-F70B-56B7-14A9-8EB0799196A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4A25E16-8951-739F-3B34-8E4444BB3D6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32763E4-32BA-3549-9476-AE138FD5606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3ED468B-7E48-28D6-9E10-2D3FD44E6CA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83C22AF-4D8D-63EC-4310-06D0CC0AF40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C97DBD0-1EA8-3EA5-2A50-08941AD38D8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0740F52-A1BC-0526-17A9-097EB2A393A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F05BA26-8582-6CC0-6802-690EB56BE9B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C609FF6-3533-A966-D324-5568F550C85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998EA4B-EE1E-E0A8-9565-936F5ED9D0D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1FB5815-A824-FEAA-946D-35F45E3ED86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7925DEA-37D4-7903-B34A-2BED8C36452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6D91854-7C1F-7634-4C54-97ACCAFE03E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81EF6DB-968C-D97E-8CDE-81525EA6650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B800903-F1E3-AB07-DE4D-DAEDD87ACF3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D103686-4F39-4DFF-F2C5-05070136F1D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9488873-6637-7E09-4729-E0F786E4443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E3BB217-79DE-175F-990A-D2C487AF820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2952217-2E03-E00D-4A2B-EF3FB58866EB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F132F05-779D-78C5-3392-B9995DB8173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602D37C-42E8-B1E3-BA25-186FAE2EF66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C553DCD-4221-2792-25F9-4FAF1B27C4D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41CAA87-3EE3-5AFA-1EB2-256A8A14B60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06582C4-B299-A3DC-D155-D2ACAF90404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A1C80D3-EC5E-6C0A-5807-0C70B35C4CF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B2B0912-6E1C-76A2-9D69-5EDFE1EE503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0DE47B6-C371-73CE-5C35-7751796F6A7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F966E0F-C394-93F4-97E9-88A9B0CAC98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7E7EE30-2204-DCDF-7F5D-E34AD32EFFC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0AE79DC-C377-DD78-1B32-FC84EB856DC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D96AA92-B09E-FBBC-0028-43FC0133090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F845A90-5661-181F-AAEE-B2F7411144A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40D5C7E-32CF-8574-AB2D-82B0ACD4082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0503DC0-9906-7237-9304-3AC115A9209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EB2403F-318D-0EE7-0D17-4A02323EFAC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F5DC627-996D-0E42-DD61-0C0755404FF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C1FFDD6-FB6E-376E-B221-D9C76191F0D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B4CB12E-B169-674D-9D32-72DDDD9BDA2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A8F396C-9700-874F-6235-99889A0B827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D3F8331-37E5-62E8-92E5-46CEA14FA55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803688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448FEB-DBAE-21AA-A789-F13ADE6F59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74BC09D-BBC2-BEDA-E68F-26750C8DB7D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FF69656-CCE9-069C-BEE3-CE2AE78B27E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EC2018C-0D0F-7E11-FEC4-0FCA27DBA0F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50983B6-7EC5-882E-8D75-D843ABE798E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1A0562B-6657-6333-95E2-A5098D95B86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4A83248-8535-1EF2-F86D-6983DF4C21E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2D9D90C-5AF9-F700-3F1D-9F2A0107C8F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34FB45B-5420-F3C9-5872-F20A4515EEA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326BCD1-8282-742B-9AFA-36B324A5BAC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7E009E3-9573-224D-B373-D465DE3A660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5D78E09-29D9-ED51-4A94-F8E1BBF5A5E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57C5188-51FB-AD97-9288-3B0D460FF46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53E0A3D-887A-E47F-BF92-779F9A53D82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1F082B7-D88C-418E-3BC2-1D29CC18E67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B2E5E04-E7AB-0377-98FA-5691B76A606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8A0420C-50E8-BB77-AA48-A58A04327BF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CC9E545-B1DC-3C85-53C2-CC80861291F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E16E79B-82AB-BAA6-1374-F1244DDE3E6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068BC60-1797-EF54-7D2F-7E59DEFA7815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12CCBB6-B483-250F-691C-A254E919DF2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D803254-4CC9-31C0-C336-435958D6221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922021B-0DB7-E778-BBD0-4B11BA64108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89C6B90-0474-4176-8CB8-0FABBA4AA0F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6BA38CC-D2D7-5A84-1247-11A09BEB13D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0092D42-93B1-AD07-30E6-544982207A5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F979F0D-69CC-1344-8EDE-38263642BA1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41177D6-CFFF-BED4-8E48-3A272F8970A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7360872-F07C-C5D9-EB89-ED1923B509F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51EA387-857F-2C9A-6E49-FB2A82F0B52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C18A37F-F31D-2FD7-7415-F74C9CFB8E3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7A13125-49B4-2415-5471-91179862963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4DA0998-88E9-0549-EC28-0C57D0B37E9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BEFA88D-70BD-AB39-3E92-51C0885E049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4248985-5720-75F6-AE00-6C80AD94F8F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E813C4F-903F-1371-868C-65848FD0F2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8A5D646-2CAB-0215-FE73-80677527781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92A540A-3D1C-E01E-620E-44B1188759F1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3939ED1-2F1D-C792-E544-424CFF3D8CE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C5D8E77-A374-FC02-414F-6A7689436D1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AE0408E-404C-F2EC-5593-E40BC0E580B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0BFB8B8-E231-6103-0AF7-05547DD60365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99E8934-7A46-770E-C99B-1A1A87267A8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3D8BDEC-343E-ABA6-1DE8-4C8F0E5DFBB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B08E851-0370-D805-AA10-45244A31C9F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C50E995-B97B-81D1-3987-6FFBAD9F7BE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408893D-415B-3D7C-756D-67088B82163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60F9BFA-C927-40B0-3202-98BD245802D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E419BF1-7E53-F6AB-2202-5F87C12AB63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8DC61E9-4F9B-A546-A4A0-80E4EB1F965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B0085D0-A064-EA0B-BCFA-C67EBBDB8DD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D3066BE-FCCC-6519-A48C-52014A08A1F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5473261-9BCA-6DD3-83D7-19C8EF66728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6830BFD-33FC-F212-1EFD-9AE91A3630F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229F881-4030-5C17-AE9F-9316174BB32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E8CD58A-9D40-5340-F335-7028919508D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40CCE64-D091-F6E0-089C-2224BECBA26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4816392-D11A-E0E5-083A-AD1FE57CA8C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7FBCC74-A58E-890D-8C3F-23C0BCDBFA5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38188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12835D-C357-53F0-77D7-17CD08B26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0BA6B7E-2A1C-710C-37E4-33292ED3DA5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B7C6AD0-0CAF-65C9-EFF0-F4FED1C5125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ADE1685-07CD-B719-E06E-58C665386DC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3EB1C98-1E0C-B883-2587-0CAF5928243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CF819A7-7C2D-2A05-76E3-48BF99614E9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B57BB31-325E-FC96-17EC-0BB1D340AA5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FABD4DA-868D-E2E4-6310-A9B55393E3E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370FD33-0B2D-62A0-4FB4-DB1430100C1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ECC1F22-0A81-1AC4-5115-D4D86D808DF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20E58E3-B3DC-B6D2-AFF3-52CA4A9BDEC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74ED221-93BD-DB22-40C5-CA32F04216F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17B520E-B9FD-7CED-DAB7-B1BC7B073DF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F37DCB4-B93C-3BCD-CBD2-1617F45CA42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8BAD110-9505-69E2-CCE7-2689F916C32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ACF4A36-F363-004C-24B7-6CB20370D65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5338F9D1-D5F5-B950-7F14-C7E15511CCC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659B649-B7D4-91A8-26BF-A05A67778B3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D586BA4-2CEF-E28C-D589-F15AA66B420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6B2C918-2139-848E-C2FC-1DF06D28A92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8402300-03E2-9A42-40BF-299E809D3B0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32C6478-F51A-2375-83FE-7D6D99EFC12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E47F89F-7045-0F23-7DFE-44281CF96D8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15071C3-311F-42AC-DAA0-093DF88AC84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900C13A-B86C-F4A4-0E36-C7A7D5A3A08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002D279-F1EB-B1C2-8253-54D38A58A8C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50DB27B-CD83-5B4A-C2BB-124FB42435A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90C8357-A828-BEBF-421C-AEBD00A0477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A21444F-9B98-7ADD-FC84-C4CC7E5147B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2E2CBAF-A8B5-2C4C-D556-1983FC59F2C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21BA0A0-2B37-A625-38EF-284FCD309CA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415E74C-8ACF-D726-3CC7-8BA32536501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C6AC362-0964-CE07-8547-333615AAE7B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159E50A-4083-D1B3-4D9D-6978E716F4E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2631EEB-73F4-9C03-3954-052AF7E1187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13A13D5-50AD-94D5-0359-C883CED982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F7492C9-6691-6632-84A6-CAB16D910B0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4E5E232-6EE1-2AE5-C898-D8E95C765A6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15B80FE-7ED3-A646-C748-EE43F4D6355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9A7521D-B471-2347-0FA6-8F6BF522A4F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655BC2C-4CA9-C81C-A351-9C8F7881A38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B088A44-DBC6-F921-865D-3685850A402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04284CE-0BEA-A439-3EA4-5ECC44BC936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186C516-BFB8-5DAC-5F71-59E1DDBE499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256468E-2D7F-7E27-3D7D-066D14A3257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D47E860-CFA5-9D55-2C60-9FE53A3C18B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20CF14C-9103-C76A-3CEA-6B986389A3D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B22FE43-E2D8-D5F4-50CC-999AB5F6FB3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71881F1-7E9C-24A0-04D0-AD7CE2BB232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63A772C-A9FE-8423-197D-B2F7E27CD56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85EC65A-589D-611D-B044-9531E488FE0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2167439-D0FD-CEB9-499A-F7D5EFD9B85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6BF46A5-C0A5-7386-EE9A-E489A6F475D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77ACB8C-D2AF-7191-F81B-12E973E15E4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D088544-CFB9-0298-9643-914A0A0B54A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BFCD406-AA86-FAB3-3C24-764186AB858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F1BFE56-39A4-8C2B-29FB-0853997738E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48E9052-0B8E-315B-BBBA-EF192E0A1F5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A7492DB-594A-8066-B80F-55E10BC8E44C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060350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3BB56A-D140-74FE-BF31-CE80217A7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E91C82F-9335-8870-CDC1-257C9DD5A8B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BB74FB3-BD51-A272-611F-C1D312A987B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B4ECF78-E1F1-305E-BC97-2A99A2ED9B8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B43E01B-521F-6AFB-DA61-20A1F45A0C8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76301F5-2E23-E0D8-ACD7-F7F3EDC8FED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1FC93BB-424E-678A-D619-FEEEA15B1CE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95CEBBA-676A-BF14-56E1-6AEA3026D61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55CF1B8-B423-94D5-2B44-11A958118F2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7F311F7-649D-45B2-13BE-EECBB5714D5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9FFBF75-1960-1E22-A801-E2BC8C58D12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A4C8031-C1F5-36B1-86DB-DDD77F19CCB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C19AFF4-501F-9442-F17A-41489542E2B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4DB29E3-C7B0-122C-A3C1-5CC5B9C3F0F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9FB1F62-EF1F-E0EE-9FD5-CFD5E3F10FE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3D8EB92-FBEB-2766-8040-93FF6A735A2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8263B36-C828-87AF-02C3-FE8967C7792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5866DCC-8498-521D-EECD-911C8299977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76AE0FA-6670-F142-2D5F-8AFE0FB51D43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5C7DF36-25BB-3EA5-5921-2094A75F0BC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55C9708-3183-AF2A-D07D-B2F79C7D6F0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8DA997D-D6A8-3CA4-EFCE-F907E463C3C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39EF087-9365-D9FC-D7AB-4397E26440E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6D05CB4-C043-A754-6B17-AE1FEA21999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A34197E-AF00-D538-4022-0121EB75D17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2D326FD-DCD4-1B63-786C-A98274BFDD4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CCD0EC9-EA4A-C973-A3C0-BAED8A085F3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A9E4B2F-FFE1-F468-0459-2AF9839BA14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2DE8263-7253-6AAF-E7EF-C91A70338FA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68BBEDB-35CB-0078-EF92-FD6E71A8C97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EB2FEDA-ACC9-70E2-DC19-E7DFD96FD45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10F273E-8213-2C20-CB1B-7FA1763797C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2C5830C-A03D-5D19-409E-83655D24EC2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989ECA2-9A85-FA18-710D-522521FF40E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FC2AE5E-A5CE-45D2-4CDB-87D466995C7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CE21C1F-5CD9-29E5-8536-054FA0F31F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DA4EA4B-3CE8-C163-31AA-DB4E201416B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B3D27A5-43F2-71EA-48EC-2683775704C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F02D5F5-6BE1-FAE5-E5EA-E5E31B98B84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55B6544-D296-8082-9520-AC97547426A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4E8A31D-CBA6-46F7-7FEE-8CFEA748B60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A9811B1-6C0B-BE52-7050-CE30FE2AC7B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CAF020CA-A27A-2948-CFFA-5651D216089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B370893-230B-A017-F58B-E84BCE3108E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72A79EB-A363-0BA4-78BC-2328A170390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8A85F57-BC76-8AD9-CC98-816C73F1F0E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1114679-F46A-2BE0-873C-27A7694AAEF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2ADD65D-4F51-B8A9-0F8A-6E47FDFE9C0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1B4EE1B-2098-E40E-748C-9B7445F179C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7F20ECC-7D87-F4EE-A7B2-7EEF9EC7CCF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FBB5F91-B690-A450-2CDC-3A52EC613C6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D8DB646-D347-75A7-B859-130E1AC9F03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06F5B23-5BC2-9F40-B265-8C23484FE0D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03D839F-82AA-4183-74C5-261018CE684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DBD7C41-D487-F801-7B60-2C6A5A97F5E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3109D80-7470-5849-BFCA-DACEE15CAB1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EFD3D7A-52A4-17F2-DC60-9A0A05DCD96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16874CF-67D0-1F49-EE2D-D0E3E3DB246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C012A1A-D313-D82C-F254-DD5CB721D7B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403565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EE4EAD-34F2-11CA-228D-0856BF481F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CDC5D2D-A7A2-5628-1921-F2D3BB3C340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9F3B488-2A4C-A7A1-5355-4FD405ADA39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085F5E5-BCC0-38EB-96F3-66C6366DE5E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8C7A6B8-2CE4-6211-132B-E4BEDF23DBC2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CA788B9-3F2D-5E36-0996-FD4881C5C32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654E0B4-E792-79DF-DF91-0379B41FB2E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ABFF895-EA19-1EB2-6905-A941A7DF234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A98E2DC-C6BC-23DB-9B67-899401379A4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D878690-A269-4F77-36B6-EC7ED58E046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A70A004-3951-CDBF-5733-E466713769D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56E2A9F-ECEA-D5AF-B1FA-C34B79CE4A4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C270190-FB16-DA7F-052E-21C101E3D3F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A8F9049-222C-F92B-E7D6-EE34164B07E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27D6904-BC97-1F59-083F-CA721DB8F52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2CBEF6F-BA9F-6772-454C-F5AF5040CBF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07B486F-A592-EBCF-9FAB-C1333FD430D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4D0DE55-D39E-3E18-5D89-97FA08648A9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93BA46E-DA2F-E1ED-B950-74EA7A9AD63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E81F9C2-390B-B780-671F-AAA2303879B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BB769C2-5BBE-7E2B-1A1C-50AA3F02E77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3D20452-5993-4E2D-CAD5-7401FFB4FC1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FD3A1C1-89D8-BF41-7158-7835AE1B556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4736F61-406A-BFAF-C18F-097C15FAFF5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4DC28BF-2714-49CE-538B-B827E2F51ED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0B42548-A279-7D35-2DA3-C1E85913DC9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81ACAB2-BC02-0E40-658A-B8F35FAA3D8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8684E5F-AE34-BBF5-EC58-0B72DFAF097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0AAD1C5-10C1-63EC-9890-22B15BBA702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E2051CD-2F96-3C48-A420-CD157E1B62F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08C7996-4C12-933E-B75F-887F9334B55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A612E4E-1271-5726-BDEA-E8B06F21104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E48B018-3329-2973-248F-7883591233C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D5F576E-8E4C-70AB-F538-790F9170C8E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7632875-B9E1-F27B-9A2A-3BA9E515E88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6AECCDA-5AFB-A0A6-AD69-7DF29A0764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B427BA6-871C-BF8C-D900-7E6DC302EB2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A578147-EFDB-E81C-4C90-EDFEDBC1150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45BF1DA-4E31-446B-C6D6-0BB062A76F1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F9CE495-0952-4AF2-AC5F-36D5E65FF97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0EFCC8C-C40B-255B-A4FA-A57959D7CB6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9159F62-D4CB-2C33-8FED-A19C5FC772F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665A1ED-2AE6-000D-6DFE-DFC95F9D9D8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C64B406-43C8-C9EC-0C78-62DC69DA6B4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96712C0-B14E-E778-254E-6A3A4BEFEC9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55603B0-0EB8-F6CF-5A21-A277746B3AE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CEB2DA2-D899-798D-BE21-AA30983CDA3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FB4CA32-8ABD-8218-A13F-6A5C3D5F49D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BA1898A-F51C-562F-6B47-CFB9F9EA763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8C2FE61-679A-D86B-42AC-23BC33D0CC5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D750DE8-9D0E-013D-8E45-B44170EC059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658FD45-5AC8-11E8-252F-667DB28720A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93AD539-CFD9-5CAA-10C1-D7F3D335F03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F4DB0EE-7EF8-B919-F382-3A96727264D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604285A-053D-1428-5193-F0FC6CA87B1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4B9D5D5-B6CB-9782-0C6C-152C6752964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588F778-730B-89C6-7E06-E1C3D648C2E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5E09E0A-E15D-A2D3-A086-E5B93E6F28D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C181D1F-DBD7-5E6A-A68D-7B7D58C418B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9641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81D8A-9A53-E7C8-728A-7920CBCE2A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67A3AE5-A533-83EF-DEB9-DE7BE0CCB20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1B742ED-536B-FCAD-3CE8-2964CB3AE48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3773AE4-ED38-5B88-0469-2C38C6445E6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80C1919-AC98-3CE4-2B74-F042BAD6034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16E88BB-55CF-8003-F7FF-3B38196FE47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25991DF-D87E-F94B-033E-B80CA91268A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F221965-0E33-5285-38D3-6779A7D9105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49A4480-452B-5FBE-B22F-5AE39338880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3794756-40FC-BA14-8456-15474C4862E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383CDF8-5058-3705-51E9-DDD3CCAB034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1980CC6-E7A8-1511-08CB-31DB55D96F5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AD51CDA-1FCD-F30B-A6F7-0AF73F81BDE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99EF7A4-A8BE-AC76-4675-0FDE9E8E7D8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6F1BD4E-0FE6-6F5A-7A27-AA954CE8CD0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E1B8432-7DCE-D37A-03E6-0055A401024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C8AFD84-A78E-170D-FA6B-ED38C6FA11D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50E44C5-5C5D-7794-8B73-BA6BBD08204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AA6748A-57B2-6475-59AF-B71664A4234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7295BA5-E132-A274-DD8D-28A10EF75D0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CE2CC1E-9101-7CD4-8D63-05DF2206172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4A84109-785E-49FA-ABDC-66BDC8F50E1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56915B0-90C7-6FD2-D3C7-2FD7E4829C6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9635445-8C1C-F2E5-5237-5248E2255C2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548476A-96D0-EEC1-9BE4-2D35702A647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D6F49A2-538B-C320-E82B-3D90425F671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A0EE927-055C-7DA0-9824-26979EF4064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8EB9C60-9F31-B984-8C92-4D5999F1687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DEAD3F2-1060-C413-8934-9916910B03E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FD4A57A-FB82-E9FC-56F9-AEF17900C7D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800C844-BD15-D22A-D5CE-E1C296640F0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E7E3A40-BCEB-924E-5CC7-C9C20204003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9F97D51-F1D2-9770-D8B4-B7ECC2BBEBD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E20C928-36F6-765E-B5E0-0FF262AF87A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07654EF-1268-4AD5-A723-993D47A6237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C289B7F-E5DA-BE56-AC1E-33351042CB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CE67E6F-90B1-E603-B9B2-AA2C44E7B15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B962A26-5E4D-67D7-E94E-CFD4FF825DA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EC5ACA2-C42F-886D-EF62-0DAADE81B20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E271B02-432C-E906-540A-5C777987461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DADE37E-F32F-97F7-7190-096FEF71570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A784CA3-5FF0-B14F-43F7-EF850193F7F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1E9D32F-8481-1846-869A-FFCB599EDB2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1B34AE4-4169-D08F-6573-5080872896A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06B2116-54C5-F412-7689-8A713FDF2E9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1BAEADF-6EE9-3BF0-1754-C757325E74A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5D0087D-B9D1-BEEA-2337-BCE51943F6D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52A95F6-929A-7B14-1F94-4DE439C2D5E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FFA6E47-BE14-4535-F360-81DF3BD523F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B2C90EC-4B04-FE11-8DD4-28E247E776E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08233AD-B7DD-14C7-7850-6CE8A3DC83B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26936A7-703A-9AD9-1495-41BA683D0CCC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2577463-1941-7E0D-0A0B-963077B13DA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3597ECB-B167-6A5D-6D0E-D0E76DD7A1B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93B6CA3-FCDA-1897-C282-0F97F31DC91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1E3E668-7260-94A9-2964-639C2A90278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D5EE21E-4316-EBAD-8ABF-5CBD7491278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646A37A-4975-D6B1-EC88-20008A6D7A5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0E672A9-2B67-C1F4-E76F-A51D8D52F29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89372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2B6A63-3EF1-E804-682A-76B6F728F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47057A3-2469-3435-23F0-1EAF03456EC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994A8A7-F4DF-8510-0A2B-58A5AB06DDA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52F77CC-847F-2037-DD88-A080250600E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C436EF9-8C0B-5F0F-9237-DCB6884D70F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88D35C9-BB7F-A116-14C1-C5BFE51C1A7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C31F972-3D2D-DC1B-7659-C3AF4F28A16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B0C4ECF-E205-292E-8A57-E3A703CF950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2BD5744-F261-E6F3-0D6D-6291AA7CF7B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F6C4903-920C-48B0-6893-D247A9A2232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E0EC5C6-D0D8-5F6D-1FCE-3CE1B6BD870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33063CA-6E3E-3900-E3BC-CE69DA3590F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E097315-7E79-C7E0-5310-B9FA95D1E7B9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70392BA-B264-CB97-58E3-6BD4DF169CD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5CD15BD-ACC7-32F4-B6C5-DF3B0AE21F5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DB0DDEB-FE67-EA59-1815-C7B937911A3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D81D8D3-2D4B-8BA9-D9D0-41FDDB0088E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C51E3B2-8B73-55D1-6212-100D34E7DE9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0C3AE89-7A8C-189E-80F8-55F308859A4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391DF45-B317-D899-D686-E180B3A91AC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DD4B48C-9FA1-B474-17FF-DC6AF9A32B5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0934402-B454-104E-3BED-26AC7FFA2FC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119B420-1ABD-A6AB-06A7-3F75CBE00C3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8E9E344-6F08-A8AE-A423-C77CC414272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FA2EB68-B622-B867-909D-C2C9D242C54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7B8D2BA-0541-029F-F756-33A90857FC5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89708C1-88CC-5A71-FCB6-A29C856D248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81C611F-8D9C-162E-8307-E3C7ACCD302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15155AA-89F5-EAB9-14C0-0FEB5C573C2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F1E95C1-97AF-F2F8-158C-156DC8670D8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957C9F3-31D3-DF10-8121-8612230E248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152D1AA-EC00-F21A-2DC3-B860A1F0AFA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EE26AD6-7B27-B108-F4AE-108772D4A88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D679820-86E4-350B-99F5-A6DFA52F763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6F23B86-817C-9AC3-7D70-D7AC664D67C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F457298-CD83-4EB4-0419-170231ED2EB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0831E0D-10B6-A374-E71B-8383ECD1ADD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A213E1C-9E5B-2CB1-DEF9-9701BC9937F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DA44228-3B8B-D841-4025-57E72B5EED8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5D37258-B13A-1C2F-A4F2-506D9B2BADF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9DC2791-82F8-870B-E24B-99EB4323C65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6C54820-BEBF-A15E-955A-5EA54CD7FD1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7A0E001-0C30-527B-7601-1AC200500AB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57118CA-05EC-7775-BA9F-02BDFAB43E9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39E9FEC-DE6B-9C67-04D4-9F27F384EB2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C14A05A-E786-FA3C-E934-CEC628E1714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AF92D90-95D9-21A9-C5F7-0617D1B7501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D02406C-ECEA-14BB-84CB-025382C39C0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FDA0EFF-CE3A-FB79-7E4E-AC19298E52A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5DFE6F4-3F61-A240-0788-676D41C05ED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859D65A-7ED3-4685-0577-E0B168BF1E3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093F240-06F4-46A1-4CDB-CC81F726F7F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A8D44A6-5B1A-E496-E3D1-65A3119E90E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C86E0DA-2EED-4D5B-854B-9BB3701ABF2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81A43FC-01A7-9286-9759-A0A74E6A597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DF1919A-F1EF-5E00-D693-AB1EB936362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DA3A94B-2CEC-2ED6-E988-C9B5B79C3EA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DFA8D94-9686-B30C-9ED6-53CA5552877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6E4F57F-8B8E-28C6-4DB3-023D0E9E9A1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797877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0FDE97-2BE4-A36A-7F04-FCEE74366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F88E745-18B0-44E1-29AA-484AC8880FF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7ED58CD-E689-A576-0F58-4A36BC04A61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ACE3F46-BF62-4EB8-C362-1FE4AFC949D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EE1F8BD-65B4-81AC-631C-5BA9F3913BA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2ECED3F-BCC7-0D1F-F05E-425F9F94DC7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5F2CC7A-C8BA-6C08-B6A5-40FEA8630E9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CC7CAF6-3EDE-3255-B7FD-987C690A447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1218270-9127-8D18-FB3E-F9EB302883C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FD1970F-EA3B-81E4-F996-9069586701A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20F5201-9EE9-AE81-35F0-B01995023FF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EB68407-6CD6-B730-5912-EAB971DDA86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80517D0-9A8F-40ED-102B-E8820D5CE85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FB7659C-992E-2AA4-D8BB-F1AF20D60DB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ACDD67A-36D3-A8FB-8EEE-59D6320EFF9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DAD0A3D-7A79-0F0B-98B2-CCE4FCB15B3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3A1C9FF-1BD7-3012-CEA6-D10B31A7ADF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CEAE2C9-9ABD-540D-DED0-AFE76DE8332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3EE3A05-060F-EABD-3671-AACB6BC476C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B9B7EFA-4B96-4C05-C6EE-01CF83B7670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21400FB-A057-EA46-93B5-86B44F1FBC9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400CAB6-CBC0-6265-B886-C52166EB58B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7A08827-B60C-C873-C507-FDC65E6D5ED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1D78DF7-2D13-F7B8-7DE5-D3C11FB53B7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0C5E493-C022-5EE0-6E69-3E58C970F2F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1B3C3C9-50CD-F42B-67E0-980404616E6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FBAA9B0-26CE-D4A7-A727-0E8812949E9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4A2CF01-53EC-65EE-FA3A-43AB406FD77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CB30757-28C0-68EC-41C6-3F9F63BB3BD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6F3D9B3-E04D-81B2-8B1E-B0FA18D8E67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6A011AA-02D6-7E4B-373B-FF72AA8AD93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F3EFBF8-9673-0750-03F3-24F89F4550B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8EB0F78-0346-F75C-6FBB-DAC695D0FB2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85A1BE5-4CDC-52A9-9311-4070E58AF0B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A64D442-77BB-8CB6-7A5C-6F47B4C4D81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D844E8C-88EE-C377-C113-FC4966D347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DE831CE-9EC3-A2F2-5C79-C1435E875B0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767B905-2289-501D-4A98-ED847A3FA01B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225FF05-2BF5-7748-A23E-B289272C597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781CD40-E879-72F6-33EA-4CAF3F1B3BA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2B08513-059E-C0C6-C9AC-6C3E5A83CFA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B1B3D25-F448-390E-0727-AB1CEB070E1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2C93CAB-5F59-21F2-BC2F-ED3DC865956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8B483AC-2C43-8E39-76FE-CAF5D616131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EAFB0ED-3EC6-07BB-7AD6-0152CB4B008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4CABDAE-2171-BB2D-3540-904352EAFDA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831EA62-9810-A6B7-61EE-BA975E45721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22C7B5E-52B6-08CD-1320-49E64341855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B69A0AB-8C02-37B2-0519-CDBB31D6558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046B188-4B68-DCAC-79F6-95EF2E3F87A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CD5A0EF-0482-2309-E020-B581E8750FE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2CCA802-1697-9FF8-E9B4-50E49AF0008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4B8165C-7D06-BAF5-031C-7954B7992E0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1AC3722-ACD4-490D-63FA-57CBD4AB905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192802A-2633-54C5-CDD8-5669CFE41BC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1DA1A92-CEA0-B6D7-CDFF-E8CAAE9B0F8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E905E52-90DB-937F-6932-E404ED831B3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9130722-7B48-7E69-0DF5-816B25DCF71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4762E57-DEA0-91F8-585D-E30737DFF22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46163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2E45CD-696B-0613-0C9C-12065B5B25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A330A0B-AB00-FF18-9FFE-C7BC82AE1AA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3A2E423-20CB-0A44-BF93-72EEBB3111C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1F4B22A-68C5-64AD-3D38-E48A8A133EF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302F9B2-1127-133C-26A3-4DE51880EAF2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93F4293-FF34-7405-FD61-4E19C4C595C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D6D711D-98CE-B80F-09D9-FF57E583247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FD005B6-5D3C-4AF7-9134-0601DFD04A1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3775DE7-207D-5545-4500-DD055D25466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05C0681-ACEE-C085-D557-839E1F62918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1B86B97-B300-0812-C0D6-689A01E850C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C19E7BA-04ED-435B-310F-411F66E32DC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DAA97FD-2850-5E6D-4EAC-6AD71BB3FF1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D4B34D6-6953-7D70-A7B7-32C9C1FEE38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51B5639-1E93-72D0-8B49-A95FA8AA52E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BB0E52D-5D96-A8BE-7EFA-1CC986ED2CC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F185030-00E7-9149-05B7-A2282D5981E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313DD53-9C3D-0D51-B35F-AF1D8004776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EC2114C-F91B-CC73-AA31-D970ABD9D78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934F9E1-00D9-9B63-27A1-F480C54DBFE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FD02E7E-8ECA-6428-E51E-632E5722081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AD8AA2C-6C6F-4F4A-4992-18E0EA5A3FE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BE3CAFE-FD0F-ED08-2484-93780758053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B14C71AD-EA6B-E1DC-4C56-D78A0F06BA3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66B60B2-1DAB-3161-136C-EAE5D7E0FBF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0DF9806-56E4-98CB-D78A-2C6810D9EF2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63E8EA3-BE54-5158-7340-FFDA4EB41C9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9C3955D-6C2F-491C-ABC6-ED5B19E0305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C70F7A9-2C3F-039B-3236-A6EC44F98F7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CCDC37D-D9CA-E6B1-747B-79ED2F0FBEF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0ED8FEA-9393-F24D-0139-ABB0D6780B1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B5DCEE9-48D9-C3C1-5249-E118433440F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3687A23-0CE3-B53C-3CAF-531CD3C81D8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C2131FA-7FBC-92A1-371C-314C05A7889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2ECA463-F8D2-3868-55CA-BCDD2F3165D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E123981-0287-3F84-8639-69380E8CDA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BB714E8-B703-A51D-B66E-FE45DD3FCB4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82A8D9F-470E-4B0B-73D0-442968D7F741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615F226-C3F7-19FE-B675-9D2B5DF315A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652239D-2D93-7308-9156-98614E0905B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9E826E0-9E63-1AE3-8D38-E4B37110639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8060AB5-9AB4-57F0-FF77-2F5F6C9CDDA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8B4633A-89FC-2621-FFCC-C8561594ACB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7A0F93A-F35E-A2AA-FFE4-55D2D608E1B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610DE97-A4B0-1726-7ACE-201DAAEEC08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01B56FD-1904-2D3B-F156-24B51824416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5DFDA3F-982D-781E-88E7-41AA50AC525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EE5192F-41F6-8FB4-604A-8EA01B887DF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3705DE5-F3FE-F361-8BA8-B5921CC7303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7D669D0-5B5D-8848-8FD6-5BE9D922174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4AD499B-A142-9CF1-3AC1-BF3DC205A4B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D57F305-9F4C-B53F-9551-5FE280D4E4F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ADECC9F-7EB7-7836-B631-4FEB3D099AB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41C5876-0857-7273-90C6-A7E0F7E9C63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F019A30-9150-36F8-96A6-D8BE8E56B9D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AD0D4CF-6AE0-5590-75B5-E3BCF91C95E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001157F-2594-26AA-41D6-6650A1FD63F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F0B4052-26DF-C3C7-610A-FE55C7FD46D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D651C9B-EE92-4352-F0F0-7ABADCB3483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494853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6FC6A-F55E-15D4-30C8-B2231D2625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C2CD69C-A9AB-9924-C827-4B6CBE60FB1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F109CA6-ED55-5B2E-E74F-FE4398B7C0A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C9427E7-84A5-7EC6-2E3C-3814EB33B42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FF32B3B-6B15-7507-B19E-1771F263E79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9AC9403-0C46-4463-6CBF-D8D05E6BC7C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3CC4A2F-3542-458B-19C6-4F73BDA19E5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8FBB9EF-4E1A-3B83-9281-08A3431973F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BEB6C4A-8157-F1B4-0D46-D936AFFF052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68C5ECD-B675-2B97-5D3A-9CF5165D147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8F75D9F-8CCF-41CA-951B-BC605FCDEF4C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B27993E-C97E-C355-6D9D-FA6CB4F530C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58FF6C1-8D9C-4A67-4B32-A280AA8ED84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BAB9CF1-5291-D630-72AC-5D75CB0755B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A0E025F-69DD-B73A-20CC-6D175AA20B3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927FBE7-4241-11BA-46EF-3C1BDE2D579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F482EFB-90A4-7D88-12EA-6F33E2816F6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94E5490-67B4-227E-8392-7ADE195E8EB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4108D8A-1FDD-5C26-93A4-6288B9B82B6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7A69C76-7A0B-E21C-5088-C65B4CC1033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F1A97FE-4289-B9F4-58C8-B06205F86F7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3AFEE4F-DFE6-2C6E-FE54-A9DC3501FC4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D9660D1-8DFA-AC11-6F43-0683635DE07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8E54412-05DE-D521-DAC6-A61DEAB5A4B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40B49A5-4F0D-9DE1-A028-5701D82239C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114FEC2-3DD3-D072-720F-CF945BD2FE8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E819A2C-649B-774C-255E-6E3902666D2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5B33196-B1D4-C84F-0714-B568E7DB1FA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4B0815C-7201-6D48-B4D9-A73B87AACBC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48D8440-A241-FCC5-550E-A05F6CA220E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DF63784-64FD-0B47-6904-75B9C40D994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8FDB423-80FF-9A17-5F2C-601C1D8CBA1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4CD7840-136A-5DAB-5228-D2E992D021D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17E3F54-17D9-DC1D-A624-E62EAA0579D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F54762D-D6B2-2E8E-55DB-CCC030CDD4B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53673CD-4546-CC08-BB91-33D1526EAB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802CAA9-ED71-3A7E-871E-AA795408C29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BDA3C58-C3CA-606C-58B1-D80FFE8DDF6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9AE97B9-CD2D-0B18-62EA-CA26A3ED7CC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3F450B8-E3D1-2C84-F99F-91531637671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DECA40B-AFA7-4265-7847-4C77E550723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05E0FBC-36FE-B285-4F8D-EC5754C0C15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0787D96-2777-D3FE-A3A5-AEB76CC4576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A510875-A42E-4607-BD18-F0773A2589A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F496D02-106D-005B-C00B-1CC446007E6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55F0DA0-CC2C-F997-DC6F-4C3563CA59C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B630046-155E-7B0D-7A64-AF2C7EE8462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AE46C55-C49C-9EBC-ED00-7F8A0FE3043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05D85466-EAE3-D449-0866-FE2487A26AD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124F214-A550-548A-B10A-3DE5D8369AA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4CC545E-64D6-5DC0-CE69-462569507EE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CE0B138-C7AA-FF72-B1B5-616C9B1C169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3D7D348-A9F9-6D6A-68C6-597EA19CA87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EA130C4-9D8D-DC36-C897-454CBBCD69A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A0397AE-65F1-7DA1-7DA3-C32AC3EB09F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C7B3DF2-924A-FE02-6DD1-667485FAAA1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926BB85-69B8-1D3E-7B8F-55425995ED7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92518CF-7689-2F5C-C981-960D22B6991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C8CFBE5-545E-3C46-8C20-ECB747549F7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87703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932EA3-7118-B5A2-9DF2-8DFE4EC03B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D9E56ED-3F7A-A24F-239B-0BC81697242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2E4863C-8D81-2530-B68D-8C6C182D601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37FAD18-95B6-99B7-E0F4-89818147683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6473729-29B8-ADF6-1128-E8A2ECE12AC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ECFD3AA-5512-F353-042D-523959D2B22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A0A076F-BD92-FFD9-F797-BB535F87333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45C5BA5-D2C6-D2D4-1C3E-38F652FECC3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F54D611-BB71-654D-E459-27B6E9F82BB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66BBFC9-9223-1D51-DEB3-D550F023B98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BB3AAFF-C5A9-911A-1DFF-E418F8D2E60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E47B338-12DC-3AFA-FC71-CBE7BA99497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CBFCC18-44D3-CCC0-FF64-9B6E10BDB41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73781E2-003A-AF8D-29D6-38AD8B4A902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8E6B364-37CA-4405-6011-408FE71B6C2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4AEC27E-D229-5D13-A6CF-7995F34C060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E3C54CD-24AA-0E62-794D-C69B0B9C5EC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C5F7E08-A056-7C91-9968-5EF424265FC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EA67EDC-50C8-FFC6-66F9-F2A977F2DE7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AD00D13-0D91-6DAE-1ADF-B372C01881D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643A54C-8B31-0FD5-C0A1-7E0428AFCF5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55B3449-F52A-8EE2-CC7E-B0CB4C8AB83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7783A41-5269-5B4C-5382-4104AE32F85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2CB8076-8534-4B6C-A207-5C96421D581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0936072-AC85-DB59-1AFF-A5CEF51B13D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D46E640-BAF7-CBD0-E44A-0B30D18D5F9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41546A0-D919-A8B4-47CB-F753BBF2F94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30BFA72-7FFF-030B-29C7-6BD012B679D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237D066-7F2B-A722-DA67-623E85323D6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BB11BA8-220B-17F7-9111-BD1203812B2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9390CE6-8B8C-7947-6B8E-7E87E80724A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A67E6EA-29F0-5FB8-070F-12030C7659E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ECCA77B-46ED-8663-237D-5F069A721B8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9C7515C-C68B-4B8D-5623-95D64C642ED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58A302E-8D5D-C408-85E5-66772B734B1D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9EE8F7D-8EE0-A7E9-E33C-84BCF573AB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F5F0D18-142E-4BB6-5774-4499EA0C5E2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B10901A-7E8C-3BE7-85CE-945995D3676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25DB84F-B19E-C59F-C363-1D986AA49FC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61A46FB-5C18-4E38-A75A-4A1333ECCFC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2C3EC4A-050A-7FDA-A4A8-6B3CC2297CB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C9A3FD8-D0D0-2E8D-7DE6-90924F9F9C2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58B5319-5080-846A-C2EA-CF33605D256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6D3DFD6-67E6-6119-BE55-97ADE9F3042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A1F3BE7-38BB-C273-7D55-18534C32B8C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6683F5F-5A66-AF6B-CD78-62A8A83C72D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0739B53-B73A-7DAC-306F-96812DDA2E8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D5C388F-AE94-B13F-4BCF-D4A4C89738C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035CF25-9AF8-930B-9C3B-18836E864DD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079D20B-1504-903E-8AF6-7B37D0BA17A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CE6F904-8C8B-903D-FDE0-E28433482B1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AEC68FA-DDD0-BB85-A54F-648CD4C375C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7499709-328E-3BDB-B61E-65E83D889E5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9A87414-B0B2-0C09-CEE0-9D297173C5A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55EF162-3CFD-15A1-3F9A-703D98672C0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D67EC6F-7B95-A661-6A18-3CFC16B1EAB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2E5D954-DDB6-D2A5-7031-D23B79F5B70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0B9C2FE-9A73-D0F2-B97A-7144AE22584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666EF18-2270-1EA2-CC2D-226E9A39719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697579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B58135-6F92-CDE5-F96B-EB59CF6FBB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BA766C8-0166-3D00-1858-4E458BE20C2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19133AD-F9DC-C3D0-2A8F-FD5AF51850F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612BF06-0AA1-DB41-4A8E-53DE59474D9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06215F8-C432-52BC-21EA-736D6118CF4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7AC0794-B242-7589-99CC-F3536226602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531DAA4-749C-3308-C4DC-6C7AA34001B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F634AD3-C229-8AD6-FFDA-F5686C0253A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A6FAA7A-41ED-0327-0FC0-3899A5522FD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540F115-1C7E-5DB6-EA32-1636CFB80DC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DEED294-FC7C-5B9A-303F-1774007A3CB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1362D1C-2D6E-278A-E52D-548F7CB31B5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050E9FC-4C5E-B15C-C140-CBD817D0D51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116394E-63E4-E116-8534-A198531EE5D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0176F93-D140-4EEF-1128-D09ABBD7B40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21F9E6B-9CA6-1CFD-EB87-1E0A52C36E6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B49FF48-E322-4CA1-CCDA-60858D66575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A58D47C-9193-E49B-27EC-CDA87C35501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38D6C8B-5A18-825F-5423-9F7E192992F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C43D72B-581A-759F-B804-433BF8AE598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FF6996F-3F99-C384-4406-517496904D4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4820981-1D21-3001-53D2-6D23A1AB81E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B29F4AC-19D3-A118-900F-B0CF731174D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62DF766-39FD-DAA7-20E6-B444DF9EE35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EC2C06A-EAF5-8909-C52F-3FFBB5697CF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10FB3D8-E0C9-B51C-992D-E908143648D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ABBA118-2B6D-0FF2-590D-253A2161A5E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56FF452-A7B3-8764-E50E-915D217FFE2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E65E9DF-1CD5-E861-53D3-41C94D2CD6C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3062312-B8D3-43E2-1547-A6029F0526D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90527E2-F4CC-E220-CA7D-1E6715BC1BD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446E7A5-D184-65E1-5975-BF920547470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29CB730-BDAC-D127-9A96-0FF55EE1590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EF92597-3F8C-CF36-ECB8-93254B2CFEF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4C8D7C8-331C-8D6B-57BB-E64DECDE453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9F0B895-9A26-BD51-1584-0067D153D1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6AD7936-CF4A-DE1A-9651-AAB8EA52597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943508C-E4B5-80DB-1ED6-CD73EB24FBF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FA80514-BF15-0808-F8ED-1EDC4C9601D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B574D54-6AF1-E5B2-4DC9-FAEA36B9A0A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88F91E9-B691-40FD-01F1-5F876899260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4C072D3-7908-0716-12E5-A51E4BD0914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94CC3DD-8DC2-C147-107B-EAF5B9F3AAD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F2C1D7A-BC49-50C1-4B7D-365B7FF07F5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A0172AA-D3C3-35C1-DD6F-B50321533A2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BADE3AA-B8FA-1667-F4A6-DF5244C0361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703AD66-14B3-0273-7FA4-A69A9CB8EDF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A422E0E-B325-740B-5A6C-37AC44F884D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0AE490E-3299-E398-E560-81F289CD64BE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C091BB5-0887-EED0-2827-D748ED3CCB4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FF3E8A4-D5F9-DFA5-255D-ED6E92A4577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9C10684-5D8A-3DDB-54E3-816FCC2F2F3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78F7F9F-1BB3-1734-C7A8-504B161B915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C075D53-437F-CB6D-CC37-8F443882AB6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6C4FA33-A1B7-67DA-DEB2-642A4469E38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5D7D11F-1505-553E-B83E-8659B08A225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89C1D48-7263-0387-3303-D649236341A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7210964-FD07-A70A-2E1D-054A4A6BA34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17D9E10-0DAA-7A46-0185-374498A34F6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666753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480949-95E8-6436-552D-B5C8EAECF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3E768B1-718C-C7E3-1724-CAEF628443B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C128851-6AAB-4EE6-5200-A1440173932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161D600-C418-14BB-0066-448D0557F82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8D427EF-6674-B2A9-05AF-D24C96A603D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55B2A703-7C9A-EE4C-2D18-388117402D3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DDE50C7-A311-7883-9146-3840C1C6FDE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DD64D3E-4909-74F2-C07A-CC0A83E1021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438F757-E8EC-BAA4-F6F9-1C3D4A712BA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8FC40DD-AE46-31FB-AC8E-1E106023A0E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7916B3B-F97F-FA58-373E-07C944F874F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32BC6CB-1B00-8325-1303-6DD0E48DC3E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DAA9EA9-242D-EFF2-F754-7360D193254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FA8C251-3D23-599B-3BFB-E4ADB9CDBA6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B7FFA86-5F20-F854-C8BA-491C6360456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5CF225A-D4D1-E36F-16A0-657BE8B2553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3FD8FBC-D186-0DFF-8785-7B1A374F4CD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699F940-4048-1E89-92CD-B80F8731E0E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1032703-E6B5-5CD0-7770-F68DE63CD1C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BA26E48-4CF4-5D4C-47D9-CCC953E1A92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3F80C43-B0C3-2C2F-B980-4871B75E345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C032BDE-D59B-C37B-5A06-5B7D6DEC6DA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157AF42-9F33-2125-5F9C-9F647AD1601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CBCC0D8-FCF8-D5CD-F814-474413DC15F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B7BEE3E-6471-BBC7-2B8A-29C9845256E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4C7DEE8-9595-3C98-573C-D2F0E940F23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9B0714E-0A41-F5B4-5868-9522D15DE04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0948F9F-8A1F-F78C-89DF-380B6C28BE0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6EBB20A-28F9-2C3A-2EEA-4E2BC36A6ED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0796521-C69B-1D6F-4F3E-A27E9099720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ACC94AF-580C-4616-8460-45DB7C9DA6D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17B6C7F-1C59-B9D0-7C50-01B120A75F0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71239C1-9298-623A-9DA3-2ABB349FC9E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256BD58-87B1-5EA2-184F-EF31FB6D84C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14052CB-3E44-A1AC-6162-29C0C2B9990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AC39DF4-6531-B81F-41E1-2EF03860C4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DFFFFDA8-0A5A-E48A-EA7C-57801D5DE58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8578916-F26B-2F37-6BE1-8CF7DBA3261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3E649BF-2E81-9E6C-F6F2-66AF528EF1C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E0B9FC8-FE89-CCC2-880A-7665DC50DE9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76DF2E1-45E5-2BC8-DBF2-0A49DB4AF06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C7D049A-95BF-CC19-00EE-1E64F28B8FA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679E1FC-FE90-E7D1-34A0-268AC4BB049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6825A49-B9D1-AE08-6C5B-D44D29C9995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630577F-711D-0DDD-8E78-7BBCAE92B0C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2A4543F-BD80-7572-9D79-E6107A89CE9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5DCF2D7-C7E7-59F0-826D-B55F4A7C0D8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DCEEF45-E6F5-158F-5EB8-0CF3F3DBA95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3AB33D5-2C8A-2684-8CFA-623523201C9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404D0EC-BAA5-0AC0-D32C-DA5EA405D81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6B78193-7249-AA2F-271F-EA6F859A5A8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23698A4-4AA5-1F82-A651-3560396AAA7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536611A-45B6-D28E-85DD-762BBD4B4E2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604B50A-CFB9-1C93-AF70-7CD515BE03C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CCE1119-59F7-5ACD-2B64-868BC25AE04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911DD57-C59E-9409-028C-01D09ED0E47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560744F-A16F-214B-CD75-B84CB058603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0FDB6CB-4726-1DB0-6284-219DC6DCB73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E797929-5B76-871D-8E56-188A4B4C1F5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622892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8086A1-8D95-D678-9EEF-E9120EF1B1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334BDD5-07EF-2604-7929-1AFA2F642A5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9395446-412A-97AC-FAA3-08B03BFD367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8971303-D124-F2A4-A13B-9347608CB3F0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1AD9A46-3027-6DCE-4DC8-8DACC748784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32F104A-B7E1-3BC6-17F1-7F579391AC6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A3F8A00-0CA3-081A-142F-F04CDDAF4EA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9154A35-4E96-CABE-2F86-8C9870943E2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8FDB50D-4707-FE9A-65B7-BCDC77EA953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6DA3754-69F1-EF4A-8D11-E935DDAAFE7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D060AB0-EC56-3E29-AB31-616284F9E57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9AC8B01-20B9-4182-C038-3A49A1388BB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8F0E9AD-BE7F-D2D7-C654-DD0BA3CFFF1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74184E4-D80B-0589-BB06-55D0F3F03E7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0B4716F-3247-7701-3499-95F4E406A59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5DA45ED-27AD-9317-0703-7D057F58220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6FA783D-30DF-E80A-9EF8-00583541A19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602E015-7EE6-C383-F686-71F56D8EEBF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35888D9-A3ED-F47E-6D21-8B7167ADE723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58AC532-F900-3004-FDEA-55092535104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0FAEF43-5BA5-6DCF-2838-804ACD45456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ED56251C-6008-098C-D587-BD0C8B592BF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35AA2AB-DAFF-17C9-F1FE-9607DABEB11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7335322-7FA0-E594-D593-87F5B4745E4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C74FC59-408A-5272-52E4-C09275A55AE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3E6903F-FF11-2220-D26C-206EDEF22D9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FF0F241-764A-5796-5265-68AC5B6F97C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C9E3F15-BB01-2AD7-290A-0CDE2715A93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275F446-3ABE-9051-44BF-3E480964AD7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2152BB8-6668-002F-ED79-16C4E3F6B50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EEBD361-59ED-48F0-08A8-F0D7F0F9F882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4EC7630-8190-B530-2314-49A225C5A57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F9E05FC-C46D-E228-AC86-79D94D05A0B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7A7A51E-17E2-85BB-3000-A684BA1478D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E5DDB2B-112F-0793-A7B4-F9C7C3F2111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936E30C-19C5-0D72-8F41-481E5A7AF4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73269FD-FCFE-9F94-8BCB-62A6D6F3C4E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25BAAC9-FEE4-41FA-0475-61CCBF9EE7C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FB466BE-DEB1-D7B2-ACC7-26322FCE236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C3C6789-30C7-EE2B-F6A9-F2EB11C131C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8F10A63-75A5-7A91-AF25-0EBE164E40A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4981BEB-2BC8-3DFC-F3F6-5EB4D044212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0B5D125-4D94-CE2B-6DFA-A733C2EB3E3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B068A07-454B-3CC9-D571-8A93342BC82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A50BF03-384F-E6B5-BFA9-2FB23977695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F90216D-E042-9544-1A5F-0FF2CE45C56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81CFCA0-67AC-CC35-14C2-53BE0F030BC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8834341-A85E-98F1-474B-F68EC39B985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CB6F6E5-8594-DDDA-0486-1CB259AD35EE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93FE06C-73A6-6607-095C-DE98905D6290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8AF96ED-908C-E5AA-62DC-C1D35E1B1A6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B6AF706-BC0F-3C9B-07BA-0A8156CADC9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7AEAA36-8915-3507-1B1C-161D80E62AF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6DA7DFE-3893-3696-27EE-6EE3E0377AB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F31CDFC-0689-3774-08C8-6108169AE3C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BD7FF9E-9AEE-703C-A5FE-79EC137D9B0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A8A0416-D177-2CA7-A944-750D8502378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619FAE5-948A-87B1-920D-1DD4D4B6E62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422D84F-5861-3197-6169-BF69A24BCB0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1957420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4C40A-1A59-D746-DF7D-182D6EA662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265C95E-44C3-F4A4-0191-563E289A0F7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90F1184-BDC2-9141-17B5-2BDFE39C1D9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7DFC30D-69CA-3225-2CA4-7940BFED713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7698D16-2D1A-6367-0C76-652684EA571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A12BE7E-0833-8997-88AA-7BD1264E537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CE49BF2-2BCE-CC5E-B302-C793769BEC2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1D7516A-12D1-6B1B-B6AA-CDAD2887AEB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FD634A6-5323-85D2-34CA-E9B14E3EA25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D17A4B2-8BC9-FA5B-FDCA-CA5562E21F3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F3EE8FD-2B27-5456-B22D-CB7322B680D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E41F769-CED4-6AC8-07BA-83B0408B2D4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A48C0A5-1E7D-03EB-DA65-B7B40D22028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99ED91C-C2CC-69A4-B42E-219CEB0A03A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1A09873-8093-9681-E90F-AED0D0ABBDE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9A83A64-AA91-1D71-B9F4-9E7F3BF962C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D34DED7-ADAB-6143-4F17-C1EDCBC86D0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EF36C21-ACBF-BB78-42B0-B32AB2565E1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2385B66-5962-BEA6-D96A-BD03DC60F59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1FC43FB-68BB-03E3-9309-D08A673B877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A9F5459-C795-6CE7-F0B4-1900D6E1316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FAA54DB-DC00-3E25-91FF-8693EF834C1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EE7487A-6922-BEC0-E634-084079B4218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41B5F23-8A51-5E0A-1765-89899CC1BA5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A71289C-300E-8212-B244-22C17EADD84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6321DF1-7067-F6DE-503A-9FDED3CE4C4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61CA4A2-5335-AB7B-7E23-7E038F7E9EF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D778B72-F9C8-E7FF-18C3-21D5FCC6111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6E4B87C-D9D9-4063-CDE4-737FAE9209F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EC1E5C0-16F2-BE54-D1B5-94CC5B21D01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5CD69E6-C8CE-EABB-D8EC-DD404CE6326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68143FE-50ED-F117-A941-7F7DEEA51CBE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E68FD6C-CE48-FB64-A661-19C96BE459E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B718380-8C91-74E6-B400-0E5DD78D04F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EB8A2E4-0A13-2463-C9C0-F340BC24FF8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1094960-45F1-A0C7-8D00-2BDB86F138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191265B-1DE9-034F-AF05-18ABAF9EA10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4F6F11A-C7F4-FF60-1869-CCC81ABFDC6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147B19C-40CE-97A7-CD3E-05270432A2E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44E9DF6-7E98-8A28-F4F5-FAA7DEB9509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2D18864-033A-2B6D-C15F-F48E0FCD0C7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F63D3F0-04D5-75D3-4D6A-F9A4886582D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09AA1C8-CCE5-50C8-E36E-B7E1E2F3958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840557E-FE5B-01A4-70D9-DA1E886B8F3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55A2478-5233-54A6-A5D6-5A98E669393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FF6B556-7EB1-4505-8E53-12ED8F996F1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E26B1D2-0D3B-BE16-55FB-4F33C23D0D4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17C6DF4-C62E-A09B-E5CC-BC7178C3290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AC73009-1F3D-77BC-6EE7-18F58ED7F71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43AC356-60C3-2F77-26DE-2F6EA543A32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389EF00-3108-0537-A18C-25EB30FABAF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68E9AAB-BEF2-3502-5DDB-0B7780848F1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3E681A6-E630-4F79-D316-73E6EF5E442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BC13C81-6FBD-CEC6-266F-4A421A0F5F9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87F300C-047B-DEC3-3B23-7215E8763B3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EB28AA4-15FC-3D6E-EBB7-C8A2153A7BC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173365C-38A1-ECC0-D687-A5288210070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DF1334-BF76-AF78-626C-28395004903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2793417-FCD7-019E-FCDE-8787740EFFC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541895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A346EC-CA5B-6290-99FA-0495A1766E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45984E6-F3ED-B545-2A4A-CDA098F9BB6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641698F-042B-4840-C967-ED128BFE8E4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1C8CF40-5772-A54F-4408-75F623285F3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7FD8FBC-9F81-C702-D20C-13D189C1203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3525CB0-B2FC-2F02-1613-B55890CBD3F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9698790-9717-A71E-BD34-5DF0758DE08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6D624ED-DB33-029D-282D-F29605001E6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59934BC-5A67-7211-8DD3-DF1CDCB66EB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03FDCA1-6513-47B8-8181-5AE31415CFD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430F20F-DAB5-287D-DC28-8A8CCBB050C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0D8C545-A2E9-BA1B-43B3-53539F7AB72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EA91CC4-FB63-33FF-0528-AB52754C064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E3D4B04-185A-2BC0-32A8-7BF39A83541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E099162-C4F2-CD8C-B44F-F11AEB9F18A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FEC3E47-92F6-9C38-2082-55567292E27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12A8147-EBE2-553B-777F-EA9602CB8D5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D7D9C50-987A-1FB3-09B3-B8B319EB4FA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59A7DE9-6FC3-C048-F59C-8FD0B782C71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D730E81-2536-F122-439E-1FC56D2237C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5C8780B-DBDB-11C9-1A22-23AC8915016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55DDD4A-0910-8D21-5604-3697BCCCD1B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6BC4736-3F4E-0EBE-2FB2-565AA4B6896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E0A0C8E-E055-FE24-9F3A-9F81AE977A7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FD4537A-2708-13FA-560D-01DEBA1A411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12DC5DF-C8AD-ED25-4B68-2AAFC1142DA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C48E353-D48F-3ECE-788E-9B29FA89641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49B26C1-DBB4-B173-4A12-67D5386A4C3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143980D-312F-453C-2D7A-3C9FAB36419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D0F636F-2E5C-4442-E601-15B5178DD0F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C881751-0021-9C77-401C-4FA32DF0ED3A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8DBF7B0-1700-08D1-7FAB-00D1513AF52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6CD5E15-212F-8E94-585F-1888B2C18D0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1D12500-43F5-BCB5-29CF-0E727FA77C3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BB79157-0060-6EDE-F14C-302427048E1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2DCC529-90C2-764A-550D-CB988E4F46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5A090C7-9A8E-2396-056A-389E1A0EEBE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DFA96E4-0AB6-1587-78D1-D6C6911C59F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28D44FC-9E76-9468-5971-8F8AF04DD99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69DB3E6-16FE-D0CF-5895-D747B331125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15458EE-BCD9-F04E-10B9-4455D66BBC8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B456E2F-58CA-4091-0697-DAD2975C03B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AC8D8B8-2002-A1F2-84D4-D8B71C4DDDF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343918B-EA5C-B96E-5432-4AD8F922577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95B044C-A6EB-6855-6EA5-73A9215E236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0477BC6-DD41-A5C0-C82C-40279FCBF6F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22C8C8D-208B-24E0-D6BC-B1CCBAECD2B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11A5742-4F4B-291B-D9CA-7D7BB3665DA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A0519EA-7DFE-8729-9B97-2E5F255BDBE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FC356D7-CDC5-0683-8A50-0358365E6FE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71F62A0-C695-C53F-2F53-14266D8F761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0E136A9-75E1-DDA4-DDA0-6F6B3A6C44D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9926285-C39D-3EC2-F906-ACC7AF81DB5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1FB93B0-34A3-1A94-A84D-99C3993A10E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039A91D-2EE8-58BA-92C9-31DCDC33B17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7DA6D3C-9C7E-8B14-3431-BBF34380D45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581FAA6-253C-7E3E-1292-CA1AF9C14F9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74BFF9D-FF1C-41C1-B337-D708EA6F750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E7749E5-99C0-4FA6-3B9F-CDDA8EE2F17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59920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8426F-E057-7BBE-10DB-4CF051A55F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971F991-C71F-0F2F-314D-FF90AC7554C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EFC58AC-671B-9047-6197-852E73FC471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20BB380-B38D-616B-8573-A08FBFA3219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7935B0C-6587-EAD8-FA44-39AED2F3C88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17B66EB-43B9-7336-FDDF-03A0562B70A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33BA647-D73F-4DA8-8065-B9B0A61214A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32C270A-EBC1-8C40-8B74-E0D92DA31CB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C89232D-1CA4-A8F3-0F0C-6960C607BC2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C43CCAC-197D-37EB-0497-AC56C17C445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1049053-72CD-35B4-7268-90A5E5CB442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44425ED-C832-B864-7F79-3266868E58F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3222337-8C3B-F5B4-5433-3B0DD6B333D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AEFEAAF-81A7-4BD2-3788-8E433CB8AA3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2A3B375-8CAD-880E-D3E1-E74B1251883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7699326-981F-610C-2BD3-D6D4198F1BB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DA4901B-6C44-EF42-1298-1DB44B9A63C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ED5D883-F367-7FB3-0B9B-2312C17F073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D3B88CEB-1A50-08F5-E813-156ADAB39DA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05715DD-E273-BA70-DAC7-CA60F7E5E0C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D693463-CAF6-8CDB-4322-F053E9EA08C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7FC7721-CB9F-8C64-FD5E-10656985C80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7F94B5B-FCAE-D0F9-5324-0DE44127C86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117CBFC-1584-6BF5-FA5A-4F298B064CC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D545BDE-FB46-CAEE-D9FE-20BDF6C3FD9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DD352DA-01AC-DE8D-5F19-41FCC366EA1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D67D064-5163-2A14-5067-055A882D9D3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9B193FD-9FDC-B399-240E-9CAA0F7E38D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569D395-A7ED-5F06-E220-DDBA9CF2CFF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5FE55BE-3894-E017-83F3-A0206F2F195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45694C5-97A1-31E9-4545-F8EA696D771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5F5BBC0-7AA3-085B-8064-C7ABFBB4823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4C69E5D-59F1-44D2-43F7-BC1177B8C5F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5218334-4BCD-DC9F-D5C0-88D9B33C59B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CB8FF8B-D855-D458-4BAE-E00BFBECFC2D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BECA4A8-5B6F-6F14-84C5-4E3358265C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A7C9353-D463-D0BA-C802-75A02BEE8AC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7C77366-A00C-4E1D-9AEF-5F0C3DA2A8A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DB9C77D-EBF6-4297-753C-F16E3540C28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D93D40F-DDFF-2833-1888-B2347C0678C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0CA855E-0220-0D72-E447-0546F7CB308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164E974-B63C-BB9A-CA3C-10E516AEAE2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0CD43B7-312C-1681-15AE-1622D31580C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32FF6D6-E454-4047-6C86-4E209DAC0B7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0024ED3-0EC1-1EDF-E28A-21AEB6B0169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13BF483-39CE-26EE-155C-288007501AB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90AFF08-891A-62E8-7EBE-7ED30839C1F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C9E3F7F-1A08-6C50-B03D-33782A574BF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A7FADA4-CA8F-57D8-7760-734F2BA4400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D94931B-8B81-8DCB-7B09-A378E8161D3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8E71CBA-6475-83B5-7D25-81E77E4912D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6115D5A-7D79-9A83-AE55-5C1CDC8BD35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AC76406-24F1-6C4A-6C1C-18EF2D4D852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20FEBE5-F229-AC73-B429-8AA6F03EC6D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031A122-8A6A-00FC-D338-B2853CDB005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F75E108-F985-6AE4-622F-C3742B66D04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2E7A6F4-08B7-FF65-974C-8F626848087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9E989D-9D2B-79D4-65B4-A0D915FD379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2C61D82-9794-A9AA-A94D-1E448270057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657819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E560B6-99C9-AA31-3784-01C5E837A0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3FF16B6-B029-A2FC-49A2-E4A55486048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88D63E6-8688-BDEE-F2EB-66E891B67F1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0FB7FF1-5D27-7A6A-A760-0014555E32E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A1955D6-72F5-6050-C5E7-BE3722CA7F4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A9A2C13-B409-F866-D96E-08D938B68EA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FB1C62A-1D61-AE82-0328-3DC5C99DC1B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A32B5CB-86B4-A647-E559-68A92F890DD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F38E62A-CC75-1894-CB2B-24ACBE3820F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F6A54E4-854D-78BD-D32B-8F6A687C74D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145F785-77C7-EF38-250D-4F54CECA9DA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C53622EC-38B4-1DCD-742B-62ED85386A2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0BCBA2E-9BAD-DC87-E57B-54AC41B3FB4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E630AB3-CBFB-4920-4E2C-7AE5DF01E0B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6D76DDF-6F63-3298-1522-88177AB6653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937964E-7665-F7C7-C570-A4B8ECA3806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5327F6A-46F6-D5EE-F44C-8B29B699B80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CB51FEC-FF28-F2D7-E82A-D9C8A572B14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C384FFA-94D6-B60E-EB93-2D28F2A3F20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F56BCA0-946A-36AC-F885-F9FE3828D06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FD8FBB4-2E86-DCC4-D929-84357997636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3530CEE-2A5F-685D-242C-A2888914BD1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B753C92-B33D-84F5-296B-81A623CFD6D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D03730D-BA04-2A28-55BA-D065CDC73FE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AC60FBF-873C-7F1D-BDFF-59E80FC679F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F242110-3434-CBDF-D9BE-E412F82E9E5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8F2F893-0CBA-D807-6335-C465AF82EC9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F1C6FD7-1BD4-D2B3-6D4F-9F23425A1B1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EE2683A-F0CA-F083-F889-CD870120430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0C4DA89-3F9B-AB5C-F95E-4666A42159B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E9FA054-97EF-E0BC-61D0-20AF3E71C0C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77EE159-1D5E-A22D-ABB9-17995A3A989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E9493E7-D8F4-B26D-8313-B48A146F6AE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3B4F8F5-53E1-E34F-2012-842F871DE78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BA67B55-DA73-CDAB-EFB0-7C38EBC003A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D28DE31-1242-563D-F0BE-83990DD1B98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F2117B1-6098-0769-5BB0-299994D7494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CF61CFA-758D-2F62-438B-22F4A1AF145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84A4423-24F0-F1D5-96BD-28A88BC2FE7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6B123BF-B83A-E840-C064-2DE9D73B8C8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4D01118-F2A5-B406-AD0B-4116AE6BD25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A68FAE4-A4F0-D16D-01BD-3E1E51D6974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921C0AC-D4BE-1C07-46AC-FC62094C29B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7C3D4C7-2232-6C8A-8344-16EEF7ECE9A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E3726E8-CE98-81F4-EF72-8CFB003A2F6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9749FE1-EF26-11C7-4EFA-41C71A6FE56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B8902BC-7DA7-C84C-1221-04FA13E7E22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A76A874-9CC4-24DC-6ADE-5A00EEBC6CA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B7B9DD8-457C-FA55-0E94-E9A7BF160D9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1412C55-0E50-E754-F99D-65D730C6E18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0EA33C6-08EF-B260-0372-E03F861B524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B331847-A0B9-EF48-CB88-EB644175BAD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8E71276-B777-EC4B-A754-ADB1CFE62BB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A72A8DD-3623-38E3-52BE-03288BF3E00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05C5927-31F1-57AA-A424-6750F43568A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B8FB4E4-0009-3ECB-C2F3-FCFE4DA15C9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DF9E486-2F7D-8974-7BEE-0CC36B983CF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0B6337B-37EB-2ABB-E9BB-F153D98F8B4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FFA8998-42B8-7E32-B7F7-71079F79BE2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648159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BFA510-7F0A-F9AB-8E87-E8ACC0FC1F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8F866BE-1D21-1014-B973-DE8F7697844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5C55D08-33EC-9882-3A55-B66FF326B12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2DA799C-5DCE-3999-6DC9-6025DCE5F03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0CCA9F7-389B-60A1-0F98-AEE20A71BD5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E9577BF-529C-1901-9F6B-29F536AFA77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A54156E-6E6C-769F-37A1-805D9BBA5D3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1A864CA-2929-A88C-E143-B8102AB1270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919FCBF-EBDD-7BA1-28ED-90C840D7962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A75341C-66F1-E978-4915-C05AA500B2A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E6C63B1-D311-DD54-3E2E-CCD48B4B7D6C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0113901-1D9F-8FA8-83F3-DCAA4C95160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C09C84B-26A7-9EB4-D31B-F18A84EF2D1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D667E50-525E-0583-6648-6E0FE58B4CB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A5FD2A8-DE9B-FE33-2959-AA0D290BF4E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FC0C840-64C0-CE9A-01A1-2D64AB5F12E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77F41D2-34EC-82EE-B849-5130AC17390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184D99E-611A-BEDD-A1D2-75179D85B47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D215829-964C-452D-2841-B814384C8D7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70F1B5F-548E-149D-9EDE-B4F252CE640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CA68D70-FC09-ACFE-9D3F-425E04A79D5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0C72F76-4F7F-BA4A-66EC-664E016A5E4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0A86685-135B-5EE9-1ED0-2AFFB35CA37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01F3DE4-D1C3-BB6E-BE40-3980F225918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CCF937D-B789-6BA8-8C30-CA32EF09538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E95179B-E618-4E7C-E3A6-960477A6A54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0F73A09-CE04-D9F6-D86E-55078D4E2A1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5B36C40-DF99-2AC5-C9A9-260BE70A7A0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42D10FF-5C0F-B747-66B5-19BC0926F3D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0899347-9444-CB1F-55E2-6200695ABE4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7C648E4-83C4-A4EE-F60D-07DDAC4312E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0E5DB43-FCCC-687C-B8C9-A7EAABC6352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103A744-7225-62BD-C589-5C0AD93CD8B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EC2DC9A-DB17-26F4-B762-3100C19FCEF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672CE3B-B57F-E77C-50CA-42CD1035774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46010D2-94CB-B02F-5111-4494A60306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9BF17FC-A053-52C4-EA1C-EF17A64F680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6333499-D8A6-261E-4A60-1BD7D43E047B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BA8BA87-DE52-BB5E-9DB0-A4916BAAEB4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BB606E0-3D94-62DA-13EA-F978B896C4E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18013C8-217F-17EE-F7AF-2DE5357F461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FA9DB92-E9D7-7CA6-1F0D-81174097944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47C6C54-9CD2-7AED-C141-82D12C17B10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53009C5-9C33-5163-500A-2886AE825E1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26084C3-C087-E6F0-2A42-2E4B9E29F3B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2B7998D-FF8E-7D2A-3E6F-EF2F30858CE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C847344-1BC7-20A7-3D87-37A1C889516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340D9FE-D065-23AC-99C8-46B00F916A0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4DE9FEE-FAEE-5CF3-A701-7EFB6310AE9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50B4304-1D73-0181-0B7D-C7FE2C04B05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AD5C341-200A-C597-9900-54964CFED8F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B824D8C-A6F8-E3CC-9D3C-4F9C05E62B7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0C80125-4B95-E3E6-2758-1B09C6F8107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22FC929-6DB5-D4D8-6638-A0698CA437E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80E249C-CAC5-C066-2765-4F07D4BB405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3C2799C-56F5-12C8-61C7-F492D3FE06F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17B346D-1903-23EE-2550-32DE8B857111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2615DE-80DE-6900-907B-01CD954D56F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7995CA0-8990-687B-F2B4-25DB2F37025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590578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B42D14-A1F1-72FD-2FF4-1E1EB4C4E5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9227D7A-9BED-F73F-C0C3-814E06B53F3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386A067-3A0C-73EB-5D53-6C36AAD3D9D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2B7D0A4-A51A-2AC9-08DC-0C8959107F0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5E8E968-20C2-C8C3-FE5E-6173A3ED76D0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FAE0CBB-BF09-D4AB-A635-62961A6346D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61BA9C7-63C7-BC5E-E07A-26DF4ACFE71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B024F72-D0DF-3BE7-C076-9D407EC4B1E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F666885-B8E3-18A6-3E74-E000B566AA2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2BF72D4-A83D-3ACF-92E1-9706958BDAD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B552AB5-3462-8C55-C93A-600E41CD79E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19D0864-F911-9AB5-AFE7-CC73DD6A4CB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7205353-C74C-0EA3-4818-5EFE0E15539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FBD6EC8-7284-168E-7BF4-267536D24BE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A44D1F2-633F-9D42-85DA-2EEB62F488D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A9B6469-ED2C-CBD9-8268-189D56D7099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5B9DCBC-BFAB-523A-1717-B12CC34618C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94B9B51-313A-F79F-0978-F58390213E6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7585B11-6DD9-BD74-5043-FF9513CCF0D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63F9FA8-B509-BC68-9378-31592024479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CD8F644-01CC-C054-A1C0-B6F1341D334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69AF75A-D408-2CE9-4CAB-7001392260D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0EA0ABF-94E2-4461-0CA4-42B1F130FFB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3EC6317-2C12-7F95-B70A-832057E757D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0F757AA-FC45-8C98-0F9F-CBF37750245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9E44393-008C-4457-30E4-C3DFA92F900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35A2213-C50D-CA2F-1962-89EAEAD78B6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899058A-F816-4AF9-628A-F0C31EEFB90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1E21544-06DC-F36A-FA64-253C01C4015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8010B65-B1BE-625D-24A2-64626B99B62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362EE3B-D56B-70BE-06A8-48408A0316E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9FF033E-7C42-43B3-6145-AF898DEF589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6CBCBD0-6210-2A80-E6D5-8B4DFA8CDB6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3F0DC45-6BB6-CE2C-7036-1A08B2F56A9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E0A7403-1A98-2FF0-B124-248B1ED1BAB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51F3419-6D0B-841A-8AEB-9ACD05E5AF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73F52A2-3EC7-AEE9-D772-CFFB3B74E61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9EC5B73-14F6-EE05-8804-111473B978F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F8886B7-085E-0168-C145-F9208492515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46C9013-2B96-EB92-144F-2B489172BEB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4A9CD40-36D1-1448-CB25-FDE2056287D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1B315BA-EA7D-2800-3B2C-EFFA161978F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2D0C8B8-E6BE-4840-CB03-D9AB2C79CC9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CF65F71-A60D-C794-48AF-92274571BAE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55804B6-8CB9-6C9B-8A42-66195B9D0CE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C1187B8-B442-FD4D-E792-EB3F9FBAFF7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966DCAB-563D-DD67-D254-618E48BAA69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B07092C-8036-A513-78B3-1EDE752CF77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9E54102-B352-2A42-9520-B8EAE67F3B5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B9A0694-61A1-C168-AEC1-9D921B146BC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9C92C5B-B0F4-6D95-531E-89650DAEFBF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CCCD5F7-8F12-1DC8-9C69-E3373B339A5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7F6B3EE-7F87-3A75-6218-C947DC3CAF3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35379F8-DF05-B8C0-6365-59E0535CF59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6180AF8-06B1-EFE6-0D26-06596031D0E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AD960BC-3B47-D119-3241-F0242C7F738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32E8ABF-1D75-DEFE-2874-0D29611545B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31C195B-DB9D-AD46-7966-690FBE0F1AE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0684E42-D663-6262-01A3-90F2A958242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872206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733E58-BDCF-4DC7-D256-047D115C34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03F2829-AFDA-5688-3795-AE9903A1262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A513714-71A5-05D4-30E1-5C508E7BB1F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C72F4BE-03CD-FA36-E6A6-8FC85FD203A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493C5A2-F147-AC4C-0837-B61FCB73382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2933077-4519-94AB-4C82-784A1E450EA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416814E-44BA-F7EB-91DC-347154DAF85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CBF9FBE-A3CB-BAEE-EAE2-9832A7AB23E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9E54695-BA40-FFC2-48BF-878089CF98A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4B08FF8-9D4B-D53D-5C4F-29EC8C14E78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597F2C8-2F37-7156-6F46-C9E854C0984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53C7B2C-B78C-6C69-02FB-70AE19D6448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C921E66-8609-9DA0-CB66-AC83FE4929B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4C35ABD-AF43-4939-6BCF-A47ED957FCC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6EBB2A3-817D-7F40-A36F-08A33C22FDF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589CC66-AF3C-95E6-C947-29CF3D24246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139CC2D-8C45-6CA8-46BE-50C453EAE8C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0D45C6D-501F-0FDF-9542-F0A94206A2F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01F0A7F-DEAD-A675-9190-FC10FD6E8FF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0ACB644-DC8B-8DB1-70AA-E2B701B1954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DEF87F7-EF5D-77F0-56CF-FEB589BEB45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6C5E2E3-BEFA-7FAC-9990-020A6D8510C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1BD08BD-3FF5-69C7-80B4-09F7F39EAC5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23F3D1F-FE24-AFF6-611A-C980BE57568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E86A317-CEF8-36B6-FC84-564B16AF008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3A3F1CF-8778-9AD3-2AE0-5827F8D1796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DE1F272-DC9E-2351-C992-17865852E04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A1A351F-DAA4-81C0-B45A-B91E0C73698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9D15049-A65D-2807-8B9D-B8C0D3BA9FD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D152C11-1FD6-C1F6-2D35-CEA216AF94B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C45A27B-5652-DA48-ACAA-77329848DED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9ED5A55-B3BF-0529-F533-D6B6B003371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8F4B534-A36E-9084-B780-9C0C19F48F5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44EA24E-F679-1706-6D6D-08015145DEC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1CF96A2-E223-67B3-704B-AE41E7C187F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FD69B6B-100F-AE16-FB47-EC2CB39423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904F7C3-725C-2735-7EF5-7DE2036DA45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DC9E050-C588-C51D-E080-A12359E0B6E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A6948E0-07DA-8654-5B08-3C0D852FCA4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CC7E2CD-BCFA-DD4F-7FFB-6CC3CD73452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C642363-13E7-0119-EEFE-E14EB8E6D53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FFC3F4A-0C33-1907-A920-E0760780F5E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F8E59D5-B4A9-8A5B-E2D5-C03EE72E72F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CAED2B8-681D-BC23-F2DB-2A3C8C4E7F8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B5EB8E1-EB2E-85BD-62EF-B74F062F545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896A04F-C22D-9A8C-6E20-683D32897ED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471C08D-474A-684F-2242-85F5F18AB78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7186211-80E6-22DE-97B1-0148FEE201A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F99101C-D1B5-3174-E53D-43F9699B376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B6122BF-6866-C504-5209-93BC90B612D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2805F92-E566-4769-8398-863B2E1993F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A08787D-8FAD-0CEC-3389-AEFDD1CB6B6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9918397-675C-26B2-93D6-6C75479CCA8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A07A1E9-26E3-B502-D8A9-E31E4EE443A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BB1446C-C68B-4943-8236-50678891D66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75CA86D-3821-F75F-AB61-D7D93CC9A66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16A1957-1742-00D3-5BCA-F8D301F5901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C78BA3-7654-33C5-684E-FE27FE22412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9F0C3B0-D08C-DB74-BDBD-075C12D6E16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41243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BD405-85FA-25B1-55B0-0EE67EE292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39E78D7-26F6-706A-A9FA-8828D633D3F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7A21E7C-575C-6AC7-0E46-65B2B054349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B579599-149D-65C3-99F7-0F15C95CA98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3ECEBEE-A8F0-496F-2DD8-901C46232DE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3EF53BE-B046-70DE-3AB6-1AD8302C0EE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960C8AD-0C9A-098C-9123-277DA7429E4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F5AC5AF-B31C-E59F-2506-D9AB239C94E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2EB7FC7-00C4-4048-7317-757141E5FCB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A054169-B4B2-CFBD-3786-55D3C0CA1B4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7138D7A-6716-C56C-54BA-A889F814975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D9CCCE2-3CEB-B6B0-61B3-A262EDF3B0B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01D36EF-E539-3965-B096-194269FE339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AF81EC8-C5B3-8683-1892-B145541A824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00B5503-0669-D430-D3F7-7F42F83ADCA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967AEB5-AB04-4926-87A2-E872B740A74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1962878-00DC-39EE-1034-5DA5559FCD7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FE37F1C-95B5-F621-7F32-3941BC36EB4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F02BA2A-B024-3F14-0129-53E4FE983AC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70771B9-A645-0F22-72B5-E1DA25969C0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ED9DF5B-C3D2-44E0-39AA-B6E81D5FCC7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E39BA343-89EC-3CF7-37E2-9FC8972D7EC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3603279-F6E5-A0A7-6862-8677059E262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A224B6F-5F41-B614-EF5C-AC18712CCD3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1DED3ED-BE36-85B2-40B3-7D5A8C14DF4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93FE2BB-7CAF-C11D-17A9-5A9FCBC1828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DA1A101-EDC1-EC23-52FB-85EA2498FBF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E55A02D-1E10-531F-0E59-3986AF57AEE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DFDD07E-29B3-A5BE-3153-A7F1D5E808A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39AA3BF-8F49-3EDF-2C89-CEFDC383A45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5E692F3-1F78-6A82-060E-08CC92D5295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3B595BD-9E7D-BA89-F4A3-E195199C6BE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A6AF928-EE0B-30DE-DDD7-39A4A246696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128F312-F499-F6A2-E14A-C863177B55C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0EFAE41-7B50-C7A1-72AE-28AFBA3434E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045DA85-96CF-A50A-4E2D-3B1BFC5156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D182AC1-A5D6-DD72-C172-94D482E0D6A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30DD89A-9F57-8D44-4500-64ECDC580F7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9CBBCDA-D239-6F0F-1C48-610ECEC080C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B0C9712-09B1-F28F-A386-C1537947190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85C1982-839D-DB6A-1078-428A409BB84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D8F3373-73A2-D40D-D027-6429D28C621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0612187-9AD7-3FE3-FBC0-D7B21B95CFD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116FBC9-F6D7-B25F-5AE9-4789270EE66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64059FF-FD48-CF90-ADF5-505A799EABA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C9BD072-E908-8124-DB8C-BF06D629E4C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E75ED2A-42FE-58DD-BB8D-8AB3EBFC6AB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564965A-8531-9735-4FDD-C590890A1E6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B3DE409-FF0D-2DAB-B2C2-508211136E9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6D7BBBB-B565-2CE9-A527-87A5A1431BE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1912095-6B31-9D69-2753-52AC2336310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A74199B-1DF7-2085-7A5C-F467E0E0B8B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9ECC624-D1EB-267E-9455-6B8915C15C5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2672405-D3C5-BEF7-DEE7-2D86A5FF05E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BBD38F8-E668-07A6-AC78-CA20DC59490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1A8EBAC-5D94-086D-702F-C0FAA034179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FD2ABE9-BBF6-DC90-E4A4-5CF83BF905C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8246A4B-9A3B-4C0F-22ED-B4E01650A20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F8269F2-8F32-8EF6-EF82-CD73241DE1F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671085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F2D837-57D5-D160-7E46-499CFC4BF9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04EC79D-8C20-380D-92C6-2189951B6EF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CC1F196-B9C0-61CE-DBFA-67A4918AECD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853810D-AE71-A53C-A00C-3C1C659CBD7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34E52DA-E571-A4A9-58D7-F7ACDCC2F17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3111810-F0B7-ED12-A51E-FCFDA6AF41D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14D7AF0-63E0-576E-BE6E-6C67D5E1EF1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536F0E4-7990-BC5C-8822-0E9BEC0C6FF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5DC470D-C5E0-CA37-3025-D986F368958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E28B692-A50F-5462-F2FC-8A80D1B82AC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A0D378F-1075-4F76-85D5-1835C782435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EE6526F-65EE-D92D-9D56-BB5D82130F6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62556CD-400A-9468-AE17-365463403C7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8DDF148-6525-7921-FCC2-DF2193A3EF8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CCBF1C8-1303-9F02-543D-8BF20B18B1A0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7D54893-26CF-BED7-8DC6-31C61B850AD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AFFEE78-1C4B-8268-7ACE-29C977D307E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75730D1-0526-79B6-28B3-C0890242CD1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EEB1180-C645-79BF-2345-E8D979D58F6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BC8E754-F6CE-0818-D09A-8DAD5A7E3F1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D66FDE5-A6D9-510F-198B-C245E0A6712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19F2ED3-67D6-326F-4D99-36D3C4CE5D8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65161AB-D8B8-962E-5FAF-316C3D58AFC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25CC37F-8BEE-751A-DC34-34A89498EDC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2A059C5-0B70-D555-8E65-D1D06210E93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33FEF03-A223-C01E-88C5-65912047287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96DC549-446F-841F-ACD1-6A2EF361808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7173C21-D9A0-D97F-08FD-0936ACCD417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9DE4873-E3DE-DE8D-E058-DBDF98D29A3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0CF66B3-6DA5-FC69-7BF3-0D12DEE7B89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A414BFC-BD60-CD84-C63F-3FF2EE0E5E2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0F288DE-7D70-0924-DB3F-D9C040FF25A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BE22CFE-88DA-01B9-29ED-DB21AEA227C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418A4EA-833D-8FEC-1CA3-32040AEBA27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F1B262C-D95A-4DC7-AFC4-260AAFEA57C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210BBED-BF11-D403-5AB8-5AD5B346D5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1B46DB2-3E26-740D-E978-1E2214B0309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7A2B4BF-C590-5A31-A351-9FE03B13BE9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063E6E9-EBC2-A61D-7A33-8A10CFBDA80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D6C886F-EB8E-DAF7-FE3F-7DF898A8366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307E62E-9201-1281-920D-DF91F131693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B64C9E9-4431-1468-9EDC-CBB4B87A2A1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42E9018-7A13-820A-E108-F6E4F1BBBDB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52A9C15-CE8D-6F68-FF70-7BD0584396B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03EF09F-8E54-7DB0-7E7D-3581FC7DE36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284A01E-99BD-506E-6F11-618F74CFD39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E7BF40F-11AD-4440-387F-9F80B8ACAD9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37E1649-E650-5C06-3C5D-16A4E992380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D24EE5A-AA05-7E17-7DE0-11E210C2BF9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489C66C-0BE4-1FC1-E1AC-432EE2BB8BC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34191D2-A50A-94E3-53EE-6C4F4168120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C34590C-5505-49AE-FE0B-8233D8A6880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4C2D042-4F1D-1110-43BA-B633F15563D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9484941-D322-8E99-BED1-C737B10E306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E6AAEDB-7ECB-22E7-930F-EB1D93B96F0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07DA888-609E-640E-DFF6-147FCE66B79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3C0E4A3-BC62-E93E-9669-627C1666BC7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CA9E3F4-9C0D-6FC1-D242-BBD554DA58D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CFC6231-C335-9CDF-8EA4-D2A5E1DC764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482007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558D70-A1EA-1CBB-9318-DC253815A6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A6B285D-4205-E843-9192-6E1C8163946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714152A-6205-D2E6-01A5-F38CA9C68A4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775FFFA-1C9B-4B61-72A1-19332FAC45E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2F3E4C8-DF3D-5423-7F85-116407D6477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F1E78DC-442C-DF46-E015-D579527735E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7E0D3C4-116E-2AF3-2E1F-4DFCF32CDFA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E8FDFF1-8CF2-4F1C-9108-182F2CC7350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616C5DA-14E1-B3EC-42BF-B9A9233CAA6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6030279-A68B-E177-A115-0EA5D573537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9C2C11A-BF2A-ABF8-7B70-5B9D2986FD6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3C12D80-C01B-D46A-B003-F758CC59D09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AD26A54-A532-BA5B-A629-C418DF4A8E7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EEE1AC1-4A07-EB37-EEE1-7B8BF157C2E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44536B2-85EA-955D-67C5-9C6321ED97B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F73395C-100B-B9B1-669B-8BA09E9F008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09BC629-FA45-ABB9-05AF-70CE47D0550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77659C2-F174-2027-0C3C-B7973EE3067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DF21A35-D358-C78D-7971-185061B8BC7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E3AD7C0-A054-6A1A-5DB9-2E2304F9D9A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0725D5E-4796-254C-56AB-4A741015010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3E31EFF-CF70-E5F5-C9CA-109ED9CCCDE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A43CF9B-21A4-4B0F-112A-98E366D806D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E028E6F-4043-19C9-E7E5-9C8BD61C450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3305203-D9D5-2C67-F238-EDA9F322AC3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32AA688-9E5C-4CC7-7F50-4D95DA07524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8B91B9E-ECB7-09FA-513F-40B3D75DAD0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54BE9E8-2016-EC0C-B8B5-EB90D1DCD9B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B23A434-D2FC-EAD2-7068-B267249DBDF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9B6FECF-53AF-DB14-0B7A-294D7C68D4F1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3217163-1A03-9356-00C1-20C673D6CC4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B3AEDBE-DCBC-76DB-C548-74542DAAD51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96FDF11-312A-FD9D-2E17-5DF995F2E20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FA0A511E-3799-254F-55CB-EAB9350906C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C88A3AE5-66F1-1CBB-90B6-3819BAA3F0F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0ED49BA-45FD-8B9C-AA74-7A69BC1AEA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007818D-5113-81E8-99C5-2DB75C7CB8A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B544258-A13A-6C90-7878-AC0E144342B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B449CED-06F6-E55B-BB33-419A9FC2754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BBC13BD-F8D9-0109-F995-160309DBA64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83D9F16-2470-89DF-5586-BEF7C938FE4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F0B1D5D-3AA1-6590-8246-551AA10791E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F6A8A1D-AD15-2EFB-E385-1AB2CC2FFE0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4590D46-ED00-3479-A013-05024AF5179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3A32E83-E33D-DB81-9C7D-916579471EF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C23563B-7846-E83A-FDF8-BF881AE4B83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C4EC438-2CFF-4AF9-58BC-8C8A631FCB2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49C010F-0EBC-B35F-7097-98339D1E3A9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8FE84FC-2A04-AE3C-0D41-13677A0B3D7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79FED60-A5B8-A182-D251-455C2DE9D98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023608E-94D6-172A-5F72-6C146556A13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98F92C3-70C1-5284-4058-BB1B3A8AC68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515200C-99E9-2CE4-4D5E-336BBCBEBA0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7B40991-7C7E-9306-13EC-D8794E8963C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565FFAE-4AF1-E5E4-46F9-D296A1F4DA3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4DE084A-7857-86C3-82D3-7538CFA5E99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9F712BC-A694-1ED3-7EA6-C23D61DDCF1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9104F86-6B2A-4CF9-B162-7178338FE60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CB62D09-6D55-C533-D1DD-2EF8D11F223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450781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597B8-E8B2-1920-DCA5-EA505A58A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B8E596D-2516-BEE2-E07B-C9E259D636D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250CDB5-3BB6-566E-22B7-8D7F3A48D2F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0A64C3A-3C65-BBF9-4743-C206386A7CB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A27B740-6ECE-F283-C043-D270D52C6D3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463088D-45CB-4DFD-A915-FD64A2DC61F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461844C-0E99-5375-3DDA-45EC688EB18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17BC145-2E2E-EA86-63D5-212D248498B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E4BE7E1-C9B1-1B0D-2311-A6AF958E30F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9109499-CD9E-63E8-697E-115A7FE0DE0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8E8A400-DC21-175A-F89C-6C97136C955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1C4B13B-2354-C23F-2219-5DAEEC18406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DD52E91-E8A2-350F-0AA4-E917D8B76FF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02CD9AD-FBC5-5717-9A82-DDBA5F6AC49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9C302FA-B139-EEE7-8CAE-18B40C7CBAA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2437CFB-B543-83F8-2E40-9BDFD7178CC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3A864CE-BBE4-CC35-E8A2-43A1D58AF46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B97B621-5AF5-231B-CB58-B03445B2E71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BFE23DB-D60B-61F4-B690-C99C7B5B028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8A1E34B-3D60-2319-4C90-6190A20E479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1B4CE1A-9657-55EE-D412-AA1068740B3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C2C9C72-3D43-7123-DE9B-4AEE019C345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C81E167-71B9-A71A-77A2-5E1831F5BA8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0ED39B2-0569-A11B-3C56-B23C3C933BA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B580751-C5C8-7AAA-26C0-BDDC84086FE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8019D0E-BF9D-443C-8E91-E684A40E6A3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1C770FF-B727-EDAC-AAB8-871C3A6E626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7DC6E37-EA2E-A820-6CC1-0483D11B424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067095B-22EF-EC56-4554-1BE85DDF497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EA02812-B064-E41A-6957-1DD605996A1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AAA8F39-791E-9FCD-4C13-2116AA16726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1AA4208-EF4A-C95D-707B-90F7115C715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4662161-C753-0DD7-E589-C130EBEA98D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659CBBD-6A25-A12B-48C7-3AD70037316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E740CC4-875B-BDC5-4E62-EADF089D4A2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B9D9562-2550-EC0D-3830-45B7619C89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8DB4B3C-A9FE-E886-8BF7-CCB9F9A6EDC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26CBD65-EA35-AEAF-F088-52806568F41B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7EA6A69-90F8-3A2F-653E-1830E6F78F3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41C2D7E-2CB6-F5B2-0D96-87DBFEB7AD5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52B4C2D-3C86-63A4-D63E-7E1DEFC9D58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A792151-8254-6D23-7A18-B11291AB6EE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A47E5AC-785B-A9E3-1E9F-58B387AB86D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49E11F2-22A1-6BA0-D3CD-1148009C637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A6D03C1-470C-DDE1-32A5-23548FD2F1D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5123E93-C21D-3277-B110-95F2CE727FA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0351F66-2779-E01D-DE72-ADA7ED0B22B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2C28A0D-9A45-5A84-16E4-56B565397A1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DE78FF6-D4BB-2FFF-1C33-8B9EDCBA9F5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858BAA5-3E02-B4F9-B56E-37B587DB34C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0A58A11-3148-24C9-AECD-EF4A23376B4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973E91A-7505-394A-275A-AF8A27F3D1C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FD48BD1-8BEF-1645-62EB-F9018459AB3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D728332-4CD1-26C8-82CD-0F4C9F25477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85818BC-8913-C06E-E83B-389E0B0E0A3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F35AABC-8FF4-00B1-E0DB-D2766A937F1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2D07FF2-9C42-5D69-3739-BB01F702A4D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CB88686-65BB-322C-7206-708639CFDCE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B04D9B0-D6DE-45BA-0315-5213C5E514A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332046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F5B9B7-20D1-CA80-F5F5-70202CF405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9933203-B13C-0C5E-20AA-2A46C7DA7D7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F88E9A3-FB18-BC68-15EA-1732775AC39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E7F01FE-C5BB-303B-7E87-FD3A299AEF3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A0F1F98-7B2C-AC12-FE45-2ED2BC50301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15194C3-23E2-0400-A5E4-565EAACF543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78699F3-D2C7-7363-B93C-A89ADE9E3EE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61CE9FF-0B15-1295-D650-24566F7A4B5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D5A5555-F070-3DBF-5559-7CBA148272E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F00D66A-BF50-9757-A765-C198960BA4D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7386A49-D1AD-C59F-C9F2-D245EC69E56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F838DF6-E4D6-3019-50E9-ECC18048A17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9A9AFFB-7A65-EA14-DF6C-38915DDF0DE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A222AA9-C499-BDBC-7DEC-F9C547D3F12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0B8D5EAA-DFD9-6168-3F23-C746B623FBA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DBC881C-4D88-25EC-73D4-D0BADF8C621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3C58C20-D6C2-4B9D-8B0C-1169D79AB92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25DE621-76EB-0624-CFAC-4400EACFE68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82EF12F-BD81-0BDB-54B6-29CAB1763CA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CD8B672-8B29-B34E-1034-9FBE511F881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7178330-B99B-FE7A-B3E4-33CF7722F66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9DBB343-797A-34F3-4B6E-7B1D62869A9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80394E8-3DFC-4F3A-57D0-95725D85F25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DEE36C7-023C-AEF5-E69E-6C5A84C7952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A80F15D-EC5F-9433-2E0E-1A1604EC4C0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B468293-9EA2-0AF1-C17B-136E90E0936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98B1A56-48B4-5F68-6DAF-0D7EE0E4657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771945F-BD03-C979-9D93-89BEB81C962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24FADB0-E8F0-BDE6-F1D3-B6A6F69FDB6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7D9E5B8-4CC1-4D6C-1CE7-B34A621223B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E04736F-9D4B-AAAF-6A17-8F2366EE037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A1D6C64-A847-F8E2-4E8B-2B84BFB2A21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E1B6E58-BA03-5930-3807-F7245179B72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601F7DE-0B45-CFC1-1898-BD6229B170A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FFD0E5F-5C11-64FF-F0A5-E23BA0D997A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A3861B7-6B28-FCF9-AC32-4B33F1EC35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8E0165E-1AF6-5E9E-468B-91380C9480B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E3BED20-CCAF-0607-37C2-90220B623FC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D321E11-0CE0-BFF8-5787-9B75436758B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4873D57-3DDE-555A-B440-4DC1DCED8D4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CF3E1DC-3596-FAD7-DD83-77914709F1E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3B07512-4A23-429B-199D-355F5893EC8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C9F20F6-8223-8AD5-B769-BF53E488656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CF2BAD1-8826-E507-0FB1-32E6D978043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EF97C6E-3FC1-024C-3E98-73B403F97C2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2C549F9-24B5-4E25-F849-563019E3F7C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F8C30F9-8182-0772-5673-41225EF002F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60BF11C-37EC-F6E6-4A74-741B8D769AB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9801AB3-8DA8-E46E-F0AD-73C8A462810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9A68EDF-6AE1-304F-B717-28C4BBC501A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F0403AB-8F5A-EDB4-62C8-B2D0F08C2D8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67BDDB3-C85B-5904-1CE9-81FEF69FDA6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C8139E4-5F99-4BE3-9234-248DCAA5705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55DE528-FC92-007C-4D15-C44BF4DD96B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8E5B226-E5F6-6AFE-3525-5179E8591E9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DD68F69-01D9-2B35-4E9C-3D28EA0EBDE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5B0BC91-A24A-DC94-9951-CABF41B2B78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B5D6C59-DC1F-BC1A-445B-86FB23D0570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F9D018B-7EB1-5F4D-C26F-50D8F106829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6467714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810480-9537-280A-37E8-CF8B9F954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FBD3186-B0E3-2D1C-E903-C4CAFA69D41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223E232-5A69-A148-0AAD-6EAE9A38A04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DD4B891-5E8D-6571-59BD-C927CBA762D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E109344-4FF0-D86B-A72D-B319C9F6540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1F3D9C8-544D-5E79-65FC-3F72C719F65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C3C8EAA-8ABF-4FF9-AAB6-7FF8311A843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B87FA3E-5AD8-3C12-32D5-BDC05697BDD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D204862-661B-CB84-60ED-DFC8D7739E6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A3934E8-318F-83B6-BE28-49D7AED7810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56174D6-E317-6C1A-010C-35E6DF405F2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ABF911A-7C20-C845-519F-2A0561FCE86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4D16644-2F1D-1ABC-3F88-FC02D829A33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94ED21E-4C4E-E664-C0D6-48449C59DB3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85C71CC-8E24-042B-4161-ECD0DFD9BFE0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D77D86F-79EC-CB0E-3956-DDDDE598B63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184DBC8-9EC1-FCA2-D6F8-342CA882601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00F9E42-53B2-4A9E-FB15-B7C72592346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6726B0E-F4E9-10D3-8ED9-A75CD90CC07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286C1AF-46CF-7013-10D4-012E314EEB8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160BBFF-99CA-2E68-AD68-4D8EBBCA553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78DC15E-0304-79A7-33A6-65EB833D519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4381074-E274-967A-3ED5-AD5F36E923E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0F2C015-D23A-54B2-DF85-E1D37721CAD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E1B5CFB-56CE-1CFF-C625-9F8CECDC5B8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E34388D-0F6A-1FFB-1750-D521F7C63F6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808C326-D615-D076-4FF1-052FDCEA7F1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69DFB8E-21BD-3CAE-C250-D9A43AEFE00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A1FEDC0-9E43-A541-F66F-DBEF8DBD8C4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CE1C6FF-D59C-3550-B085-4A358B25A7E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AD87266-4DF2-7BE6-FB45-86377AF54F7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C710091-4F31-95C6-121B-E8D37E11BC1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A04CC1B-F514-AD7A-B954-A8AC29D538F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CFEBC7A-DE8F-BF61-306D-35FF16B9220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81BDB0B-9B8B-5343-0000-B44E2331E31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77C000E-4901-3F2A-B1CC-F2CA5551C37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AC876FE-3E4E-EEE6-6014-E267CBAE3B5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3D5290F-EAC8-E5A3-0365-806523F2C82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5F6D479-D979-4A4E-20B9-85E90EA0B66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0DA0261-851A-6C78-5013-3B4FA035D35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29B451D-FA10-C1EB-15E5-0ED38D0C1B1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4E74F3E-CBC8-71B9-57A9-52CCCDD5B89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332818C-88FE-9BE5-3157-6CE6906D15E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F8843B6-F440-9828-5A50-D8C406182B2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14EAE2C-0DF3-5D6D-C915-F04F78512C6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103CBF8-CF87-BB83-7CED-6C7BAB4E182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D0280F2-4DFB-2448-5398-AEDF206AB3A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BDA664A-2E71-4363-D9A2-3539A6063E6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2AE054A-35DA-11EE-FCC3-02458866FF8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B6F3CE3-4E25-1E3C-5979-0C2AAD1CE58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9921A67-E68B-3C1F-C339-D1F72585CC5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B2B140D-467D-5959-B890-D260B87FE97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E27AF7E-AB27-8B44-3794-F8CC213D44A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1DAF7A0-DC7C-592C-0D0C-B57C484B12D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1A5833B-E444-A8D7-8BB7-F01C35E3A3E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FBF326F-5143-3894-36EC-C5BD09E46FB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2B9E99A-3048-9D83-CE75-B784A7D8C24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DECEA41-B356-DB68-E386-86D52197BE5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7627ABA-499B-F3A1-CF6C-35B799CAAAC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27464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752D8F-F92B-FB33-3A1D-7404F1041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039AA4B-BCE7-1471-F21F-4F27CC75DC5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37661CA-9059-DBBA-C371-F903B9AF893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7475063-59F9-CF83-EC3C-A38C2B72778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81AC695-2457-A76A-5ABD-589206FE026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07DF648-17D1-CED0-1C5B-8E4950C5038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626425C-5198-9C83-33D0-D28451C0D41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67E9693-13C3-48CA-F525-756B082E238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4B28297-08F6-CBAE-1F9A-4E4B0F93C7A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A096515-9F47-D6B4-F8A7-254E1CC07F7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CB78B78-B093-474A-2490-99417C480C3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EC28BF7-7ED4-3405-A3C6-F10378D01B2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9AC0922-EEDA-2917-E5D8-4976F962FDC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AD17AF8-E935-D392-CF06-BAC2B4CA73A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BE8FC0B-4492-19DF-1D7E-16413A88E4C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4104D94-27F9-84CB-1E8D-7BC6A9D056A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D96E7E4-27C2-9E24-CDC7-1E56CEBC39E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EFE0C30-E585-5F9A-97CB-C27E8E9CD29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821ED7F-20CF-CD04-4A64-30124E67EEC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AA45F15-FA6A-781D-9B32-AC08AFBA888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70C4D85-590D-717E-04F6-487EB5EF02D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537EE69-7BF0-B0F8-806C-6AC0ABFEF8F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6EEF7D7-EED1-D508-7990-50ED19CC116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44AA09D-D87C-E2FF-DC3B-0008A0F1402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9B50147-8AC9-52C3-4ABE-498818DB667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B78942A-EE1D-7FBF-FA7A-31B7CC6F97C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1DA0133-8DE0-8C4B-6AD2-BDF8752A8B1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1CEABA3-93AA-2F52-7C81-6E531614AEA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5F68297-A060-B687-5A74-AF724ECC132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020374E-E084-F414-F35A-7776930ED0B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2685DA5-0B06-158B-FD70-EF7252ADD43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80B56F7-0070-25C9-0A0C-D58A121FB07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20F5BEF-086E-44CF-E9FF-6E2B44F5F6E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4D43029-806C-C656-6E34-A20562C7E30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4A2E9C3-8030-A68B-AA9D-AD1D069F40D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0B66AAF-B76E-DA35-E7E9-A5FCEAAD30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2AED327-966D-A9C2-342C-F74A3A1853A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57FEBA1-3896-CEC3-2BDE-681976B907F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5059E2C-F8AA-B2D3-BC75-827877F0BDB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5ADCA96-0D09-7FF5-B530-3B8684EF57D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18BCD49-0E5C-3662-2E00-7C5748B2B87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D75D406-1B9E-5BC6-05A7-CB696682A44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33ED6E0-B42D-B4AA-FC1B-1A9E213D67E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EF1B34B-6669-663D-147A-53CE7DA902B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F2E4BFF-75BA-2AE1-0835-C3AA461E3F9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1C156CB-5720-1987-1977-D78B71FDFB8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3EDF851-1DCB-D65A-081C-DA6187A954E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70AE026-725B-9E5C-16B6-243C2BDF290D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072A91A-10A2-BC65-6A29-D013FBF78A9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C406E53-069C-2485-DFC4-0F1A71954C8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1227642-EC5E-D6BD-2699-531DE65611A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AF06E9C-B155-26AF-FD18-C809F022918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F1A45FE-DC54-D958-333A-52ECE2AA76E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352E084-E202-9425-E168-69A73A65F8D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20A315A-3CF0-A762-75F2-D5B20D1CD23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D262EAE-A7E3-9695-101F-8C4E11C5F57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0C5BB33-2789-05E1-7A21-C5C1832823C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C84B6C2-F6CC-E0E4-01FA-C7F92CD75E1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11DBF7A-9DB0-2766-6A63-F2F799B6B29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876947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4FADED-312E-8084-01ED-ADF2DA7146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34B7722-D5D6-0CFE-126D-AE1636EC1FF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A33FEEA-26A7-1D17-7B7A-5308D6B9A9A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3F32489-445E-CA34-9BB6-ABBC58ADCD3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1438576-7177-4692-8692-EED3E7BC8E8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C5F896F-AEFC-8FFD-0E20-FE754D73DF2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C68C8C2-67C1-D9E6-4E6C-B7E921A33AA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974AD98-0ADB-6709-3D10-C4612684766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E99C172-C26D-9668-AA13-A8AB42FD404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735C59D-7193-921E-40CC-9E42CF04D20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0DC695F-23B8-372B-6099-A0B0FABF490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A7B6FC4-B5CA-1BC1-5128-69C341B0075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CBCFFB3-4A71-6DEC-23AA-043CD1AD74D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F71D68A-1BA6-D408-CE5D-C3EFFF6A204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AB08F41-AD05-809F-0B66-C22C2DE5915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E6C80F6-B43E-F1D9-5A35-3A41417B00E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79B6B59-BA22-799B-10D2-938A8DC5209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248E2D4-266F-C77F-AFD0-E4B1D7BDAA9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001D8C4-1B65-C76E-6BEB-3E936408F4A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372E47B-83C2-725D-2E43-97A62F7A0D9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02420D0-89D9-FACF-704F-D9FB387AD6C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D5D5F64-8260-881C-9958-898409469C7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EA8B874-7A4C-2E8E-AE83-9D26D3AC223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DCA2625-10EE-E410-E2F8-551D5EC0582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1966697-D209-948D-A080-DD0B4BFAE90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75B43DB-CE7D-D961-80F0-7E7A66A0F9F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D64162C-6745-5EDE-EFE6-D3D02F3D47D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9A82586-6BA4-6D67-4585-FD9E0ABE375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04E180D-CB4B-AFE8-FD93-11D0ED31F83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DB639AD-FF4F-3B12-2184-EC3B2E14093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DCC4CE9-942E-40D8-1310-02537D4CEFE2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BE9B7BA-2E57-327E-4BCE-9EB161AA14E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6332EED-7941-65C6-5FF3-D31088ECBA9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45EE24B-D6F0-DFD8-0B3A-D9A5903971B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F62C45A-3DB2-1780-F53F-21BACE678BC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DE1BEC9-8D4F-0736-5644-A14FBB2E0D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DBC7736-C986-64B4-533E-3263A1B8DF4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C46F7AB-C5F0-2973-DAE4-9D919C69C93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C7E2A71-FE3C-9FAA-EEF8-A69B662BAA7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BFA53F4-CC5D-110F-5FEB-627BE4C7200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B787071-3F36-0238-D7B2-E8B056DF846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C278CB7-0EF4-B4F0-0EC5-6207F616635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C611440-3D24-77B6-7D16-AEDC9FD9DA7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BDC2FB9-FE07-594B-7F06-0483E5A66E0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B757269-4767-2100-E892-19F4F87EA13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0DC49ED-6233-8EB8-58B6-62630F689DA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84211AB-4EB1-73EC-7853-EED529D7EF7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27E7CA2-81B9-E6AF-4276-1CACFD70D65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87A7837-E80E-C1BF-C5A6-E92855075D4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20CE7DA-1064-8B08-B7E7-957242A0678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3E6CF72-EC52-A7F4-FDE7-270DB6E26EB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1C4242C-4BAD-C181-B464-7749150BADA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1AF129E-88B2-9C16-350B-F5D4F757C97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9106966-8E05-34FA-489D-463D7217EA3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91919EC-1CB5-C2E1-3115-E5C37449BFB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FF1F139-54AE-FBC9-8397-C26B43F5D2B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9175BE8-169A-6BE2-7611-7C072C3E65E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F99500F-56BB-62C5-CFFD-B8F8FDCFE4F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EC0FA8C-06A2-992A-78A0-03B191248E3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849482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9851AB-7E27-4789-BA17-AAEED7E49C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E57C3E2-FE6E-0B27-44B2-18581A7BDC8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854BC9B-07FA-1B81-40D0-6CA990B7F43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447E7B4-391D-FF21-89CF-630DC60A071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BF054C2-2744-06A8-2CE4-79A3680E8E6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A83AC1E-50B6-FED5-DFFC-F48E3069E30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4E10252-C251-A1E7-2B15-5A0937EB79C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3020ED2-2535-C2B8-C682-AB5CD02AA38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BB2DA7C-11C9-CC72-D044-8B9500A59DC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26FDB8F-DE03-2F91-7372-A84A6B7CCCD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DD19DD5-5112-A6F6-17F1-B013BE6B644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0B3E5EB-1DC9-AC25-C7D8-9A0A9F590CD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9E0C3D3-3A37-90A5-FEF0-EFBE322D6B6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561AC1A-959C-50DC-BAAC-0D4F33F19B2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7FA1DFA-1873-2A4E-F48C-AB68D112F7D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F74B3D7-4917-E4BD-CCDF-CB9A1CA0787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4359A28-1155-E778-0664-FFCA4F6E353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D3173E5-316F-E715-7B29-2902CC8AE10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5E17FB0-D6B5-9F2C-4E16-35D424B97D4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8EC973B-F181-9BA8-1553-0B41763290B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63EBB52-DD39-2D87-CFD3-910BCAF1C51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B43F89E-AA02-67B4-677C-F4D49F3F409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EC49A8B-924D-F308-229F-44B260A9CE0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DD32B93-B3C7-3140-D97B-51A1E5370D0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746514D-A3C3-E078-A856-E26FB0C938B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31B6CFF-5A9A-5142-058A-64AAFE0C352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F894F49-995A-014D-12BA-656FE3A2567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7B4F091-4DBD-259F-792B-BE0A32163FB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E1557F3-E859-5D27-C3ED-5CCB1B25B0FD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CF19C4E-9BFD-B1EB-9790-32785AAF524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C1BB30A-627E-AC68-4445-048B68EBDCA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A1DF07F-245C-7A21-0B5C-1DCBB5200B2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FB14EB6-9277-9E73-6617-F1EAA3C0B5B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B8FFD1D-3153-576C-0D1E-41742EF3383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2AEAA621-FD2F-2D61-88A4-12BE27B20F4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A60022F-35DD-2B82-20FA-139728D74ED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DC2D20D-FDDA-1AA4-ECAA-32ECC66AC1A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AC2E7F1-6482-05F1-2B26-A61471BB794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A11FBF2-0A9C-79D6-2A24-B1952D96207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17212CE-890E-6010-6DD9-34854826BD2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0EE4BA9-0FB2-960B-9777-18614C6BA18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0AD3FD0-4A2C-8AEB-A6B3-6CF5758F0315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40A6A70-0FAE-5EBD-566E-B04B7209ACC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D14B0D1-7B86-ADA7-AE1E-018E132FDE1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5518DA9-D345-E221-8792-BBB2CA33E81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57AAB10-792B-91BD-9DA9-E9EF9B77C65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7A13A48-69DA-0AEC-DF49-8B7B5C14830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FA876DB-0DFC-4403-EE09-18CEA18E745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FCE689D-6C82-9575-4C5F-826AA90D77F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BC04E4C-564D-BFC7-F552-C737558FBA4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343DB90-A20D-3FE8-03E8-80813DDDE7E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4610EFA-E9AC-455E-824A-7831F707323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78CB85F-2A0A-327D-45C5-98682B7DDA2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5F01F3D-F757-92C5-6E86-BB7FAED2D3D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802FB8B-4979-E4A7-527F-520112D505F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D6B3F4C-38E2-61F0-492F-A057DA7E84E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DBE5F7F-5FDF-4A16-D072-1BE77CE585C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CC8471-550F-89B8-F2FF-903D0FF224C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1492F6F-1344-5F30-CD4B-21E2198E4BC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427168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552E3A-9F88-DD0A-DFE5-A76C2B6B76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BEF78B4-460C-9FC5-CEC4-41E49C54541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ECA755E-B8D1-7B96-7686-AE7D7C4115A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4C27346-243C-F343-778C-DB4164EAB56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BC8EAEE-0EF1-382D-0B86-1C4D06FA31D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CCE7E24-2708-A82A-059E-17710F1AB98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73DFDDC-F462-B01C-9ED7-C2D8D4A19FA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BCBFB9F-464F-40F9-C544-E19701B5E07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2F04B76-5E3B-A819-61D7-E1AD30F48B6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54D0EF4-999C-D185-235B-36DCA94AD70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239850E-92EF-464D-11D7-0E000FE4602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3D2AFBD-7D1B-514D-19D4-A0ED70A7D30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8934275-9B27-85FB-E50A-C831ADE5F68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E1B3D2A-9C4D-2656-BB67-B5C444EE51A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5F022E6-75BD-CF60-B4E3-D899C4A526D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558429A-7D77-187C-DF7D-707229182CA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2B6F609-4281-F221-EC3D-565D972D06D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9183FFD-199F-923D-AAF4-B6B0366FA69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0CE2DD9-3855-B0EA-E4C5-74F3098FF37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51140A8-5B91-368C-E14E-F2731D50CC9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AF5ECB6-E221-6664-7255-CE8AD4A6039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7E8CD63-743E-97C9-29F1-D986E3A79DB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B030D44-9C28-5DD8-55B7-345AF830111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DF54FDD-5A10-265E-8E8C-1B0698C0595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A1DE26F-D305-5917-A638-4575B408757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E4B4AAB-EFD2-F489-4A85-3B5FF12BFEB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24E9861-CF15-0CA8-2CE4-6F914F96B9F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7237870-5350-2FDA-4FD4-07ABE97FEF5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BC39972-C92B-3C3E-0A37-050E35DB863D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227DC4F-BE8B-78AE-2848-5EE5D7E3311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8F757E1-A025-7868-7415-67CA7DCFD87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54321A6-C139-8B04-3918-DDE1C5F4549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E7B5E46-873D-6A48-C2EF-ECEF2381407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471F902-F8FB-E4CC-17E7-CCF08818A32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73845AC4-C2D4-2318-F7C5-A8B33468E6E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3013AD5-F294-1588-D7BB-20216F059E3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7B32CA2-D471-6BA3-7405-79C9F332AA6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7C7BBB3-4ED1-6B34-008F-BC8287B837D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2B45EDB-A3A6-A35A-3F9C-56E393B0803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B2E5C0C-A2E2-F853-9E1D-1DC73AAFD44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D4946E0-E841-ECE4-D745-0B50DE77F25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6D2AF99-21A7-9E07-0746-69303687C48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C032FA5-36E8-00ED-CF5E-4CB710BB196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BD92E91-7EAF-D8BB-4AFE-0E1E86872E0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9146F91-97FB-8E84-B48E-0DD8D991083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5AC065D-DA08-CE14-A6C0-958F3D52519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9D2E887-07E2-7DF7-A0EF-15B6137C8B7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8919F2B-C1A3-53FE-DD1E-FAC97650D32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D13331A-0845-0F76-AA20-6B7946B4FFC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FDDDDAB-CCF9-85F9-254A-852ACF50DF5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8653054-0C84-32DF-E21E-9D0F8EE7251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7E3E023-777C-9BE6-7417-1C71DC32613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B291500-7CA2-7B07-A479-C0F4E76EF9D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E64E4A8-3A62-C273-7F86-14A2771547D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1ACBAD8-3244-546E-FD2D-2E0B31BB662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13A55CE-9811-EE66-4BFC-752A698C395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FAB177A-F924-6363-EF07-C1068BB8DA3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E57B2B2-A0A4-E737-9A89-840F0E8278D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8DAE3AE-357D-4779-D3C4-10600A55130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521053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49E20E-A7B1-B45A-E9FE-DC40B28F0F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94F1676-8CBA-26AA-C0C4-D42F8823D03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98ADE0B-EEF0-84B6-366D-766D6565D58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6614D77-84B2-E52B-03D5-7A02688381B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5353A4E-5106-4284-64E1-8778C08A4BD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070675F-B563-4835-67F2-23650D238EE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DBC8233-8632-7A3E-736D-F06C3852F94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62F8A41-2F35-0584-A57E-49D2788281C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20DAD02-25F6-983A-E936-A7632ACAA62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41633F7-1337-EAEE-D6E3-A6E2859D4FC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B2C776C-9C70-193B-5B45-EE0D1D5B04E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407A54E-5C30-F9D9-8AEC-F20747AE69E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FABA587-8B5F-99EB-3280-1CAE0765CAF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3FBD2D6-CA5A-9A4B-C559-CC31A939E59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BA07E11-9F0F-C0E7-5FB9-6A449783CBC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E9A1AE8-2CE6-85B8-EC3C-0DB987AD65E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53C3A19-E295-6049-4389-BF191E9AAFE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584A28C-01D8-2DB3-7A7B-E7682E2F243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1BEBA03-3547-CDFB-E2F5-06DBBE81D34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4472410-3AF6-E19A-DC44-E0CC25E7B41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D9F2BE0-58F6-7CB6-23D8-70D95E5566A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3F2EC0B-C632-F2C3-E5D2-066CCED3C08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1A29046-123B-0E2D-CEFC-B60570DC602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12E558D-B77D-1C5A-B92F-616E7FA7A94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D782F2F-7D4A-6808-2D0B-B575871CCF6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0530C10-132E-D0D2-E9EB-BFF3D9A7D3C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30429D9-47C6-78C0-759C-F21DE5C0E24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9761434-03A5-4550-C5B4-A1AFC38FC5D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B55ADCB-4738-98B2-9421-239505EDAC3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4CB46F4-89D8-1762-E226-D2571B1DF62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5AD9339-8C6C-2432-BDD5-7A191B2AD8A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B535F7C-90E0-E621-E6F7-7194AF0AA45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F8A2906-AAEC-9C75-779F-AAA63EEA6BF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E13B8ED-8A25-CE7A-C0CB-C75DF4DE207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53F0417-EB92-21A4-4E7C-37518429E4F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DAB409A-1FEB-98FD-0F5A-71E60F9CB6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1F239A5-5BE5-2040-1EE9-931DE338E3C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2C8C47E-A77F-8760-25DC-D2738E4B310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0C9DE0D-3890-1ABC-4170-A61862ED6B9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E0C4B69-133E-8B4F-4B88-DAA9C9F8D06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1FDB1E9-F0D0-7E21-0789-7AA4DBFF1B6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A7EDD93-B854-897C-8A30-9DB9E3800B8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9415945-BD3D-3351-7EA4-152B6807BA0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D4AED57-6530-6EB0-7DEC-49638F5346E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F0402E4-995D-B155-7124-A869FD43DBC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FA1DB55-7550-ED7C-886E-9CE7846F8CB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7AD632B-CCDF-13D1-FEE8-3F4193A90B8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A6CF366-3517-1A31-179B-3855904DB4AF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D52391E-9D16-9B12-8D9D-7A9A22F0373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85E5ED6-18B9-DDA3-33A8-F37C47B4585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65264A3-84AE-C117-3CE3-D36E7E1CA27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F3D5419-5169-DCBF-228B-D620627EDBB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C64FEEE-9749-589B-8938-609CFB57471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8DFB750-3AE1-82A0-0D53-BCF730B96D8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8C80B94-F243-9C09-FF4F-4E1C39D103E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0167C73-2743-DFE3-C605-785FA6CBA6A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BBD6DBC-CE0B-9702-14D0-A9BE23A5550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4522A90-CB42-1018-9B4B-96825F6B7C3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9B25926-9EE4-097B-AE77-B88CF6C4E68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373862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8117C0-D53B-8744-465B-8D787240D6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E3A204E-47CE-93AA-2FD3-FE2DB4A3D9D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6713375-2AFC-A86E-1DEC-06EAE8DA7EE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3E9824B-235B-6100-C3D7-A746968F248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8FA9353-1CC7-FAC9-CBED-E7733B6E75F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297A587-F39B-6E1D-55E3-5E71C4761BF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DA05E53-D90F-9E30-D429-631A989223C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483EAF6-96DD-0165-1059-D4AF4B7F5BF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D9C2A72-F0A7-8BB0-31AD-C642745893E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41C1459-0CEB-B70C-49C3-630FB6EE244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CC9AC8C-683A-57CD-A87F-6E2D153C678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E4CEF19-C8F4-2B4E-F0A0-8C963A33070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2866C84-75C0-CD74-E5BC-61D01FF796F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BDBF6FF-45A4-5913-8D5C-4DAE74CF8A5D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E7B5D65-4738-20B3-9C18-E056FB3D725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0C3BC77-5ED7-6CC0-335D-FE13FFE8AFC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45AA2DC-C097-5F33-62E0-0F5F9F053CF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532DE96-9ABE-C8CA-E184-81294741C75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E9A2A61-35F3-0890-F9AA-E0AA3D08E1C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63DABFF-5A6E-66D5-D22F-14E3EB17EDA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E7181E5-E7BF-0D62-53CF-E9640855830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C00002F-5536-CFCB-F2E8-2D69BE3DB34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BB1B3F7-00A3-AE11-F8D4-CF796980B83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0053404-944F-6D03-C79C-584AE4F4938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2DF390D-997C-75D4-DA85-C2CB63A60B1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F97E342-19E9-DC68-8E7E-763C4E7E97A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6089B80-069B-D9F7-F138-6BCEBC28DA0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171DC4D-03F8-CC64-CBF8-5A1041DD373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82657C8-B101-CDE5-3DD0-A456480EDE6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0C2F366-5802-D133-2C0D-35E95A523B9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1CD5911-2ACA-351E-F2C5-3B315605969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33DCD87-DA76-2EDC-4AD2-A78029AEB3B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9EC5199-5C1E-6FFB-4E56-C436B73B8CD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C328F19-606E-91C0-3160-70F540405C0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CE5507EF-A1A0-1A2D-27C4-DCD190F0360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43B2AA1-9EAC-C1E5-4FF6-603CCB18B2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6C461BD-7231-9690-1BA4-A82A7999BF6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7B4EF19-7E0A-55FF-2DCD-0CDA475E188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1CCA7F9-B3CF-5047-F2EF-FF18CBC0B41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361C15C-CFE9-1304-4788-00973F14163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B6989AC-07E0-CFCF-7305-A21A39F1292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939EB9C-A5A0-A6EF-F31C-3A2CED898FA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A8F35C0-010F-C923-F6F0-42E769C8B82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90109DA-09D0-2C8E-2C73-3D5FD85762D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4EAC42A-57CB-5858-C859-332939D481D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1F2A614-826C-FADD-33FF-A288426E3E6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8A37A04-ADAE-E915-CE41-C01F66743EB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E80E19C-F7C4-2227-5795-6483285005F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D8D1431-6E42-8CC7-D658-8880535F344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FCD0C60-F186-34A1-25B9-156537FEA87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39943A6-A913-4388-77EC-F9CE5C94887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B2472E1-9E9B-971F-84B0-EF6D48E835F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ACA651A-CC7A-76C2-C0DA-E7CDF2AFC7C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B1FBC33-89E2-56CC-1906-A943F4AD31C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725C268-2DF9-D887-A37E-8C15C7F2FAE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30E3471-D287-1E6A-AFFA-849D8B33F40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71A7D0E-B9CB-F5C2-71A7-FADD7903C91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BCEAE2B-84EA-C281-6A6D-1E9412F7823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4030C24-44B4-24DC-AABE-11E9F2F221F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502920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C31B3E-C918-D3B6-30FB-FBDEE94A0D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FEE0674-7822-FE4E-6040-4ED33497519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917FEB5-74E8-C984-C376-5BE1D804CEB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18E94DB-792B-F264-BB57-1724E4D858C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7679147-7FAB-6855-9C53-98F4C44FB78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BB22F6E-B19D-FDD7-6E0C-D84A0E8781B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6DAC26A-D2E1-F328-4509-66651602717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3F11B97-09B1-9F7A-050A-72C9725AFC8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A14DC0A-D073-3665-E925-AC8FD053F44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1FC8F17-877D-F938-289E-054007CE7D4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0FC6ACE-EC6B-7D6F-C890-DE54E1DF07F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834F3C4-EAB1-FD9C-8C23-C04FA748897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5D4634F-C0DA-8578-FBA8-9A172751D07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4544255-DE1B-388D-2C31-78E54CF1ED2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B2C7B5E-429E-E6F9-2E56-B38636B22ED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CE1124F-A346-F760-96BF-E618300502E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8A7C1E9-213B-C443-8769-E115B3B7B17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69ED8EA-7876-2FB2-F7C4-6EB065BB815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AB81308-5191-BB49-6F32-3AE22A32F77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F4440D1-EECE-797D-8FF5-C3F50968BBD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DD61737-30FB-4B47-5F3E-950BD8C6453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C3A5FB6-6685-E089-7DC5-22EE5BDB74F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E314B06-3237-EE0D-E396-F3DA1BE4281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77768F0-444E-B866-B9A1-D2ED690D54E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806B5EB-C47A-D8F7-7EA3-6F0E1CAABE9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4638ACD-254B-BFAA-E760-93AD7774E89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7149DC7-CB89-8F41-2294-4E33E951ED4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532F9A0-48BE-96F7-2D29-4BE4742202B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20BD456-2D06-E99C-49BD-50B06F4FE9B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200E359-986D-9675-7358-BD4F8509EDE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BE2B6A4-74BE-0B88-18D0-E95725D4E26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3E9A6F5-3632-1D28-187B-5B5CAD52A71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01D62D7-9532-321D-F44E-2B58DC30B9A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C584497-3399-30E3-F1D1-D836817D0D3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E890A0B-6E19-F6E1-6516-717D7D1C545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FD7C0F4-8F54-AB3C-91A5-E26B20033A9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9526822-51A6-5E02-5DF5-82E858BE9FF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DE9E278-799D-8C6C-3250-32D7B036E19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CDCF9DA-5D72-F011-8008-3E3DDAE0DBF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9FEB2B5-7E35-5CDE-1802-057EFC36CBE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E4225D6-D986-3E6B-FC7D-4D856148619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C3F6442-D7EF-B96B-CB82-B6480FC1521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2B3D288-AE0A-9CE0-E743-0518FBFF1F1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0ED1857-8334-5453-B89E-8A52B1AE127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8EE3F0B-20CF-8E82-E3EA-DDB1CAB7AE8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E22BDD0-7FFE-2420-60DD-1645D5177E5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B53BB71-DD21-EBDE-EF69-99DB074586C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A9E19C5-120F-3515-EE01-ECFA0541D86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AB6E48C-DEB5-7AD8-B13B-82B6A72E469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DA34A28-95E3-3A0A-2BE1-6DA26E15F32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5ED538B-0686-0D2C-7223-017C228128A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4865E75-78D0-EBA4-6D16-E1EFF5FE471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9C44E61-5D6A-92F2-D1D3-B9DC28D1004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95A7FD9-1A9B-F55A-7170-6C5BA38AEB6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59ACB6C-EED3-CE2A-9E75-70BFE237197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A85D525-B58B-5DCA-E55F-41988530E55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22AF9CB-F4A0-8ED8-4BD1-BB44551E4F1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1F12D37-1A4B-A2B7-AD4B-ED10658A9DD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C7B6A05-298D-44F1-AD55-487DBE11C77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144043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F59447-4C7C-2E70-21BE-F6A6D0A28B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7295FB6-FF67-3593-E762-A6F126925F9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3C806EB-A0DA-05F3-DD97-1C612A5717C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3887F68-2659-6C4F-E7ED-D239139595A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1BEEE1F-D560-CF8A-07AF-45126CE7D4C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D1FFC6B-644C-FFB5-506B-C92E7313C0D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0A0DF33-BFA8-5123-766D-BD7FEE42D48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BA1E98B-33A4-46AF-A709-4D8C7A9D9BB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FB2C5B4-B7F6-2B2A-91FE-4E13E09ED62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584A3FA-814B-09AE-2CB2-23FCBDA6787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6C5647D-0BBA-051A-53CC-787E407226BC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8E4353B-B428-2444-9D50-519928E5987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4E4ACA5-6757-614D-ABFE-7E8782BE3E7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05957E3-2512-8D59-AD9F-33E8D76554F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2EB789F-D800-4BED-06D2-B7879B6FDB8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21C34AF-D627-8654-6358-48EBA927FA4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25CD139-6220-7A0F-B6D1-7D774AB22F5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93E3627-D73E-07A2-EF26-CF910A519F5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3FD4FD0-5D96-E632-D83D-4BD06F61C42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9825F56-7DAA-AEDA-52A6-BB81751BB74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49A553C-81BA-6D52-3B14-1B8B0307E44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123A0A6-86E2-8BCA-2EB1-28FC7137436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B6EF351-8E0E-C42F-974F-1E45ADFE5AB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7DB9801-036F-F1CE-1546-74DDF3874EE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FEFBDF1-A209-6659-5076-057FC25E7D1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9935DE1-ABDE-4FF3-9105-529A537ABD2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2556AC0-8A43-CD86-842E-7239555BD4A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D4CBB81-AB2C-C981-4FB1-98E4DEFE5DB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4496754-8CB1-26A0-A7B9-DA1CF5D354F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EA45246-88B6-47A2-927B-DBDEE9F9392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4A359D8-2470-3B4B-4436-E46B96F1FC6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A792C18-2E89-FAB5-6B62-B7852BAD4C1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A29448E-FFA3-11F2-9DF8-D8CFAF4812E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E2CECA1-3A4D-C029-094B-3B42090C3E5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C0CBBA98-4426-263A-AEB4-664BAAB6EC4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42ED7A8-3709-20BF-147B-B62E2F0C1D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02EEE29-0C03-6029-EB80-8E9E7CA36C2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642B4FC-7320-E347-F4E0-832FA8C097A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F537A3B-F125-EA10-9B6D-3345DCF7875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EABBF8B-E2E0-90CE-486C-17BBF477326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CC41311-DE09-0C4A-CAB4-9190989902E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46F1D27-AC63-B1A6-D860-4F2F44B76EA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377EF3F-8CE2-81E2-E30A-5A996BD33C6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6FE9734-48D5-387E-7082-1B34EBCF767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C7C6F38-482C-E35D-EB4F-34E7C5FAB7D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2A04088-C8C7-4A84-1596-44E3143BC30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D4BF794-5B86-7C56-EC11-0E7752E6429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0B90820-E83B-0B0D-283F-FC77FAB51CA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634E78A-38F2-3C18-AF33-9B8EDFDC60C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EB2DF41-8F3A-1075-3A33-E14B937D422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8F5E39B-5E36-D1C6-DE02-2618A37F76F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6EF4EA5-2E56-AAA2-E9E1-F4D5100BD62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ABC5C09-3772-CCB1-1ACE-293EF68ACC4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A48EDAC-7093-7A04-6DE5-457D2B6C25A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89AFB07-F7E3-C52B-53E4-04D0C20A944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B018F52-71BF-C414-9FE6-0F43193942B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137D867-0BC7-0F21-2A07-C995BD13D7D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E743CCC-DA59-39B5-B348-39EFD2CBF9B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8F76C07-7D41-E34A-F05F-153EC0D3AAC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351421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AC3923-B94C-BB68-E906-ADC55FD678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64F289D-2133-D1D1-780B-A4C32F9113E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C0F8933-F642-F103-2346-ADA56585291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25CBD9B-19D8-156F-166A-7AEB5393CD9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43846A1-F6EA-75BD-29EE-45F602CB480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18757CC-E2B9-F612-1C54-60187916787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14D5777-487E-FCEE-81CC-2C3CDA3801E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C7E1293-B77B-77F7-35B3-53FB0E6DD65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AA07194-444C-9518-063A-65108189174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4EF6B1B-A1DB-7C92-15BC-3EAC50B2E80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8131083-551F-B701-4F77-5BE6E5ECAF9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AD7EC70-E1B5-BC9E-A549-139F89BE566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7146DA5-937F-CCB3-36B9-3D1D7C249CF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217D31B-6DD3-2ECB-4FA5-DE480C6F391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9BF23DC-1704-496C-A779-4282B083D42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D55F2DA-770F-5175-4048-9A881F83B72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8CE4C3D-5BC6-469D-FB89-58F94EBC369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BB76888-188A-2958-91DF-9890650822D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42C9D87-E0F0-090D-F1C0-E31B9BBD114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1E115EA-0643-F9D9-F677-8858D482224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B1C382B-40A5-8A53-ABEA-19B73D04C1C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1CC8EC8-4C33-0F8C-5609-9185BB8BCE8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0C0E219-62A5-1CC2-18A6-2FFFBAE985C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02AEB2A-A687-5C6D-FFD4-F672CA09A0B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E599834-0F88-F5FB-7636-8C6D7F44174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C9A3908-D44B-7467-54B4-12E14A08A4B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DE92C4B-C7C5-7B8E-65EA-BC622BE7708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1F91093-BD27-BABA-2707-A18FA4F3D9A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07CBF65A-B3D5-805E-D285-593821DC8A5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D773C62-1E01-9C2C-3F2E-BB649779DC4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9F217F5-F0B1-FBB0-4A65-2322E2A50BF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6CBA2318-F82C-B6D4-DD87-B65D5F22661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B577E99-9B4E-1BA4-0602-3F308A47382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FA854A1-3EF0-0EE2-8CC8-77D2C8A9B31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4FB278D-FA5C-AEA3-38D9-0D8C84DBB54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7C29279-506C-42E4-83E6-B52D63FABA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E9B01A3-BD5A-6E40-373B-ABE33AFC943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1534292-6EBB-1CD4-72A1-4AABA736A34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1A0EC75-4572-85CF-16EB-EE876FDC3DD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31BD12F-82BB-33D6-D505-142E52E162C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627E252-1F22-E57B-FD01-80F8C7C4BAA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BE4C916-072D-C457-8C12-50B2A462528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CBDD97F-E70E-B6FD-F4D9-52AD7085490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53800E6-CE40-2275-2999-D4D31B3C801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B4E2129-9D8B-0F04-3D7E-CDE2849D3DB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F8E9A57-186E-5AB4-9ECE-9C6EAE53BAF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700F20F-7B69-99DE-A18E-D93D20A17CA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D562A65-9EB6-A7EE-FAD1-31AAFEC04BF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D4C514C-D8B7-E35A-969F-FAEFBD0E6A2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A0CFF63-3E61-6F0C-F752-7B06AA15982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B3E0861-EDFF-F746-CA2D-654E62888BA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E81951C-AC80-62F5-923B-F1CB1C08883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C0A8DFA-A272-448F-594D-DF9E7518D5E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6066C2D-E9E5-39CF-EF1D-6587E640366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782A82D-53CF-39BD-8DEF-6D93391DC44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4FA9281-ACDB-16F2-AF39-BE83D1BD258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91A5DD3-4EF9-026B-BB6F-EC7045A7FB8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01D08FD-8552-CF4D-0ED7-E8E254C08B9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ECAE6DB-CE80-E12D-9832-1BFC80561F1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7301738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4A758F-E7CC-BC80-A795-184F53CDD2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037744F-DBC4-BDEE-BE49-384C9B8C7B6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48EFB7A-ED7E-83F7-0B97-96AAEC996C4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DE52BB7-58E1-BA44-D263-9CBA7BD3191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E2ED0D0-3A43-E2D4-E0C6-B61F79B7BB8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55A4883-1A5F-C3A8-17CF-FBB50B4ADCA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C989184-222F-3711-03BD-92BEA8F02C9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19C482F-F3E8-A17F-1F99-7672E877894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9AD8BE2-CC88-4601-4646-0E95B316BE1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0E2FA6D-80D5-570A-B306-D169B74FBBB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149EF3C-D4F8-CB28-A405-3EE5DCE4365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E616580-A353-CC92-6609-37E284D9349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4DDF629-4406-6C0B-7768-F308D73FD1B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3805096-DB6E-2555-1556-6B4316AB8B4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EF25197-2BE9-17BE-A2FA-2DD9D888D5D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727F831-9244-F56C-DFDA-84E49A579C2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BAF7CA6-6DB9-E691-7FE3-DF3AC3DEFF9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D0DC6C1-C10D-13BA-6B94-243DFC43351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47C8B96-6B75-33A3-E0E5-6BFFEB504CE3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7A8EEB6-44B2-1D9F-9FC9-2DF48C3521C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62F1391-6911-82D9-90C6-20348504BB4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B0B980C-BDDA-D028-8A75-017BA0E1124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40EF30B-C1BD-10DF-324B-921DD6189E3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140EE87-D0F8-0D37-A206-933A538B6CC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FD24DAC-F3C8-CD01-4070-B71FD93F4DE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32C0B10-427B-9D03-CA30-BE1D1CA20EB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BD0CBDB-BB67-7545-8B74-18242C45D82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55C2E4D-8643-B09F-F163-69CB0AF75FF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1C95748-D9FC-F0D9-8B91-AB5E42AE6C7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3B5FCF1-9583-84A6-18CA-DF30BD6ADB3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976E454-2EA0-ECC3-9CD5-451B142584B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047373C-2B8D-7FF8-9743-C7D2A1B9CAB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5C872A7-34FB-B8A4-1B90-E8E42DA8766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C7FFD50-948D-B080-8AF7-8430FC8008E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DC1CA58-5E38-BF1D-E8AF-E88411876D0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FD18F32-AC29-7A0D-1829-F4E93224AD8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6875F51-76C8-242A-97F5-2C5105CA26A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F472A2D-4B6E-D5DA-64C5-63FE64F01FF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2EA0EA5-9A83-AB16-70A8-849797A0936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35BF17D-84EF-3A38-D28B-BADC0FAC9CE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47AD8A2-CFB6-142C-5027-7E54C81ACD2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109E210-C0C3-96CC-3879-69471F0CBB6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8340D83-4D5E-50C0-818C-0E9C372C2B7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1064273-BAE5-37F0-BCC5-8E2E36B7BDC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E7BACFB-DF76-CF24-A741-BB4E73CBF7D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785D46B-F084-4FE4-E751-E493492341E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FE0989A-00C3-2325-51B8-956766709A1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7354022-4DE2-9782-3CBC-87FDC14A192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9AF46F4-66CF-17E6-3398-FA4130525A1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AAA0D82-E8C2-BA96-FAD7-2D4C6F12A90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68FB964-8E3C-CFD8-2B52-7888419D3F0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56339C2-060C-0EC2-7842-CEB6BDCB944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EC455A4-0C94-32C6-1E0A-5FD1A315A50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DBBB89B-B73E-0BC8-F9B4-026BD82C229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DF752CA-B997-9435-3713-AB5EA9BD86D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8E0DE90-EA40-93A7-1F57-B45007B386D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E24E0CC-E310-6EEC-A457-0B16F790BFB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026538-2E77-7EA0-6ADC-4CF99DAE3D69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01AFF5D-FC5F-F1EC-E556-1E70B48209A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855346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54087C-09AE-06E9-E1E0-C81E30E090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CF98280-838D-181F-8D1C-D3B384E52EF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BDED1B2-F22A-72CF-C4DD-927EEE1ADED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59C88E2-03FE-A81A-01F1-662A0F22F1E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6A8D783-A42D-A1F3-BED2-6664BE6C17F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262A3DA-C36B-6D24-6DAE-308722C607B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A9A7661-BF4C-561C-FD02-BE202396336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CEA6461-B688-72A8-6097-47329B9A5A6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E2B7A4C-73BB-ADC3-CCF4-71A5CBFED3A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A5E8EE1-AAEB-3AE9-D012-F8B7E14B9B1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65B30AD-0C20-736B-217A-F0D7A63155C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8A80038-7707-9A8B-9305-6BAF8044180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9047112-AB23-52E1-24C3-1BC019D7B9F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79B8AA3-625C-E3E7-71A2-089C4508856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B56DFB4-6D72-BBA9-2BC8-00E87AD3959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E25EDA9-62A4-DC43-6392-695F151303E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0DD8EE1-A393-9662-7612-0314F3947B7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EC909D8-0024-C1E7-B1A7-C2450176A11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2908529-F35A-F92A-54B3-84B7D2DF21E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253A445-A4E8-84E6-26D1-92B23EC0A83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A09BE5D-D803-4971-F192-07BABC5C44E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44051B4-34B5-F2EF-B527-2E9B63397A1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5406D4E-E4B4-19F9-1880-7F82219F86D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13BD6C0-70B3-AB6F-B37E-5E04DBC3195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1440D57-4FB7-F5CB-8A04-6E225ABEDFA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B95F499-B0A3-C22B-EB24-98B1C6F1B17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ACB5A14-C6A0-A5CD-63CC-45DC601E7A0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7D18130-15B9-AA64-1CDE-B02247B62A2A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585712C-4EE5-EFFD-F63F-158B4231A2F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FB685A1-2698-78FB-4035-48D3F1C08D3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EB0BB45-C3FC-6BF4-01D4-B39C797848E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08765D2-BFE5-36C6-5BF6-6A02B7EB618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889B909-4A60-A0BC-E6E3-60C8F0A7D9F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F5C7D645-2220-EA69-F81B-B4058368861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C62D5B8-40D1-3ED9-2F90-D5C41AD318A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155746F-CBE6-4E57-BC90-953AF25804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9A4809E-B488-FCD6-7677-C8712859E63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3A9676D-F90C-B1D2-CC2F-767836AB6C4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D0B4E2A-22BC-7B0F-8108-9FFC55F9EEF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577FC6D-078B-25B6-5F18-01577AEB51D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2341539-DEEF-77D1-774E-C38B85FDBFD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C1FCC5C-ABE4-6EA9-148D-CF77E61069A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9BF4349-5372-749B-CA96-C2064759665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6FE5E71-D729-3A5B-A838-DC8F1FEBE52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4AFBCC5-0828-088E-0BD6-60ECFD76647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3386C60-1058-9FD7-A217-819504EE9AA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E7D04C7-90B3-B807-E5C7-173EBC245B8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9FB9A6D-691F-691A-999A-D52A2BD04BF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CE6E329-BB8C-204E-0F0D-4A19776934C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FBC928D-B700-1766-9D7C-2A2AC3ECE00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930A4D3-3887-AD2C-0435-8E9BB792390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8ED6E02-DBA4-4FE5-D5AF-2579243F90A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7C7671D-2582-A759-F150-68D7D63CADD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5E40AA4-B274-EB04-64EB-9937230EBAC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F3DDE5C-A54E-9138-8059-4DFC809B11E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48C1820-FBAC-2AE8-4E8B-B652C6D5DFE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0590951-41F5-8F00-4F44-7060ACADDB8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2877AFD-29CF-C800-9B0D-E62307775A7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C4440C5-5974-B613-FF80-9727163A770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97658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192E6-462D-2DA2-2725-2570096ADF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5DBCB8B-D6AF-6A79-59CE-0948C648599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DE613BC-145A-1149-0644-9DC0DBA1950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18C18BB-DBB6-3A43-3866-0CF20B6FBA2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1950F7A-F0E9-A328-494C-C2F661B954A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35DDD95-DE53-9131-ECCC-691C0405A61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A2D02E2-2E55-C1A9-76EC-7E57DFB3713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1F3CD1C-D34F-F88B-BA52-C756B735902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43342C9-1119-AABE-986B-28278814CF0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399A3F6-7B16-8459-E154-88F33B16A44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419CCCD-5FA4-FD5D-09C7-40F29C6B1BA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D68F03B-C8C2-5E8B-2069-76095D443B8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22FA4B1-D139-9403-2464-04902DD27C9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05DF549-DE4F-C171-D4F6-E2B35BA4A00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53DC5D3-A489-87FC-D1F2-5333902E540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CC2621F-5ECF-47D5-E051-3B816F90394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B479882-0526-5FF7-C29A-F887EE0CF6A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8096EDF-40D8-43D9-8B0B-A7311B35F28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78DC9FB-366B-A2B1-7855-3D55976DD13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923AFA6-1C27-8046-5B44-F31E1966507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ACCB693-FF59-1630-CD08-331BADED237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87CD047-3D06-D1F7-4CF0-73965A349C9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2789E0E-76B1-1755-E55B-8B4495BF1DE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F356A78-6723-3576-286F-161F23AD932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1F5A0AE-4688-8288-8283-3EC723DE631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E19B659-60BD-6606-8876-84BDDEED102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16033EF-1DAC-9B84-21A5-3F2C138E1DC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D1D1E5C-3CCF-42D1-63DF-340058538C8A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F3D67FF-D5CB-1013-CAF7-7D893BDA35E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479CDA5-C304-36DD-5D9E-CF09C2EF3C7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C1A5056-019C-6B6F-3CDC-CCB93F876F2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282A43B-4D09-51D1-534C-5DC15F57DE5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0D7A24A-2111-03D5-A23C-25975F96747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ABE4AFE-F685-1A51-C2AD-0063E6A8FE6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AF9D5DF-B2F6-E15F-277D-F74D0E20901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AF64E40-2688-C71E-47B8-8E4D25691C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BED054A-09A7-F62D-2D92-509D21A1CAF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8F810C4-2C52-91A0-CD66-9C6ADFA98C5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5E3D8B8-36A5-FB51-0CBB-77AFF1400AB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01F8DB4-4C54-05CD-4183-F69DF2A8756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E5DC89D-C557-F574-09C7-787BB73EED1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B4A0805-4EA8-1C0D-0B35-961F698260D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6B83F34-2D36-806B-DA50-848A4759A62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1C55C1D-69C3-1387-5962-9D4375C145F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20C6323-57EB-A09E-158E-D850661060E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DFF3DC4-C071-D2A0-C531-E1224E4E3D2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85141CE-F557-7D5F-EC35-5C8409CC4D2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4DEB217-1C13-8411-A180-9AA579B7C95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D9760EB-8BC9-2B5F-E577-E0E76C23D42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550BD17-C058-265A-08A4-DD3C964AFC2B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AD8938E-42C9-84DE-4F04-9E8CDF92516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86F142F-3234-0666-ADD6-62102FC9628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1932DFB-D9AA-B36C-23C2-06BF1DCE81F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090070D-CDB2-7646-7B61-5D9487058EF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DF2C196-BD3E-43C7-D7CB-E91474065CE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C9237D7-0E93-6B26-BF30-A0E16DE61F7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39E5BD4-66E2-9E6F-7893-D310E638046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4C16A83-F9C0-524C-52F3-0A5B1BA0825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7B77339-B9D7-73FF-DC4E-6E7C2E1A264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5083466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BAA3AD-69A9-ED4C-8296-B4BEA9F22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66B6056-E7E0-FD48-FA90-85840B79D07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5C3170A-E5DC-F078-B287-EEEE76186DF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562E70C-F297-0CE4-04CF-E8C2A87517C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AED18FB-1772-284A-F6C0-088BAEC8E17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744A886-73A7-CA3A-BED5-5F7143285FA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09327AC-8675-C1ED-5AAB-631754E8C55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93F5BC9-2B72-9AA5-79C3-323FA861B3C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34012DB-C588-C5EA-01D1-982463A87AA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5A085B9-CF45-6AAB-D3C9-9849DB2E872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EAB8B6A-5242-A31E-95E9-E3AFF7579DD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3EB96F5-67FD-155D-BDB4-4C7A14B5509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AD941CB-2F35-C5F7-FDF7-2F53B73F401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AAD749D-B63B-976B-5C8B-6F317D88D54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388C7EE-4B88-5A87-70BB-08E20EF5EAB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9153E64-69A6-47B1-E4E0-1EB8BB5037A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2F5DDDE-DA0E-089B-E3D5-F9716852363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0DED40D-FE28-E53D-4921-7C1D72755C7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B1E25BE-36E5-00B6-5312-81C24B6CFFD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9CD2976-4FE6-EEBC-2B21-63FC935134C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85C7D58-188D-FF00-7DFF-4CDCBF5D291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00741B7-FF3D-53E8-953B-3C3E952DD25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EFF4E29-5691-E016-31EF-850D8DA42F3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BD56B96-EB2B-9B19-D624-12A4F8281EB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E2A334F-A41A-BA11-5B3F-C895976D4CB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F9365D3-F279-DD9D-39D2-B30B434F09C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1DC4972-4262-197E-1728-4E73F3C701A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832F253-151D-6150-79C1-545E7E37081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FB1A7E5-0FFC-26B1-C23E-8C2CBAF7331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B8F9268-6808-12E3-A588-9C3F7B37C07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8C88535-E3DB-2BBB-1A2D-9C69E8267E6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582A9FD-E936-9819-9C39-40EC89DFC44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5391044-7480-7047-1248-30B1E5DC311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4967B2D-0525-38B3-9AEA-325F8CAA6A5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62BECF4-BB72-EFC7-2F4B-0DAEA702B71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86671E9-3F04-CE90-3165-367B512FC6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C67F869-BA0A-FB57-632A-7ED51584127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6170424-D492-3840-4183-C105404D39D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19A9C88-ACB5-76B9-0329-9D77E30050C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90E0EBC-991C-544C-8C70-C667034CCC9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EC70D35-17A3-C4A3-1585-65DDCD38F0B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FDC0AC5-4572-A4CA-936A-12523544D47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8C15029-4DFD-4407-5B4F-C2FB164D8B9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7E50B6B-0542-D451-0F2E-D238926E666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93C1293-65F9-81BA-8741-D4A13AAA825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A7E54C8-85C7-1AB6-DFA4-11FB5E2E994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0D6DDFF-57A7-4A27-6254-92D30A872DF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05A77D4-28AC-F272-2C72-5CB27F70E7A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8D4C0E7-74E2-648D-7591-F30684FC175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045CD65-87D6-4B18-BB13-4CACEBCBDC9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97CD837-DACF-87C0-BE2D-26674622694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25E1768-AD78-082B-3710-7C1EF509DB9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C9A88F4-F2AF-330F-55ED-9ABBD11289C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03079F5-9E38-AA98-2DD0-A29E616D6A5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33B260B-37B0-3AE1-D5E9-91CF26E365D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BA1C880-A74A-7622-A142-3473CDCAE0A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3CBB070-DD2F-27DC-02AC-603A209C893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7D93EFA-B1E3-437C-6335-53BC68422A3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C4E3009-06C8-6E82-BDB7-199AFAA9B92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221214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DBADF-7ED2-9E0C-5051-9A8433346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D88FF86-61B0-AA30-005B-BAE1153B774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C1B980A-66FB-FF51-EFDB-1990A960C55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1790379-1002-92C1-9D33-945551E14D2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1F0FF9C-DC10-11BA-B2EF-CF70AE8833F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4A86925-E806-71A0-826C-FA74CE2EEB0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2E49DF6-FD11-FFE7-6F2B-8FCC25AA75F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1C4069E-ABFF-DCB1-5CA0-C365DF6B790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BFE69AC-97DD-4690-5B44-AB5072BC439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58A249D-E1BE-81AB-F2AB-DD77B7A163A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C4E2123A-4562-62E8-3FD2-E3183878323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1D8DF95-D23F-D1B8-1F17-85069E31D64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4F0D34E-4015-9982-AD5F-D78517578B0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FE2FB8A-D430-2144-B0E2-0F7C61A9510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983E123-5901-538A-DFEC-4B88B0104D6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A3AA7D8-9A7A-DCD9-52F0-147BDCCAB3D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250233B-F7B5-8B10-03C1-7DE59A2264E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FC64400-02B6-F075-A86B-37E8815BBDE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0014E88-34C5-38AE-182E-5998D782A4C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4545365-2329-B375-5311-7C55EF6494D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60334EF-BAC3-76BF-F234-4EA277C4937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247A4FF-BA02-74DA-5CD2-735BE6899E4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F48AF1A-026B-F016-5116-E41DF8141AA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4D9810D-0729-6EC8-9FCF-389D4D26F9E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4918C6E-78CA-3D52-22D9-74C57A8660B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C493191-BDC2-8075-4E4F-8124C15AAD8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53D22C2-717C-A489-D081-E342D05F65C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A111D25-D6AC-3506-71DC-F1915E660A0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D9A7744-044B-20B7-C363-C21823B585D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7F84EFD-965F-0CD7-7530-4E8F3DDF054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8803347-6F80-A423-5865-E34680F2FB6A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FF68DD3-019E-AF70-5139-F9BF372EBE0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5C2B326-A2C0-3AAA-1C8D-D92D75B27ED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F6D851ED-747E-A48F-5576-532B4142344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9ADCC2B-41BB-69F9-2A03-A32C81CB75D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94AA020-014B-4A67-2F1F-93D2412CAA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BABC8CB-6A1A-1D01-96CE-376F4F32C70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7019AC3-C0AD-0FAE-02C7-0CD58E1A53B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C0757D2-1A80-4274-9B4F-5709CBB941A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D6022BF-0558-4191-B77F-614A1263614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D4DAC17-FA67-D522-5027-918B2384EC7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71F7D89-1E95-3704-9482-DC3D9A21347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2CACAAE-246D-7BD1-C392-0F534ADA14A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7D6B475-F8E1-83C1-B708-471DC9DDA3A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640DEA8-3326-6230-4D0B-FF6AF21682A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AA15AF5-FB26-4113-FF3E-6A82C092164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FEA265F-6BC3-0B76-BF4F-2AA24AB7441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8649232-DF0A-50F9-4F2D-8F27468D106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BD1CD95-F049-8376-DA54-DE4A134EAD9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77D5F7F-188D-BBFD-EC22-6A779A89C87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C0B74E3-EFFB-3074-3B34-ED5A243B749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CB0602A-C6AA-4276-FA93-274A64C90E5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C8E0F38-BBEF-5DA9-0D79-6A5BBAD05AF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7C11FCA-BDB1-F6F1-CEB4-A97692B4623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587A6CD-0155-1BCC-25C3-445806D3857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53AC438-7A3D-F7D7-25AC-E6A87BBD599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17E8D66-AF4E-CB41-E3E5-D814C69E15A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9A76C4C-DE43-05B6-4020-7EEEAA5DDAB9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DC58712-54F0-65BA-8892-AA0F8DB24DF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633452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5A4A9C-059C-F166-C9C5-859F7E812C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DEE6424-76EE-6C22-BFBF-A27C0DC6CAF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1EF14BC-FD25-EE91-0EEB-03D24417A06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BEE11C8-3D3C-D2AD-A732-56EF50C1F33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1872504-86F0-58FB-FEFD-5623F662C082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41AD8D0-CF08-8E1E-1907-2677B9646BB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B00E04A-D47D-9290-A0A3-96F6EB161F6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A08F2B0-9C15-BAAE-C64A-3DB045415EB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924E253-9247-34C1-4DBE-170D91EB00A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63F7DB9-B92E-2136-5995-494B3736D63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A32C0B1-6B7C-876C-0D6C-56488AAF6EB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60C6A9D-DBDA-7151-6121-8F28B2ECCCC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C2046AC-EE2F-AE6B-CAC1-CBBBC032AAC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8ACB024-DE83-DF88-03ED-435220C526B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CA3C66E-76C2-EC48-B008-82068F604C6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128C1FA-41F0-E6D5-EEC3-C4BD6A53132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5A205F6-ACFB-72A0-455E-3C453796A57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F8EC04C-9F4A-939D-11CA-61D37D61302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999877E-8502-5B45-003E-5983428D35A3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CE21931-07A8-500C-91B6-14FB0CAD1A0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DBA1987-D645-9005-7C73-B44D915754E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D412649-90FA-0003-AF6E-3DDF4F7ABC5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D08D726-BFC4-965E-6EE9-E7A07994508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A9F93FF-45AF-8635-70EC-BA6F4B7B07E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820DCFF-CD90-080F-424C-94B817CB642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2492E09-A76F-E77E-17D1-CE61A063368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325200F-06EC-E0A4-3D2B-F2B184F1E84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ED1F44F-2CA0-735D-2466-A20BBDB890B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609C1FD-B4F0-369D-D715-68DFCB88AED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BB08067-8B7D-9168-379E-4942750C0D8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0A1F045-FEF0-77B3-67C2-8D3559B6546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9081353-7F2D-D5E8-CCDB-D6E8A7E68B9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DB1304F-ED6F-1212-2558-F011CAA90BB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0A94609-63F6-AA8A-E5B2-690E1CE2D24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7EBCF87B-FB0D-DADF-6FF3-4D49ABDD060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A61C061-89F9-241F-C256-6733D6D7AD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A10F33D-0DCE-E4B8-285B-D61BE3063CD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BA8FC98-D979-4AB3-1408-91B2C157162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5819602-45A7-23E1-474B-765C5287A29C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BA78834-F0B5-36CD-8651-6BE8E501782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0ABF643-CA45-AD57-288E-EB7406293AE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D3FA61F-6973-876E-B6B6-6BFB968A3D2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2DD532B-8B17-E8E6-9A19-22F6E806F99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4D3FF7C-9952-998E-9CCC-8EA5F573925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C2ECE2E-E995-A985-FA64-2215FEAB061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B158BFB-4896-92F0-F4D7-0ABD2B3B754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93CD339-FF37-AED5-97CE-C8BF1BE94E5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971A22D-55F9-64DA-37A6-30754DE811F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F90568A-053B-D16C-1D5B-9AFF59D6F10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ECD8D68-6502-E247-CF40-BD86AEB30AE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9D3BE70-7671-AF16-D722-087536569EF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AC70764-659F-BADE-00AC-49C0851A861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0010A02-D3F1-5D55-41AC-C417E13DEDB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4F0370E-14B6-A521-B8DD-6ABF34AC81A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AEF0FE3-D478-47B7-F9A3-607945E7C9D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524CE0E-8269-8041-C578-DE2DCB7B899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9E59B0E-9226-4FB8-7F60-31CA98BB552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3B3C49C-1D1F-2947-E10E-1CF8129B854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C206285-0A16-E848-27B3-3D80A33AE9B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136034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A134B1-BB0C-BF5B-BEB2-4C435ECCC8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8C01F57-528D-6798-82F7-5C0209EB940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DF84966-EDD3-BC85-605D-58BF26E78AC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1EA46D0-203A-D899-537B-455317B9E37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22E488D-123B-1708-F284-0D81D9AD1DE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E9514E7-2C0A-3644-A026-1C32970C0E8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D427FD0-0D29-D45C-7A79-DCEC3F630EB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B31006C-ABDB-7EC7-D85B-4660F27BB8C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E890543-C949-EF69-63AE-A9F3FCA3E05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DC16E9A-FA2E-6044-250D-3596862FC64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F495FD3-EE4A-B261-C9DB-9F0AC311ECC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7F3AEE8-E59C-6913-2B18-022328C6FC6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56780CB-03D4-06E6-5C78-4C220321DD8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FE254CB-3A58-57D8-1C9E-8BA2B243995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58A36D7-85B1-410A-6460-5AA64B8C966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53AF724-EEBC-D476-89A8-C4BBB3EEB35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2D40AB1-53DD-3C6B-D965-E1E49E094F8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3D3A1AA-2A20-4BC6-8749-C7EB659CAAC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562FC20-D6B1-F7D8-A605-B1DC9FA7A76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F28BAA1-F904-07E9-527A-41DAC755DA5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DEE97EE-C4A0-D5BD-C30C-6ABFD141966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678733A-7FC8-C782-A51A-A8D7C05455D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C549651E-0621-0FF9-5C6A-2966A134081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B4F9CE8-50E4-F7B5-257A-E46E9AF7724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66710C6-29C6-C1AD-50B0-B53DB3F99FC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5EABCFC-A6BC-5975-2AA2-C8BF214596D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C16437B-3447-BCC5-D0ED-E9F12556289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D5F304A5-827A-E2B4-1731-BD4D8AE818C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07F7694-3BFE-11CA-0A69-1E330631AD5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A4A1733-14D9-6588-D97D-DAE90C2EE91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3B53170-CD59-CE71-E499-8C8C8C5B067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D1DA110-F274-39DF-BC52-74A4FD4BE08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9FF07E8-B8EA-5B77-043B-1A8E0ABEBFC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C3D3C13-B58E-E57E-A9DA-4658A8C8C3E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BF41266-0634-23EC-9FB8-5832C987C7D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114B036-CB66-E82B-8F2B-18E4B7500BB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B65D248-6553-4588-878B-554C94C8110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1E35891-C536-285D-0492-9863B12652E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8D16D00-95A4-BF9C-670F-CE811599835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6AC87D8-641D-1885-EF16-7D9E482D27D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427A573-481C-1AF5-2174-32FFC8E2AAB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12E805E-FC3D-97EE-5638-266C7E1CAA0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F8B1489-1983-A2FC-071B-488D54BDC04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8BF27AD-5CEC-7B1E-D6A6-003F609A29B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C5A3831-FEB7-4A3E-BCD5-09E54E3B55A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96581B6-83D7-5F98-B549-A48574C6252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F58C0E5-7410-C855-32E0-A2B3864C1D5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6C1472E-36F8-F15E-1C50-8EE4E92BD02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D8DF7D5-4180-53D9-EFE2-DD4B2136BAB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A0F92FC-96AB-8DEC-8D95-8F7A6E0FBB7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F48CCA7-2A40-7FCD-9348-335AF816867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2CA62BF-C97E-4FD2-D109-F2118566287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510EC47-547A-0432-65DE-F392EC16A4F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50AD354-631C-FC98-67C2-C7B1D4BF701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FE88551-10D2-6BDA-F5B6-8909B149F84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A270905-996D-92BC-272D-B12E5F3136F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CE3A6B3-572E-3308-D6F3-76AD87D0205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62C60C-D23F-43BC-5D08-EE3DED0B07B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7FB9978-E62E-AC71-480A-896367C31C1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2068038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091C2F-7EBD-22F1-A156-BD4EE9E408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2B10596-6142-C29B-FF66-022C494812F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0220057-59B6-2FB3-D761-C71B595629E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3414931-1306-432E-712D-5BC04853CDE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948A9A4-E80D-FD0A-0DFF-170D26D4341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DFE84A4-9975-EE5B-C748-C3C20C683AD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2D11548-1088-9C94-7814-192B2F0010E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6E33F75-D370-7125-CFF2-5D3BDAF6998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33D0B94-C072-9F2D-2E4B-B2DC23D766B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D7D308F-493A-FF0B-F9BD-C80128CE5E7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30F2B81-E1C2-AA4C-6FE4-CA1B7C1BC62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B636034-5F5A-150E-0BDA-89AF5BB1C16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154A254-0091-DF30-E6FF-EF4AF64D1AC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121D9E6-82FB-E1F6-8992-E84F7D79DAB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C581BB8-40C0-120B-9C7C-D07CF695365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6E6FDF3-4811-F3E2-27FA-F9D90FDD6CC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F5B47C8-3601-5D7B-3332-112F0108F15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9C43A85-CA06-B323-D939-FA0C9E5F16C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EDDA4C8-03D1-5835-0820-7E647CFF3C5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661439E-C2C8-F294-2C0B-254663279DF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047EB87-9CBF-5571-4839-F654E29872B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C8CE1F5-4A97-B94C-B516-81BCCB70D50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B296060-D8B6-8890-9066-3FDB09F41AC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0305FFB-0519-1156-ADF1-C964A110459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AB1E2BE-2391-6792-6842-4C48E379A96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6474A4B-BAB5-AF73-7D35-CAC7D5DC2E8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4244BA8-FC43-C52E-6469-C22AFC4A70E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CCE2C73-D43F-3DD8-71B8-F41018CBC0E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BE92612-AF8B-83F1-693A-565725F7AC9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015A96A-C666-531C-68C7-C73B176A185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4E3B2D2-224B-0A6D-0E53-E936BDE62F5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2C2743F-DC16-0102-77CF-6F842934EB1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F065530-E3FB-4905-7CFE-3A29449C858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4C0C368-24A4-5337-01BC-A6E9666A52F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770FCCE-F98A-FC74-AF8C-99A960AFCEB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967FFC2-A809-B7FB-FCDE-C4B94D8E5C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7050997-ECB2-BB17-1900-17B4C80AA59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6159DE6-009D-0501-B71E-4848CCA59A4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CD78F59-E119-A3A9-978A-E6797814045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8140EBD-183F-552C-0766-0D038EE7B42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F38884F-90AB-07EB-0019-E07C0BC3167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98FC0D4-30B4-BB3D-7BB6-233F99924A9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8F1AB02-02AE-0542-DA96-2F02B6D0003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F99C965-6744-3D1E-FE71-0AD3DF0366A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4A3CAA5-4847-088B-935F-5B389D227C5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1781C01-FE5D-7DE1-D137-60518CB387E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DC67CF9-5A97-26DB-DDE0-EEDC683FD19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010D04D-F4F7-B008-E07E-90C8F6D8681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00A60BC-437C-1227-89EB-812D672AF10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C7E1C4B-A830-6C94-5511-00A71DCD5B8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3771DA2-03C6-CAA0-D2CE-7A13824B95E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3B349A9-708C-B94E-EC9D-ED023588F8A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69A0B4C-1B18-7208-0E36-587491A857B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1736CAB-842D-94F2-8AF3-4E85EF87412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0A3A9F9-8F6A-42E7-3DE0-8B53EB17C2D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124AA87-6B1B-8AA5-14E6-179A2D33D3B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DCB5361-C0A0-9899-A02C-268CBEB3E0E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8CA2053-FAEE-F07C-CABE-BECD35CCD1D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499EC00-644F-73E4-2565-CFBAE86DE91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570936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B862FE-12B6-BDBF-0B60-CBDA8C2A44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AB37489-EF17-3455-6681-DB245ACD4E4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A5D4CBB-0B13-23FB-DAAC-4BA5DBE84FB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6067485-09EF-F578-5661-5F313A75D4F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68A5BA8-D905-86E0-89F6-83D8C656BE0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208C8FE-B035-431D-7D99-40A21110B16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9310F69-7183-9AC5-A740-1BABE444E3F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1E75209-F078-DDF5-5C62-CD4D3F8A509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E5960E4-5D1E-35C4-AFCE-76E8B7DBF56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B59FA8B3-C08C-ADB7-C503-E62612048A4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F72DA39-9620-8C5B-B6CB-E02F7DCDC0F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DD66968-4EF4-93CC-F281-A5E288DDC85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7CB6E3C-92B6-BBFC-6A2A-859344F8612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4A0CAB5-43D8-5BCF-4A15-A4C9D7866BE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C2D4093-C6FD-631E-2465-9ADE050A2DF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E5F22BB-CC06-4FCE-F32E-F2101168C49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5B2374E-7B79-C5FF-1F7E-B614403A430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9825121-58D4-4D82-D32D-359F331FA8C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E1E34E7-74AB-3541-9864-F237213FA55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07FBE7B-9976-1F29-8A4D-D4763C404DA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94B3429-9A8E-5AF1-9883-DD84AAE3D89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3411C92-9C0F-00B4-AAF5-500CA76C36E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2E3BD5E-172C-BEF3-8DE9-5A147398843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4CFAAC5-2BDD-5883-9E49-5FE1C41C6DF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AF6555C-91A6-5C49-E5C5-AC91C69A5BA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7813140-D056-D067-88DD-7A3DE58030B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FF94DFA-E4C5-B963-7676-5582A3681FC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8162E33-3439-0B44-3E6F-708C9DBB20A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2B502BA-58AE-DA1B-A88C-2E1AD83AB5D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9C0E325-4A73-E29C-67CE-6BA260BAC8C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176710F-04DA-D198-605E-1725C98E548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F84A197-41ED-BC36-E4B0-43C062A47D0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FAEA3CE-CCFF-03B2-1E74-E9541AE6EC6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064C6DE-335B-44F7-5B33-611CF3D065D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F48EF88-BDCF-4897-18E7-55F95F9BA18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BD2A251-0EF8-9C94-F137-B4FEEF14E50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D156240-0F14-4100-36FF-A37A4DD8FF2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072B7D0-2920-3AFD-BA14-26F0ED2F2BB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E77AF79-29F5-642E-CAC3-8BE9B7827AD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C7691C8-CC5A-A001-BF8C-DF14C8F72A0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CF6A400-BF57-4950-3301-C39A0AAB1C0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52A1631-37A9-AA3B-76F3-7DD371C2DD9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028FA73-9421-BF06-E1C2-19480BA248B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432C55C-A870-0CE6-E6CE-F19E9ADCF4B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2DA7C34-FC27-70C5-5030-417171DCB45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049BECA-DEA7-6C03-32AF-97080E87104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2FD2E3C-97E3-EA9D-194B-EF3CFA7C180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75B8252-5AA6-E941-B03A-B4E279F97C0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632336B-75EA-F792-C991-26849E2B8B6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1CBC8C2-5C9B-1304-E81E-C9EDB193E8B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061F425-357F-C2C3-9465-31A21A1F67C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122F4E6-B6DD-2D83-50F5-7299521F5F7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0CAE5F6-20EF-08E6-7AF1-DF64960111E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AC0727D-E2F5-7AF9-870F-5888B4C881E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506B56A-70D2-70BF-D2BD-4C7829AF7B4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CCCB8681-FD38-754D-AAC4-788F8A537C6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3024E79-4E99-74F7-86EA-6EBFD53E970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34B8F1D-8A81-6753-9439-79C2229C1DD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EDBF228-344A-805D-11D0-7D5ACD01D3A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378454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7F69B9-2A76-A934-C625-8D45C0560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D2A78F2-FDC2-418E-799F-2953C955A1B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5164A47-0E5A-975A-5863-336AA5E2986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166F53C-60AB-CB04-6A20-AFB866CFE76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A79EBB6-D408-344B-BC48-8D2D8A4157E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9226512-CDF3-A2F2-5AE0-171A4416294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4886E74-F74E-891D-9EE0-D594FC28027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038E0BA-DD20-5883-4965-C94FBD0CE0F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3467500-A820-4C92-01FB-B124CA4051E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5A86CF5-A307-4254-37F8-10EB64DD48A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B840F53-F2A3-6860-AFEC-04A6B22B629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CE6C53D-B1D5-6E3F-F9F9-6C5ACD01934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E6C1F96-D515-658D-88DA-F71A819020B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563EA80-097C-6375-F899-C66B6D6A61F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868928E-979E-2856-ACB2-467A1CBE4A8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D09CEC3-0538-C413-58A8-B53B7586C02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99E3C95-89CA-7443-7399-80EC9AEBAD5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DFD0A84-5F79-73A9-A7D1-A1A659D28C0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6DAFC97-97BF-4404-84CF-E953407A20E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8DE5AD3-EB84-1E3C-2B58-44200901D29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30C7AEF-BF20-1495-E0BF-58C7F4A8115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0D3AF85-BBE7-834D-ECC0-BB89A398CF8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B13F5EA-08C1-1639-8EA4-520D0A3F4AC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30AD1AE-7925-0100-EDCC-98053E5ADD3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654B143-ACD8-B20B-7BC9-C7CD319F6CD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42D9FC7-E22B-E97E-D01F-A654C7F22BB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4910432-6721-E887-A8CF-E88F79F85A6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C83C957-5C28-7EED-7EFB-7DDB43C2AD1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484DFEF-EA97-7D78-44BF-926CA4F8D04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ACF7E46-FE6A-C525-5301-0DB876D0607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B120BF3-18ED-36E8-910D-5ED405932BA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FA73F9F-9308-0FB6-FFF1-9C68F8F7BFB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2D370C3-9258-FB5F-01F3-35E87F0E231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5FD158B-9EF1-BFCB-BE1F-561B88444C5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F3F94AF-28B7-F6F7-E358-C41B5D844A2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5001D8F-1F64-18B2-ED2F-D8AE251C10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0B3C376-B03A-D7E9-5477-F9AE2212854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06868D2-D579-9440-B074-E6ED65D26D9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46A3DF6-B437-40BE-AE06-A8139D20ACE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F90F663-991D-BC88-8823-ECC62B50337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E85BED5-E292-4EA2-E26E-6DCBF5CA8EA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F234942-4DF4-4BE5-EF21-F4FD0B06F3B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33E5571-B1E5-DE8C-2EDA-B3F757A5357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C53B79C-2AE5-21E2-608F-4D19B22C7E4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B1E9D26-475E-91FE-752A-A2D4C215022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3960C95-A8EA-CCEA-7FBD-218911D6AB3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B67653B-879B-E096-82C8-ADA7A5AF88F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15FB0FA-0B93-70EA-8C6F-20B9662B4FB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CC8AACE-7A47-7C6B-B29C-B6870C55E5B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D42F3D2-A2F4-7C87-2300-38951D1F4AA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B6CB960-119D-0930-5557-A19008E14EC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D255745-45B9-E4FA-F18F-82AD818A935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3B7FB79-25AC-8AA0-29E9-DC30F30521E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A1B69A7-B276-7F82-7739-C56B5F6DF3D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5EA340D-7A6C-E804-4720-43DC9C0D48B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A463223-85AE-DE10-C588-56895AC3E2A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333C207-BAE7-AC30-93CE-50C2E9FEA26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E2C0C46-AFEE-896C-35C6-0E670F938AA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A169D79-4638-2CA8-1C15-3D334E5C5B6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312106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5A03FD-FD0B-A80A-28A8-BE30A4D3BA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E669F79-D9C6-34D4-5D60-1C79F2F7DB2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395A0C6-CF6F-2EB2-C9F7-E6E5D2A8DAB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F83964A-2D7C-6E1C-CFDA-872CD4F1A54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F69CED5-C3BD-125E-D796-34B21709AAC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8719B8A-6B09-57F7-7AA6-44C76D58453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19F6B5A-612D-9A48-CCD7-CEF9F3FD905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D1E9A20-DCED-CC17-B106-5BD196310FA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604F726-BD8D-5E55-45CE-E2EEFD73311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BE2975CE-52AD-3080-A37C-66EAAAD8BED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2D5176A-09AB-B6CF-8B9B-609393461D0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53CC712-36A9-90A4-8516-68B07E912CE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3C318C3-E85F-66CF-1D30-340F2147E7B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A30CDD8-19F2-B8EA-DEEC-3DF88EC3F29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0C22651E-4ABC-77BF-3D9F-7288BCE6BBC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DE66A86-3CD5-202E-2B1B-79588198AA3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FEFD5D6-718E-C17B-AA5E-CBBCAD5B445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A958495-1965-EC69-8553-7DB30644A64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412E68A-891C-631B-AD8F-BD9CFDBA8CC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24B0089-873E-4E7F-0689-F8148A6C367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5C6ED31-3A4A-C084-341E-120BD452271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6966181-490D-48C9-2EC1-18AF979BB19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54C316E-2221-539A-285D-EA1BEC4C575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8BF304B-E380-CF90-4492-181B157A7FC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667432D-ED1C-6F9D-D4EE-9483733B500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5DC8068-C094-2EA2-1C0A-E61A6A232EA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9FB1DD5-6DE7-21F3-D260-94BDADBEC36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75C9DDF-85D4-E23A-610A-F3B192C25B0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A5A02C5-DEFD-DDB1-11D0-7B4DA7F469A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BEBDE38-152B-F269-A781-A06286ED369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8FC8C35-E445-617C-8FE6-248D10C494A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CC81DA0-B2B9-EAA4-1F34-6CF1D258680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89129E1-4E58-2EA4-C694-941D909ACBF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ECF4EB9-B34D-F226-FAA1-6E3E1B96476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6F7F9A7-6C9E-D4F6-F92D-BD1B2ED1CCF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13935F0-D422-A386-2BDB-ED97D7E0A98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9F8FBF7-F3B6-499D-73D3-E2692C8D73A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553E17D-BD00-AEDD-8A64-89D475F10CA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2BE94DA-258D-E9CE-CEC8-4AC308CA86D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242DE01-B08A-2FE9-0BA1-EF5B9EA5ED7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AED9AC1-631B-F353-6C0D-BCF5B2BCC83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976CE2D-3DF3-5299-3909-C67655BB9DC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276D0EB-2985-4A34-102D-233BA335089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A282055-40CF-9909-4657-A489D89A52C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39A79A1-5249-B491-2E80-AF56CA6E5E2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8DF266F-F491-5781-A382-BCA44854F18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72D989E-B39E-11D0-3E81-DEF5411EC2E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AE7FB74-9A9F-FAFC-2CA9-73E3BF3546C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6257D92-ED1D-025F-54D3-8AF6DC5E17D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2DD3FD5-F4FC-307B-A49B-73E04910897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42A70EB-2C0F-815A-16F3-9FD39370338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6FA832D-4EFE-1005-3CBD-73DB0D2906D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933DDA4-0A3A-8E07-A38A-BFB5C1FFF99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6D8DD0D-D423-86E3-E64B-D7BE3248F2C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925E3AD-0D2C-6B95-9E2E-2D3BC354E3C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CC0F0123-5016-7136-6929-E6AA9EBD9CD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CB83CEE-F686-5C75-617A-74AC4D29BB1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356128-78CD-67B9-DBE2-3C63FD983DC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768005B-1591-2879-94E4-50A5B35CC77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782049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EF9E4-1B5E-7A12-9753-51BAE62CB8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88FEAF1-111F-E489-EA02-713CD4153EE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A345E45-C14F-73C6-F7A1-002D3710B72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29D17AC-1483-DB5D-52B3-CCD60082E25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5F204E3-E342-B02A-19E4-F73F918374F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D71F38F-5F8E-FD49-3DD7-F70805E1189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27FCB91-3E90-3696-B0C1-72FFEAB9A1C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2D93E70-2FD4-B5BF-A741-0C77BB85779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DEAED23-787A-7E9F-40EA-D30B3F881BD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53E5C85-E23E-1BC4-AE2A-C70B0554E55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3CA9D13-FE89-5507-78A8-1ADAC38E3F0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5A7620E-F407-AA17-1AEA-1DAF7EA6148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BB04EEC-970E-F04C-8A4C-9A9D9D1FAC6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21131EB-4EDB-5CBC-55CC-80DCD1D9B22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A3BEA99-60F7-068B-BCEA-BD9F937B244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8A87DF9-BC63-BB9E-2650-8BA196EF500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6C0FF91-4EF9-C143-A21A-0BF2D61B9DE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02DFCD2-E80A-F6F2-1168-80C01C8E2E2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B7DBCE6-1D07-731A-9744-9915BA9CEE9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01C5465-91EE-BA8D-89D2-55D6CB04E30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D9B1F94-BB78-20BF-FA15-669CDD222D7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F0BAD44-5BD7-2071-2008-B8F4E2E1933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0BD23F7-FF8B-3F4E-64CC-2AE96DC1F36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17B21E1-0973-7145-868D-5D95D15CEEA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37DC435-39C7-BCCE-E1C2-8BE4D631605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874ED2F-9033-E00B-2876-A43AE7A909D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313F76E-035E-AAC0-EB1C-2F882B609A1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4970532-0805-F161-75B4-5B3F7218BE2A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65A6F95-90FE-E496-14C5-3A584F0FD26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0A5F291-58A7-91AA-F1D2-D1ABD6E0ADF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C17BAFF-5F9A-1726-E79F-2768EBFF707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38E36A6-6A1E-C7C7-15AF-C34DC0D772C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8E86EC0-FAD0-7994-3BF2-6CA1DF75B85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1ADA5AE-DB56-9C82-D809-8C0F86556E7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6D1CA16-8028-9F7E-0C77-481CBE05737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44C9A12-7940-03E2-8E3E-A109AD93C13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913196D-7C1F-0097-014E-9D097DDDD72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35ABEC5-DF30-7779-49DE-B71AD181125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84D4A2F-B049-BCD7-70C6-6E48D91822F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050D7C3-8B9B-E578-5A4E-89FA9B8563B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9BC500E-27DE-DE91-61BE-48CD0B56666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992D611-4C90-2BB9-4C77-AD5953319955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BEDBA42-AFF5-B987-62F3-5D7B9C1964F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74D3087-F545-4A0A-BD2D-13AEEAD704F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6CE0308-DE4A-0A1F-4232-9D428878D9F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85E66AA-C0C4-25F1-FEE6-1B59BED40FD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E6F9FFD-165D-6425-2D07-81EC1807E39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9D35F7A-52C6-5C83-DADA-EC05AE67B0D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0837CCF-0E10-D7CA-E183-FC3D9010081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F64E08F-C76D-2B37-B9D9-A4B44E23C8C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F77FFBA-33A6-29C5-7FE4-8C30597C703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4A99DC9-B06C-42CE-FBC4-28618219523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4BF5D02-4BB5-DF50-FBC4-7BA8618FC586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AD4FA8E-0E1B-A864-AAD9-EA3C9D00A3E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A632537-2E39-E701-FB30-3E7E968ADEE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F624350-0126-1D82-0B8F-25CBF030EDA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41CFF0C-8956-A776-D94B-1FD9B612EA6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E7D0BB4-55EB-8781-DCE9-F6995C63BE7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AF183D6-FC62-65EE-45D5-55C738C2DE3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740318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329E0F-EFA3-2F16-609B-43107DB60C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38E0B6B-B0F6-752E-1C49-1B2F6610196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EDD1EB6-7DB7-44D3-A8C3-CABA6734CAA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C8CF5D6-5252-8AAE-040C-3841D6A585F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D3E2763-45BE-7492-B8E9-B85E47095C2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440BB33-95B5-47BF-A5A7-5E38F830BB3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AD66947-C16B-8B61-D880-71DE0E7DDB6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357D356-A646-F138-2C3F-553345F601C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0BEED34-7C23-E561-2AF0-66FBC2A1961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E443284-F413-553D-B688-4103EA9EEDF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C596FC76-D208-1064-300D-ED6E8FB450E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6AED073-BFD3-3A01-CB9D-3A27847B4DF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A679E01-98AB-B74D-0820-560AB17BFD8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59CCD7C-B2DD-8C8D-17FF-53665664D9A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DB4D2D9-1F5C-212D-2CC9-ACE30992038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58D524A-1F9C-766C-C8C9-098EDAC1F95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2548C3A-3EB2-2A57-E51D-069C030A81D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0A6CF61-1DAC-D3E7-F27F-199C6678134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B972472-6E8E-1B58-6068-2B05793DAA8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C50BB83-B064-E92F-FD2F-CF292075EAF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6A89860-0914-3108-4544-B8C5C1F6094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A6D2DEA-5908-F304-81D5-249CFC50D5A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22F5B1F-BAEA-747D-CACE-8E8328702B2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C9F6A2B-2133-BB5C-A0D0-1C6B8553DC7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DF4E244-031B-6CB4-88C6-3605B518D90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6845791-727D-05B4-2BED-E46EFDF4CF3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24BC9E5-7D2A-FBC9-A5E1-FACD8129AAD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7748330-786F-C10E-FA94-E779E57DE67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BAB85C1-ECAF-51FE-96D9-D60331A09A6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C039EF4-B9E8-E453-0CFF-BF41149F020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00E7AAD-8E35-CE71-3645-48290DA8D83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360CC42-3ADB-601E-196E-C61DB5C1FC8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38873DA-323B-0701-764E-E25CA844E27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752AFB1-592E-A35C-2F70-908A3FA3BBE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5F708EB-B5AF-6458-F510-ADC3DDFEA03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FC55EC5-81B4-E96F-3B42-6F709C3A9A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DCD8299-11A3-AC4A-FFBB-AEC2CDB2921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A3D7F53-8796-3273-7370-215681CFB1E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1D73EC5-ABB6-3343-ED45-606296AE100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2F2EC73-4DD5-3FE4-6AE2-2288E48315A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77EC0ED-06F7-1BBA-040D-30A43851834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E2CD7F8-B228-4BEA-AF9C-C45A2A4603D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1EF81C5-86F2-AD75-6B55-B32E349E259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E6BEF41-1C65-A92E-DF9D-8B01A2EA982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4C78608-9669-1F2E-1DDC-5002DC3261A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5A27F08-3141-067E-8CAB-3C8C6962A0D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2C9A70C-BC9D-611B-8046-A31C2547C6F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4777EC3-3099-2807-910D-2D1238A8EB3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A174222-45AA-668C-E555-3B7211203DE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F2EF262-FB9B-3C96-4603-81C162B96C3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06B00B8-93F5-E3D0-5B3C-A4026483F7D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EE8B7AE-62C7-7D4F-9C15-6B3D7738ED4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9615396-5232-2069-2A15-4A0919FDF90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F9FCFD8-654D-E933-3A5D-208233CF1DC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8998250-1A59-F9A6-26F8-6C032940127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0DC5BC4-D292-9170-EEF7-BE5A42DF7FD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8E1B0BA-70AB-586F-E09C-9FF0ABC9A36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4240965-2B5D-B485-2829-A838024935B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A4A2E77-4BA0-A21C-AB16-54028C08F17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8997514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4C9C31-21BD-AD3D-FAD6-4FEF224B7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F1EEE5B-FA2E-AE2F-B54C-18D3EC2E408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9567DE3-18FA-AB61-B515-5133A5C6EE6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E9E9CE6-00D8-DD59-CEC8-B408726772B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F24EA8C-44C3-CD2E-4C38-FB8CCBDC44B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18AF1E1-83D8-16DF-FD56-1533EF50A15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C09D5A0-12BF-B73F-ADAE-50E0DFE7C07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CAB614C-559D-07FE-486E-F89171F91C2D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0A297E7-BC41-1D1C-350B-D88021AD803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9D00913-CFD8-125E-B900-CC3E04BFA09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8E037B3-AA18-6179-7F1B-F4390586C92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160ADEC-EECD-10BA-2D3D-F7DEA0B974F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35A3440-1FD6-C6AB-193D-24F9A6D6ACB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6B3A8A7-3B2F-5564-E183-9ED69CF180C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8898977-E63D-DCFE-2683-6C1892A2876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2080174-EA84-1F2C-5C3C-248B1B83F5A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FC2BA0D-34EB-0441-A9D4-618144BE4EC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0633A85-3091-2555-C947-D12C63EEB9F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0F1D7A1-2C16-C25F-3205-F6B3355A43B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41FB81F-9924-2CF6-E63D-43AF87EECD7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0DC02B7-2D2E-E8CA-EBB2-CAA2714A785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376FF0B-6A91-192C-FEB3-8D65059B8DA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5A4128A-FCD3-AEB0-AF96-D60EDD9F05E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33CAE00-8F42-3BB8-88FD-2C5F089FB3B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79F96D5-B801-E13C-D39C-2D0E54DEF27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EC9D67D-C41F-6CB0-EFCA-8C53A2C6400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A42FCC8-241D-7DE3-BE53-502DD7087BE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1125A65-AB2D-5813-D3D3-6C965491040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B66C5F4-8248-FF47-897A-8C622323741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CC38C1E-3E00-C76A-F31A-E094DC0BB84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521F0BC-241D-8DE0-2E96-E3C996541B0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5DAC5FB-BE2E-1202-E12F-50603EFF502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1DD9262-2D84-FB8E-5850-B87B0821D3D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77BEB29-698D-DAD0-97B6-BE7EF59EC8B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A040AFD-1418-B7CE-46C6-68895912F1A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5F79B57-2A8F-2335-0168-D2155C2AAB6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F640B2C-A6D1-BB51-9AB1-84DE8CA9736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1AEC18C-F045-EB93-537D-D68FAB0545B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A2690EB-A811-61F5-9516-2CCE0D96109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5D08D74-E359-0CED-434B-B2FF68C04FB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E91B383-9BB3-8C21-DD28-3D1CB7FAB28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CF13C6C-CE77-E2C4-FB0F-C5B44574850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14B0816-8117-9334-7387-8346E64C3EA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075FEFC-7295-7F4E-C1DF-68667A0E42B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303CF0D-B65A-58C6-AFD2-9CCD74EF45A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966A51D-E684-39FF-D333-251D073BCCE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B99D153-C750-FBBE-B1D2-4BFA0C27343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68DD9C1-C51B-8F25-457A-34C83479320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2FD79C1-3AE1-9235-9D02-7F976E5461B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A95BCDA-97A0-E548-0693-F331F8CB497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C6551E3-FA92-43C7-B6E8-7ECAF3977CD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70A11E2-FFA5-1A05-7602-68A0056A9B6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B0E613B-1A1A-1696-41B5-3B95A578006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FD25244-90D9-A82C-7E77-54637F3D7EB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4B1D4A5-851F-AAE4-A145-CD90AEC84A5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4806FA4-7A77-3B40-0C08-7D9AF9D4E02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4EFB6E3-8DAB-787A-3E61-904D92C2727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BFE1C84-95B1-2C64-42A8-98FB911A162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BDE06D4-27C3-1083-1754-013100025C3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462372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83B597-3E29-71CE-8AB6-B6CDE33B9D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C8D02ED-9DC0-D542-8A52-94F6FFDE16F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28967D3-A899-939A-3478-B6E95E3F4AC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D9A6D9A-DA86-EEC3-C31B-48802973496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1484B71-3CE1-5718-5FF9-F5607026E08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583760A-85D0-4F37-24B6-907E85D9100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BB34E23-92CE-20F7-6FC6-BAE7FE71EF7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D9E7A11-C752-C77B-4A6C-ED757BB3CB4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B2EC737-1A55-2CC1-F923-3F8091B6CBB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845D262-11E2-97E8-6B5A-DA28E3E8F61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60359FE-9B87-1D09-18FF-F3C5F609E18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31B6237-5514-3628-969C-D6513F450A9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F5CD041-0585-5070-D0CA-D4C554C9CDA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D2A91D0-671A-9B0F-1CFC-3D590F0A72B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E36BB81-7433-4F22-512C-7F8DDFB4D9A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D4A790A-2BFA-8265-8810-C94503DE8D8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AD7A92E-8783-D167-3A09-D4A48983A3F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94FBA63-2BA5-76E9-D8F4-06B14BB1C7B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75CD3B5-6569-7854-2F65-B87CF94FE6F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8745686-5E33-8693-6266-832F4EA5BC1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ADEA238-E103-0CF8-97A3-B9B8BACE16F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A246268-5597-1251-4805-280735B3BF7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3468AB3-3D21-9407-EEDD-CEF0A2A205E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BE7BC68-18C3-20F9-93C1-A297944B8D7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1CD7BDD-3E22-D9E2-603D-4B63849C953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46964AD-6BA6-7071-6E2A-236EBF9A00E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35ADF7F-9FEC-962F-CAC7-80956A20951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196C492-195C-B726-FE5F-AB15BF35AAB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2DC6ED8-68BF-3A82-BA89-1FCC4BFEB6D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CF9763C-1EA0-85FB-DB0F-9DCA614C3C8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1972EF8-0876-E561-037E-9ABD05857D2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1464E55-B12A-A21E-2703-2D70AC37CDC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78E96F6-359A-E065-DAB5-2CD64A7183E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3D0AEC3-DBED-8EB7-8A5F-E920D27D8E8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5A9D554-5017-E550-ADF7-E9C088BFCD2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E7F2CE1-29F0-ABCA-CE48-6BA39CF619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8BBE5BF-0F53-4C60-03CE-D8D4A0FEAD7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AB22620-8FBA-BCC4-1FA9-C2D26C9BD63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52D564C-C55F-9A07-E7BE-2345DB21D8D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4FB6F3E-70F8-B6E3-279E-893D9776BD5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2DCE7C1-AEC9-68DC-6F65-042BBC6CB7A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C3FE612-C712-F8AC-48F3-985A38B25F4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BCDE305-5614-C25B-E494-B4B14EC7049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0686331-B0F3-91AB-C4D8-EEF6BDB3069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68891A5-51F1-E4F2-F810-141C1917D20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D99B09F-7BD4-C2A6-10AE-54C5FC1B08E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30A8D10-7733-7CA4-7C2E-42907B8A7E1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13D8B4F-5A96-8852-352A-C355D17287E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141E92D-6AB0-8086-369A-8870791DDB4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3DC3B9F-0301-CE74-0669-E972769D01B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665A232-4E0E-6BBB-6412-49C7C5AE74F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1F30ABF-6D38-7F25-8CEE-270E30579AD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652A272-D0CD-7507-1AB2-0166E8CA04A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71DA1DC-1DB9-4099-EA97-875DCE064F4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FF09DE4-FD57-72DC-21C1-E09A8EB2AAA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09197C9-57FA-0A43-97FE-F788E01F830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C8B14BD-FD90-A4CA-FF72-92F36C8D21C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707DAC9-9024-8731-A187-3E23054584D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39EEAB9-7BF3-4A51-4AAE-1672BE70292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161330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015585-62CA-6AE6-110E-73CBF5AC4A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E3A007D-750B-3F9B-328B-FB3F358B609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FB65726-BC01-EF45-0143-3AD4498BA49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64C84B2-FE51-05E5-5021-0BE79492078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A26AF99-BC04-B46E-FF2B-4AFF4140A9E2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A172BC4-BF65-5FD2-27B8-D67567A1E75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30F4100-B4C8-6486-CFD8-86BDBB57E96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85C7644-FAD5-1BDF-3A17-4C742DAD94F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22842AE-372E-2470-48BF-54C811ED475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B9F6D26-FE44-F484-235B-09846575868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E2957D2-0D51-68F8-C6F1-5CA67D597E9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3B9C629-E574-E31F-A90E-DCA28066BF4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92B2240-C18A-2D91-682D-4A4925EA0A6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00A52A8-1794-108F-624D-A81226E33EF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08FC176F-DF62-5E41-94C8-183C69461EB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9B86ECD-FF1D-EF12-EFE8-9CECD4CC99C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153F460-D7F0-B4B0-4D34-519ADBEA927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19991BC-409F-1676-B98B-8F2F261EA1E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3411421-1823-3086-D5FA-3880918C73A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912A76D-D334-6869-C567-71878D44892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DC25C89-22B3-64CD-CDE0-329CDF93BC8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94E519A-F351-08BE-F9ED-633A542CD8F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37482CA-79C6-051D-356E-DEAA60AEFAF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D440305-E7F7-325A-176F-A7E3D07D7FB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A00595F-B464-FB16-EAB4-1FB3F2F11E0C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E0EA6ED-5889-7A05-56A2-2252E8EF071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FB5693B-D812-C4CA-0AF5-12C77FEF242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5D78474-3894-2D58-CD6C-91202735195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B943DD2-6967-1A4D-EEA7-2F64CFF29AD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9D72B9C-CB96-DDA4-6E17-04C735EADB0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65F5112-A036-BF27-9AC1-801CAEF61A3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4834952-A96A-065F-B1A2-B338FB836CF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09FB3A5-45AB-AB49-98F3-3893AB819F4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2C337D5-8A6D-0EA8-8F2A-1C0CFD5D031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CB8538D-D771-90B7-EB20-BC0D3912EE3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6263188-233E-B1F5-8DD8-B95FDA6F4F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99DAC34-FB4F-5B26-58B1-1A5129BFE43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D5F8FA7-89BA-24B4-F697-096A14CF09B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8B4D26C-AE44-AA01-935D-013087E7370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51486A1-634A-7C3F-E3BE-4FB2910830D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94E142E-223E-4FB1-CD86-9F9C20B27DC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3EC4059-0A86-26E5-8BAC-DADE794ABBA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4C19324-4F29-0F42-BEAD-D9E9097F780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5C00688-3C25-933F-5A8A-87215C55101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341216D-B603-F340-29B9-D1CA97FAD3B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CE096D3-713E-EFE5-11DD-50DF01102BE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4AAE086-7B5B-1C13-B974-5FDFA3D857D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1174654-9E18-0E57-2B25-E3E009FE9C2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81D64FF-7652-88A2-DB8C-9D378422036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BE47BE5-D4B9-B728-1239-A8E7A22415E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85EEE2A-B0FE-F041-B101-B5063621FBD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978E163-1B9B-B5BD-DE45-D44556EFE64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907CCEA-0BE6-DB71-FBD0-13E57DF7286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A4105A0-DFE5-A4E2-7FD9-F38E52F8DCA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9FA4E16-5A2E-FA69-3D28-D915DBA190C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D61F218-C0C6-2D56-1B25-3150B466885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778ACA6-B3C8-9503-A218-D7366460E67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8A32F3F-8C06-33E4-11D4-574EFFF0EF6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B0FDBF4-A4F9-67B1-AB9E-E498FE098C9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46086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95E892-E670-4FE2-02D0-0C1E9B8B5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00DC7ED-6DFA-8561-063A-2C4D1B684F5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5AB4A3F-E648-4D0B-DE9D-FBA9CE2C0FB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BC36648-3761-EDAD-14BA-46DFC0C08C6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17B8FE1-D3DD-6D6C-4A3F-50B4AF0055D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B0C4DB4-09E4-3AD2-C971-E6564CF8AA6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EA74C52-E204-AD89-C33E-CD3A2395E68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897B601-A239-D87D-4118-6771CCD8EB2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7F05DA2-3B42-D132-8D08-637DE8750A1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BDB9658-1B5E-C51C-C4B2-F96605CD769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985AB14-3E97-FC34-48CD-2FAD14728EB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4FA6085-A758-6D8F-F2C8-EB38E0D1B57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994318E-F071-42E3-5013-80A63705992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4D7E778-5F6D-EA2A-85C4-04F6BA3BDED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9F4ED06-1D98-EDBD-5D26-E6C27A1BB79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BE4AB40-3B33-00D4-2808-121C51AA768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2E53AB4-EBFC-F0BA-89B6-C9FC5E8DCAA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82736B9-7F1B-6DC6-F327-4D65658F821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BE6B3BF-AC31-721B-8FD4-969BCA71945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8D221EC-9DF9-4EDA-CAE8-B2616A8B4EF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62F357E-ABAF-CF2A-FFAD-CFC90C7B56A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AEA2930-1B53-1F62-A17B-4E4725E12A0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6D6F5C6-B78F-7B1C-B24D-2B8C4E34405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7539B99-2DBF-575F-E80C-6A1924B9A6B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ABBD93A-66CC-9872-08A7-D411A2490D7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7F63235-DBBC-9821-996B-958613F467A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1693BE7-25D1-5A2B-DA99-98656FD3A50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EED715F-8F66-93AB-2A73-F8728CDF29C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DE61A3F-CA5D-25E3-227A-6DFA4956C58D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A88BE6C-F90C-5C75-C2D4-F452FA04A16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40A95D9-175C-B41E-0939-9C7DF2D9077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4139F72-8226-CC38-4CDA-A7E8B70BB08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86635A4-ACFE-19BC-AF98-88A2CB49461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B54C325-2C08-B2AF-EEC7-A5B45136006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ACEB7F2-B766-CF5E-FCF4-B4FBF5A4B82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8F6679E-6143-6622-127C-B635EE73C8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C925483-E6A2-95F7-5C32-91AE3B7F70C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874E848-A39C-4E17-94CA-1A1D2C9A52A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9C61404-3FBE-AE21-0AE2-F9BB2AD8EEF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DAF5166-3173-ED66-E785-519AA94429F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90AE3EE-9664-DFEA-CA68-5F842605B4E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14166C6-10C1-CCDE-FEB5-0E2754FC44D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A7C13DB-DA42-5986-2911-A544B8D8DE2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0052A44-CD2B-DD66-A577-EB54FAC8F60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7C656F7-BBE8-EB80-BE2C-5F0D5B7FB64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F259A07-4290-8F18-A440-3072F90B273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F5DD5D0-DA24-3592-6235-4E3A6F0F0A5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3E3F52A-0ACB-9F67-19B8-1F68C324068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B65D688-F477-E238-70A9-415123AC889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43DC7AE-2551-3854-8E35-E40C364A63D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DBBB16F-447F-9370-5F96-E2194EA1183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BF65440-0661-A7A0-9883-8456E0CD6FF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155D3B9-6C2B-93DD-6550-BAC12105CC5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4D27CCC-9444-C34E-C865-7EEE9BCF511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194B34F-9A79-5EA9-F250-A5B933C453A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F513049-C2B8-535E-66BA-6ED9E8B1782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C64C2C4-D1F2-471C-2384-832F7ED5EE7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22E00A0-07EF-C279-C151-D3B5C4125D5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77E6BAA-8B5F-BA0A-BCBA-E309604064A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976036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67CE8C-CD80-2E26-F10B-75D0C1DA72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F053415-C38E-B8EF-8B25-C168D3CEAB3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99F6BCF-F0A8-A291-C806-15DB9A6C910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4BB0CD4-B795-5A4A-34F4-CA852779791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61E217A-4807-92FF-C182-42732280958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169E67E-5B2B-4194-30FF-4E7B6DF57B7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CF10289-6230-7346-1E84-401469F7F2A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4A291FB-AF7F-BB36-0477-CE6EBC69D33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8FBA73C-DBA0-1799-3010-A64E3EC4443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07E3FAE-7BBA-23F1-5269-920160B7668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CA7C6C6-DE44-A142-23A1-06239B606FD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8E63579-60A0-313C-9EAD-A471F6A282B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179F5F4-F5CF-7099-CF74-8DE934D248C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7089973-F131-820F-F9EA-B0BB941B2DC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7F05D05-4DFC-5541-F6EF-59D1E0DDAA1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2FF53872-4A0B-2410-DF5B-2E2488DFCB5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91E6CE0-4B4C-861B-5F36-A00F0D0027F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F0D34CC-1996-3273-2ED7-B5ED4759278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79E66B4-AF0D-C4AE-A7F9-519B9B11868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0137E58-3799-469B-D555-C6CFB7AF8E3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498EF79-5749-DE87-87D5-77C4F316385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C009F69-01E8-EAF7-CDF7-49BA0C125C7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52E097D-7069-BE26-8D66-DFC283DA5C9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C0A741E-D660-EC36-1847-CAC6A3F299C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A6D3BA9-D8BB-C4FA-4C35-4A4E951853A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693FDCE-CEE5-5F8B-3797-E5DC41AA7C4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6437CD7-D319-FD4A-017F-7705521F50D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24E30EC-D24F-BA5F-39CC-4692299D05C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3FC9DB6-B58A-DF69-29E3-F739F84CBD5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A58B743-F724-DBE4-C604-1E1B553853E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18E1C17-DFD6-C45D-DC04-9A97476B182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7A9F4EF-C65F-D347-E8E5-89A88831A43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010C3BE-C605-181C-173A-B92BD51ECC9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06A9E15-135E-DBE7-D5FA-43A0869AFFC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CE808E69-A09E-DB25-D2D3-11AB2488D3E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6ECD865-A4E4-8F67-6E8E-58C006D3156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1C61A48-6B85-0526-0C3A-8A3AEF3F21E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B436463-A7BC-F6DF-4C7D-D20DBC4A3D4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4EACCAF-4370-EDF4-A583-289F9AA7750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2A84B2F-9AC4-B03B-AB6C-5D4D819DA5E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E0BD0DD-AEDD-3EBA-DE11-50ADFC9D270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4C8F8AD-8409-9447-58D8-4B2D095B6BD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83C61E9-9AF0-D374-B1CE-730923DC405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D966613-57D6-50AE-74DC-42383904D18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1791D2E-01FB-E2B9-ADD6-B39FCA3B70E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E19E557-7A9D-7997-55B7-B52B5DC6221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F11B40E-EB88-40CE-BC45-C6E4D950B99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3334DD7-7CED-E9CD-9070-0DE5CF2CC2C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4715471-8C27-A942-5640-BF21BDF8D83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EEFCE32-C98B-D230-3D24-4C48FE4165E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C49C516-73CC-C5ED-4825-E47924E5E27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418D6B3-9992-C44C-E3D3-A0AE4810629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0A063FC-B991-05DE-DF4C-D5D954F9FDA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038BE97-63B4-1E2D-935B-48B66C610D0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CB21BE1-285E-C171-74F7-B48674366B4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9A261D8-56A1-76DC-B56A-55FDC022780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BB8929A-4E95-503F-767C-CB362475D41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F1F2A51-E7DB-52B7-CD7F-BAF03A2EB25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A22498F-E8C0-86C1-3594-EB761821F5A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537798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736D94-541B-126C-EE2D-123BE9999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B0BEDCE-365A-E737-77EC-976A8B9C3F0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5E261A9-FECE-5B94-5BF5-7EB32CB3F15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835081F-AA58-50FF-EDCC-00034FECD9F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48E9862-77BB-FE6C-85D9-EF3BBECCC25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A97874C-8BA0-3FDD-85D3-C39D8E12FAC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7203946-9684-246A-6459-333688162A3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9BF85DE-008F-B4E8-B47D-40A7148DA82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9D6EC9E-065A-2D97-5BED-F1127DDB51B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AF3D475-1FE4-0889-97AA-55F9593CE63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EC1ADC0-F271-E0A2-5BFD-AA79B003EB8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508B0BA-14D1-07AB-C3C9-ADD0A1F92D2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F64E6EA-5436-7E3F-7D5F-E07C45BC788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E496454-B91B-2013-2A60-0F6B9777DE9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8DFC4EF-83AA-76FC-8575-93DD1511894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67C8A70-6E24-759B-5405-41003D59520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6550DF9-F616-EE54-69C0-C8CCFB66897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1DFDA34-ACD8-AA26-7ABE-1A89CD084E5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9264365-760A-8AB4-C418-252B8E1D00B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77C4620-5534-65DB-501A-B5C1DC631F7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64DC5F7-3DE0-6DEB-48C5-4A5B9BCFD19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79A3218-1AB5-5C12-2F19-2DBB5D4E164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D70E895-9995-597B-7F46-3590140BA7E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2C85B27-DDFD-C622-61EA-A2E75C6E99D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097E508-1852-CF95-5273-CBDFC4D9172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3F44E7E-DAAD-47CE-4194-424F2C6FF44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8D61147-AE80-024D-9620-AB94A6292C9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3B466B2-F31E-9A69-6ECF-ACD59A1CCDA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39A3FCB-2557-E179-3404-D4A26DDC78E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417F356-0E9B-BF3C-4CF2-0F73125E2F4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BFF2FD0-BB3F-1E82-6BDF-725076EDDED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B4121D0-60A8-D4D1-2927-26A4028EE50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958A684-0B6E-2D43-4CD8-BEBB2511745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446880D-D7DF-4BCC-0CA5-83EACA2879B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F3B8D94-C20D-8610-8DEF-F36DFC91F2E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1D65F08-B007-72B2-C23B-32B67CC712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3E01888-584C-B209-FBB4-D11BF0FE3F6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F0636A5-9082-4D3D-E451-8D99AC187E3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D178C00-9D77-8121-B079-C1DD43A19E1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30769B3-AC24-59B3-0E1F-8907FAF90F1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6F7A683-FCF3-ED42-0E68-05359E48F8D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01B976F-50F7-817D-C4C7-E942CD4519E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C9E23130-A1B6-BBC3-26A5-7774930F4C4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6A761D5-6C80-8486-B39A-E9B8B2FAA8C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D1BDA23-E084-9F5D-B946-E4C145449A4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F181AE0-5118-6E3A-03D7-FA79BFA5FE1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F17CBA2-EF93-1CC4-359A-EFBD3244DCF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6FB2B40-9521-8CC1-C08A-89AA45DD227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D27CEEB-00B1-90A7-61ED-02FA9A46AE7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5FDDBDE-3AF2-9847-1C47-2A48E422942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4909418-64A5-8085-FDC9-96B7430A21B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3E7B71D-C98A-239F-389D-4F4E9F4D0C9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D4193D3-39C7-22EF-7166-C53B22D9720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5671B02-8FD4-F898-6F26-79A12F7839C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17E45AE-1C60-D35D-0CA6-D946B89D408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73544D2-701C-E79A-989B-DAC0C187FE9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C698A71-7796-783D-CC7E-8A2915CEDD3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E6350C5-999A-4611-9A2A-CCEB5C7B1B4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9EA2F86-26C9-3B85-2C1F-77F973C78D4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013948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BB933E-3E2C-66B7-6B5C-A256641A64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F341BAA-2D55-AFA2-3536-284B44E118D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612D81B-550D-D21F-8D0A-48FD1F7BC08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F758ECD-A03E-AEEB-995A-FC25D3A5256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CE0588A-9236-697A-B8C2-05233840067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D069394-489E-7A16-07EF-DC848DDBF14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B385C53-A305-1866-1A0B-3EE59803E29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2AF7D9F-9519-C491-637B-E557B7222DB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2F1E902-68C7-4D80-3B81-0C972EB7E21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6427B4F-D69F-E9B4-631D-1C04B1259D2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0CB6640-B55B-93B7-E155-20AFA4DFE29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5FCCDA8-C187-C2BB-381A-F87CB5C0A40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9510717-7C87-C14D-3CC1-B6DF31642F7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BBB2821-5A36-1F67-0CF0-54069C91D1F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8298DB8-8BDC-10A5-1031-3B80CFF002A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82894F6-D5C1-F3DD-54FC-9ECF01ADA25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BBFB1C9-B35E-77B1-CB4C-070173C5526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71B8C2B-DDC9-4146-CE82-CBE8078CBA6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84FB34E-038B-E054-6D97-0FE40000BD4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7318787-74F2-8B9B-5611-BC71E499A8B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EEA7C8D-91EE-4884-AD07-75C94DEEDAA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6B88472-6CE0-CC6B-18A9-C7AA8F100EB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D519065-A35A-3A5F-8620-D5E32556540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B53EDC65-46C2-7DEF-F0B7-43DCB04AF2F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35E5893-4E5F-1AE4-4D94-1B3DAFC9C69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7926250-8BF1-E8B7-73CA-8B0F5BACD29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8DE675D-8F6D-FA11-DD58-C36168FC603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F756B6E-483F-04EF-1B9A-341D2D2E28F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76D8327-0345-5C64-66B1-3A03B39B3A6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E112792-4BEC-3ECF-762C-BCC5C9F1069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C2863E2-67CA-BF72-2824-73B64E291CF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67FA14C-F4FB-5FFD-827D-8B62F1630B8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78EDBBB-BC68-1946-D9FB-642DA29E629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19D3577-BA11-9B96-61E0-36E75EE3A56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E1EB602-0969-5A12-95D2-1B45B77B514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A27A9AD-F6F0-F744-A7D6-E860A5E1F1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F241A52-0C4B-E0FA-D636-8C148380AE9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7536931-DDC3-A474-FC6A-00DDF9BC6BF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F33F132-0319-9520-D354-6ABC01F2702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188BF19-E2AC-E107-FEAC-66C7554D0FE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D4F8DD4-4428-F305-67CE-B24A41F4BF1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59ACC7F-A2B9-24C4-EB30-9E2F97060C8E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5824863-C200-F0D2-7360-FEE0B75DE1A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B69FF57-67D0-925D-6F99-9CD815A0663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C331904-DC05-4125-020C-15DF580C153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B38D430-CEB7-AE71-974A-C86798F9586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6FFCAB9-982C-E549-1018-4448A952653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8DAB39C-B798-4151-6253-40CDB812F5D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3B8253A-6160-DB13-6AC7-126976520EE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E9CCA4D-75BC-EE6F-9596-D8DF456F7F6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D0CAA98-6180-EA84-DAF9-57F2497D921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2DA5F65-7484-90C4-5E9D-08DCB52EDA6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99C3045-7C5A-C0B9-862F-76766E95FFF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F98745C-5E79-598C-EC6D-6F6B1520A2C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ACBDB0F-B52A-A7DB-EA7C-C643F613F65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5B8B54B-8FE5-F330-F6B6-52164716FD6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C7BFEDF-BA7A-73E0-D98B-EDCEEAA6692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1A33C33-A317-4EE3-78F1-F71347FAB89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77C0274-6C02-491E-3342-C11F1512EA6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136639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85CE6-6580-BD89-0329-655CFB6FC9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BC7FFE2-912C-9D59-02DB-CC4C30CC196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599EE44-37FA-7BA1-5371-40C6C28F88A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ED20576-89B9-9207-3331-CB15CFC98C2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C197346-F424-6476-1FC9-DBED1E3761F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76684C7-CDE2-FA6B-A915-036030BCD9E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D827EAB-58B2-2F8B-0AE1-AE2E2A34B55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E9AA677-57EE-7160-8A68-10B53223774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7E2B427-FFE4-05E4-DF7E-F3C83D1DF52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71C6AB3-06D9-A367-0030-EBF2F90608C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AE62EEB-49E2-0B3F-0FD3-43A7C42E72A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AD53180-0854-B706-19AB-BC678D3E23C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F2ABFA5-C48D-76A0-A204-E3F99F5F846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4440736-0B19-55C4-100C-9DE3FB74395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92D2CBE-1931-7C1A-5552-0516206F08B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C7E29E4-D02B-9FC8-2E2A-9FF289806EE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EA4AB9C-8C05-6665-66EF-D54EE843C32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2A81378-96D7-B611-92BF-8C4D9A9B30C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6D717AD-7B04-9A82-395C-7E90CB7FF55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D9ECA3EC-0848-108D-9DE0-10626B7FC3D7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D59C90B-59B2-86FF-3D8B-2C1C56365D5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BFB32D8-F4E9-F7EE-8D6C-0CA108D0978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2DF815E-8C23-DBD9-F483-8FE4725A26C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B45CE9B-5222-2426-0CCF-EFB4069D965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4109615-4501-D459-963E-E83F7D02CD9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6B9BB48-36A9-8BDE-799D-117633691ED6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7899A98-DFA2-C5AD-65B1-A3F513C6D8A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F0AB25E-17B0-8414-8F68-413FD5BF2ED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15E9EEC-1EC7-2BEB-85B7-BDB34A49B66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A98626E-9D77-F330-D2A2-04BF7F80AFE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66FFEC3-8ED7-28EC-3090-CB3AEDEA34F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6E870DC-12CD-A7C2-966B-AB499AFF117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4F95C2F-4100-9DC3-BAD7-BF48B8BA398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F26B8C59-CC03-DC3E-66F5-A49B3FF25F2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57F5268-54DD-FE23-A680-4B24EBE7407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5E4A29F-D1C3-174A-FD51-4DA5BA12E1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216577A-07B5-9C5F-1BB0-9BE863D133C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EC5EBAE-AF71-8A08-82EE-87947C68192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223E2C0-E1D6-6560-35F8-2337606FAEC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F968135-1E19-DE4F-2A43-D96AC61235A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2C142CD-DCA3-CFE4-5BA2-E76E55015B2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7C9D1C0-48DA-E481-0816-DF954D9AEB8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653F6E1-8159-4C89-10DC-FE9BC2BD3EF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68F9C52-D8D0-BBE3-CEF0-D7B7DE23D90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E0DCBC9-8C2C-EAE6-57DB-ACB1275F488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645FC48-424E-19FF-5A74-754A3BA3CD6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9F1F50C-DF8E-EA53-3523-0AC05ED7022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22C89CC-DC12-63D3-C83A-EBCF1CA0CFA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FDD8EEC-7A12-FC08-88E2-B170145249F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847AAA12-7AAA-81AD-A6EA-A7053626DDD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796013A-72C0-13CE-921F-292C31B20CA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A38D559-89A9-A611-0F1F-F2D0502B46F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047AFFC-E946-35B8-4500-217AFEFA568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C161969-A34F-6ACC-8F93-0C9D6666502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4F28D95-BE46-4C6F-1F84-6A63F581434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F4CB023-9FE0-CFEE-FB86-D6881DAB736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D34977E-E25C-3AAA-2BAF-AC32BEE141D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B27CF8D-92C0-785C-A8C3-543387A2E40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494D8F8-4748-5EDF-C2DE-37C21F87F40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207343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74654-F715-BE00-7D2F-55CC720094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C27378D-3D72-3B50-B91A-7F13E8E467E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C6D12B2-8AD2-C625-3CEA-B6C2EB6A074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DBDC976-A250-B474-25F4-DFB82CACA29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35E84D2-4F66-8BB1-5B80-D80474F48DE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1D72855-DD3A-545E-BAFC-41A4619E4B7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E85A5BA-2CD2-64DB-E159-99219F3B7E3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076E461-0ACF-DBB0-98F2-BF546026E86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B4E05A2-5868-3C21-ADD7-4DE697BA091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B6520AE-1524-D9B3-3874-BA9A6B1C91B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C06F509F-8CB7-6137-6597-5B1120675B2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D6AD321-60C2-E02E-8E0E-0D7A0DB1A0E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6FAC10D-E161-2EE7-AF72-C17FC1BF229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0C9CE9B-F00B-B9A8-6994-0709465DF76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F2DA838-1242-A9CD-5BB8-D2F49A61D36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C1E271F-1EB1-2B96-46A3-E52F65B5330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1DE769C-9368-2D7B-961D-A3A93F9DA8A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E0A69AC-D9E0-CAA7-DC43-6DD02B8B3C8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F67C668-661E-55DA-9681-357700979E6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F9DAFD5-756B-ADBD-4860-8EB7CE9A533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5C47B34-F281-93B9-27CE-998FAE0289C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42674CD-7F8D-871E-3427-C7F72336B71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5947E34-77C6-0907-B2FC-F1514A37888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0C06E8C-045B-52DA-FEC6-0DC257FDFF1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992770B-8324-56E6-5864-B797DB24624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277409E-FBF6-F203-9EB2-221B20E75E2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8ED6BE0-F7DD-3132-5BC8-1F8F3C179CA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862C6AA-D7AD-415E-E11F-298CF5C54A2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AA5D1C3-3FBA-F212-B0F5-08E6548E3EF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2F0B58F-B74A-EB97-9245-23DF7BAADAC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1F58040-48A8-8F53-2D8D-A88763BCE48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E4E7833-BE10-1013-1874-E61409DAF91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CA4F4DB-0A8A-B2CD-8921-00CFBD1879B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7B25945-E7BD-F554-8CF2-3BDDF6E8DCA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D032AEF-0A87-2C54-F943-DBF103B5714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2DD260E-79A9-AE9E-1CFC-167DE32C30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121789E-81D5-8E2A-C5C1-1D4C67DA591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E054A04-806F-A7E6-FCA5-67F8938ACCD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4A3045F-F76A-A826-AD02-5429FD67B17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851EB00-1429-2D76-BDB4-1717AFB5CD2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D1DF29A-86E7-FBB4-997D-535DDE9D49B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1B33DBA-2719-FD13-EF9F-1DAE3189DBB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CFA7253-8A1B-152C-EFF5-3589301974B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272D084-FEEC-A30C-E563-B27FA8C2C71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51F239A-AD0B-74AA-79C1-277E6C92E56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BD24655-4FCA-9D45-B6EB-D090553149A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59E1334-ABA6-6BB2-9506-9C8B46D75EF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2A77C6A-70DD-F1AF-6787-870645ECECA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C073F58-8A5D-D7C9-810A-38DB61FDA9F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26644BD-0306-1966-4F6A-DB9572CD152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5071B05-4842-6E99-C994-E56995FC547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2FC43D1-876D-B95F-0F2C-312B23DB46C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202D0B9-337A-F358-2F26-83804B486A6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F1085B5-F30D-FF9D-6AA8-49C0E935141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38EC0E0-78C5-8B66-28A1-1A87FA1E518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28FC5CC-58DF-90A2-2192-14F0263BAF0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60CF340-D1A4-ACB1-7E6A-CDC73A0C283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841BBC-C8E2-C803-BA0B-1893B129559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8DAAEAC-7585-355E-A142-6AB49BD11D4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830827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DCE01-3EC8-D9F3-F874-B6D5925E4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3E3384F-CCE0-C82C-E2E6-EDA1A01422B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345C0C5-A708-378F-500D-132720D5CCD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DD559C6-750C-A90D-EBE9-039ED3F86AD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7E7EBC7-EB66-16CA-8C55-B9ACE8C7539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950012A-6723-6748-E383-285C814B994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FD7940B-57F4-BB1E-99D5-F5508B05EA4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A882B79-3488-DC95-75A1-838EB502C50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FF5E369-1DE0-D25D-8A72-BF0638BA580E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1810A7F-0ADA-3B46-B274-F0A39FB5499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5E9FE25-1A2E-6DAB-CB6B-19E45773555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DAA8036-B718-377C-E9DB-25600B65A9F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A8718D3-F897-9FBE-D691-5DFDF7F60FB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9A23E72-737A-EA4E-8BAC-3CB77F60B89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132D1D4-E397-94B0-7196-8373D5263B6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3C96C4E-5D46-796F-3A35-6A789976D0E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794B584-E5ED-EFAB-D943-F2E19CDC239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97926F1-DF01-BE87-FAA5-9B832C87EE0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243910D-CEE3-4F2E-D749-619B26983AA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6171BBF-1961-D5E9-2BB4-FFCE6C2FD31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31B16F1-7A1F-DAB4-C17A-B751B187E69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4DAA708-025F-6516-91C9-1B8A871E306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FF1EFE0-8E28-1AE0-4DBA-075B414C185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F0E4643-FB78-624A-059B-2308E2D1F21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F3DC32D-2D1D-BB3C-48B8-FA3881298BA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8B21FB3-81D9-F952-AB80-4DF54ACE564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0B1FDD2-CF90-8CB5-5A6F-E0D33CFC81C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604920B-AECF-4160-4B6F-12BF543882A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747DAB6-4E38-5EF6-0F99-B78D12DCADB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F3C0833-5329-0D3D-E85A-AACC4E80C57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98DA750F-4348-2D2D-18C1-75A480FD452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2CCD13A-0E6D-1EBA-C18B-0EFA73DC917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6D05520-DCB2-DD01-2B1B-389503D51A4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B093A91-86A8-CDF4-B0B2-18DCF19F76E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BBC1B10-5EA8-40A7-F2FA-5B24252060C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D7D5004-6FCB-C199-AE72-0B1B6AFE3B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90A7467-E788-95DB-76BA-6893A51503E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9C3E1DC-87CE-45AE-01F6-CE9E387BD39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61E59D5-3B1A-5D1B-8214-27B0F9FDA2F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61CFF3C-8120-A0E7-D4A9-D214EDE0DA2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7270EBD-8C2A-2FBB-9C06-4C0EEC8AD47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0BA454A-9196-A11D-718F-91CE20B36D5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E448C7F-2D99-14C2-3257-8E337774923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0A37092-0214-68C4-F614-C97A0EA1BCE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3DAAC65-3781-497C-7E19-9EDFCC6910F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9D07FE2-F56B-A6D6-3585-7482B717375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9752C09-348F-E141-6A03-508A9CF3B57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3AE398C-1F61-CDA8-F3FA-7BC4C4B54EA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52E6F20-42D1-DA91-159B-E7D232C7CBC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E6BA1F1-4A13-AFD0-377C-AB244D97CB3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B0B5D6D-EC20-87A6-7BE5-B9B06A97FCE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E43C93F-DD19-7AD7-F5F8-6D9BCC2DE57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393F13A-5932-43FC-54B3-6A45C86716A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DAC4B30-563E-17A8-E0C6-6665BBF2F7A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9B0A63E-B644-5C67-74F1-2688E8C9AFD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C6F6792-7C09-4C71-2109-7619E7E08B6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FEF6EC6-65DC-4699-3962-1736F434BCC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CA9838F-25FF-4752-1BF0-1144157224C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0A0F7BE-1886-443E-92F8-F9BD06AEC91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140620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5729D0-45DB-16D5-5D54-1B1C90AED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7266D6C-5C02-A225-15EC-C2D97031264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427D3A2-715D-1781-994E-7914B0EC302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3AC9BD3-AE98-5E67-DE23-E571B8789F6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327EC36-16CE-5935-CA0F-BC9AD427C96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AC238A7-1A0C-1D47-F8DE-7E2DE35ECC2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7861A52-EFCF-A65A-A6F4-B8D31F5DDAD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C47B15B-41E4-FFDD-DA6E-E83DFE8DA0B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3E88744-69F6-C9E4-AE76-4A5530F36E7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6896F49-99AA-E50C-8CD9-39588D9576A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D41F0A2-EE13-12A4-EA89-211893A9DEF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98DFA43-23D4-6656-AF74-99E0C796963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6A9A8BE-C140-6406-0219-7A6E2E2FFA8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C0D7B6A-56BB-CBFD-1EFC-746F223059C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20DCDEE-DE22-64CF-21B2-DFEE5063FC3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2431EDB-606D-693F-7991-C9710277104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84CF770-9731-75E8-6571-CE56B1E106A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01B4977-7ECF-5B59-096C-3136E1060A2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C5BABAE-BC58-43AC-3481-A1EF7AE1613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6D9ED66-F69A-B7FF-B233-A2E26110F6F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4B864BA-5DAF-B3D3-BD94-D173EF67E3E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CF49832-547D-EAB5-3021-AFD4E2E71DFA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49082BE-ACA7-E07D-DADF-D848A3F8C5B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4526421-229D-8326-25BB-3AA5EC2A7D3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1CBCB73-2BC6-0F58-7BC0-1528B2C6D7A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644F912-CF65-163F-5F66-24AB15E7799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5185944-80D8-20CF-A33F-A5064A70F84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447535C-2B9F-B10C-2521-D72880311B8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7EF6C89-1980-5666-5B1D-D5AAB172428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7B218E4-4183-293C-89CA-3D16077A14E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4D285BB-CB73-FE04-270A-6828C17251C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A502282-07C2-CFAF-7E33-4A3D208C46C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43655E8-8595-C15B-32EE-5A7AA690D59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F83819B-641D-14B8-DB03-CAEA0BCF770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805A284-678F-A616-74D3-A809D893147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615F34E-3B47-490D-010C-54996E1EEBA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A59D7BD-6CC9-E9C9-B1AC-F7598637523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9E434AB-CCB1-A5E1-3EEB-CBF4B3829BA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6AF18C2-AF8D-6FF8-B440-D0CFBC6A250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F6CCFA5-9128-DC9A-AAB4-FD1D4A227F9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C937452-2A12-BE68-769F-646F6BCDB97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8E9784D-7AF9-1E3D-3327-0842193D7EF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D689944-DA14-E0A2-4D09-1095B4E5751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6A9D13E-5AE9-9A9A-CB72-E60014AAC1C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E10B3B7-D1B6-D0F5-92C9-C1E3AFB8EAE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4A085B7-8715-3B25-EFF1-3EE172E5B29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B9661D3-2D6E-6447-5B8B-AAD63632F0D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5517F4B-C411-BAB0-C8AD-4CE366F7121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F756F25-7128-0ADA-CD84-0623D0BF8C4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BA7967C-4E55-18E4-AE68-B4888B95A6B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22AA2DC-BA93-CEE5-A848-6AC7760BB10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3BE39B3-8BF7-AECA-372F-F4211CFC5F5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5B36012-3F56-2A24-F00E-BC9C67A97BD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D5036D8-BFD2-5BC9-1786-2845C8EEB1A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0CF85DF-DA30-E5E1-2FBC-18B6A1F0795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5761BBD-6BC5-EB58-744B-694F5869F33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549FB87-BE21-5D48-577E-9C1FDDAEAE2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2662DE1-2101-28C9-E8EB-C8E0F43D898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A16EDBC-D2A4-D8B2-E43F-052F7C4F3FA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767004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65069-ECC3-2CDE-A6C5-9D19D9748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FBEE965-AAAF-9FD4-3D89-0AA5EA52AFA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BBB180C-BB0A-2E48-324C-96132993A93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039EAC5-C54A-85D3-E77C-869A66C55F9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68B3C6E-8E8D-B54B-7CFF-9E69BA38F3C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EF46B2C-FE12-4B7E-24B9-EDA4314582F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0E3924E-6EBA-1D3A-43C5-58FB168F6EB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3AB00CA-BE1E-CBE8-91A6-56D5458A25A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B389BB8-04DB-D074-7A96-D8F88388E68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E5C6DD6-2F34-1CF7-BF7D-CF89E850595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6E07721-618D-0D42-8408-F8F31EDD34CC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D6DF398-0B11-AE35-5B15-40812FEE638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B990431-3DDB-00AF-FE32-38C136FF08C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DB89A86-ACEB-876B-8E81-D278DB4BE54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C00B533-DAB1-B6AD-0315-F665E295523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EA934EB-0067-FD56-7999-F619A0C963C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9F0349D-A2D3-8F31-3DEE-8DB57B844F6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0DA22C2-E5E8-F2BD-7D27-54E72D97DA5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2E70C81-6257-8A8B-E9FD-85F7436EAE6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976268F-DF4A-534C-D4FB-8E9F0486F6A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1FE08B8-46AC-D9BD-F9F9-EA23B8341ED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4E84F72-C177-6334-01FD-DF756D4971E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62FECA4-1991-9DAB-FDF0-D88ED44C94B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F98EE28-F59F-6ED1-6D1A-4E788F5C957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FB34A5F-FBCC-7B59-BA49-BC958DDED46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C6CDF0A-EE1C-3464-4F91-37B55118D1E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94A183D-1A78-F2F5-7D24-B60B54065F3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81E4091-63AE-261E-2AEF-8268F0E13DC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CA0EBBE-5E21-3BE2-CB5A-E4A68E7D310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7FB4B92-05AE-7058-FC17-7614FA5D765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C807216-5725-0D23-1E38-ABD37788ECD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E95DB41-7321-2E38-64C1-8FC0E79745E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F006484-A807-BD8F-324B-0FF8D903681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BF5C28B-63DA-64F2-7856-7ECB87764AF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6AE86B8-DFF8-67DB-F7AE-7743605E371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7DDB4C0-82FA-363B-9EC2-BCEE3818C4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D01E2BC-4301-FEBC-2AA1-D9C350E46B8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5B742E6-AC99-7134-08D7-524B94BAED9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17A59F5-6471-378A-13E4-1B9722CAD43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B91181C-F773-0F53-D17F-5B546860C8C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D9806F1-D6C3-C652-F247-E9B7F6A388F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3D6DF9B-1875-B893-544A-B196FD98091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9E4EFA6-7156-560B-93D3-3B25AC84FD6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7FB5DCC-76F9-D33D-5098-9158EF7BE07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7CF9767-628F-1804-40B3-5B8F2160593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DC0AF20-90CB-9E8F-1142-5B7C1D3877F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25C6610-B4C3-CFDD-45DB-5E3CFBEA6B7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A08FCD2-A4A0-AB7A-85E5-BE06C29A38F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455E334-0956-6F4D-F0F4-C06C435C104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FF3026C-3398-8C32-D9F9-0308508D80A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9911BB7-154D-BF30-87C1-CC54FB98BAB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F9C6698-D881-675C-B5F8-3394902382C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17886BD-92BA-70F9-6CAB-006CE6104DD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0925049-7B1D-E772-3B82-77859418626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33D022A-76AC-7B32-89D1-2CA2E49D1BB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019233D-1557-EAEC-45CF-482F9D69190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DEC9D82-0EAA-DD81-934C-E91D0CF4F11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0EA6C96-0AD0-212A-207A-347B603B36B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F81A062-77DF-90ED-C633-C0A4802957A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291555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C5F10B-F1E8-1835-4561-1B0201E46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BAFC529-6E67-B7BB-76F4-459308CFEA5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C9CCB7C-45EE-F590-DF91-4C1C2F4BF09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930C57A-0D28-BEB0-CC4B-E550E4FF9F5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077234E-15C8-55FA-2C84-9C2E9DD5785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5D349286-E0CB-CCF3-B16B-963635F24B7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9C1AD239-F051-2874-11F7-3D7CAE315DE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BD27743-4CA3-D54C-9677-7AC0CBC8D85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F0804A4-F7EE-9559-43D8-1D5FB5DCFBB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FFB9031-8C60-CAEA-7912-6A210C61EF7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EFAD4EB-3C20-959E-723B-D77B6C7F445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E64ACE5-93B9-102F-D292-76C5A548196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40B85930-B400-7D4B-5780-AAD410EF696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A720712-8AF9-35CD-224F-76ED9563C4B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68F524A-9768-EBD1-2513-F1CA7CE1F7A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0A74F53-9244-376A-B8A7-973B792E06A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28BBB71-BC53-7E7E-305C-A887949AF8F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0F8BFEF-27CF-851B-35E2-06F3B11D05D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7D2C185-8703-A407-E8A8-56C3132B11B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10055BA-8360-4854-6B1D-C9685C7EC1D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5655F77-836C-320A-5516-56EF2ECDC8F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0D8DB64-6266-A991-342E-70398F37899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E46F07C-B013-71A1-64D1-BBE4722DFF8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B02A4DB5-2410-1685-6537-A91AA97030A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C08253F-8FD9-9B89-C914-FFC25AFBFAA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4EECCBF-C966-6C16-C270-3FF4D0E6517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8C7D812-86E1-BCB2-585A-9029DB56EA1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FEE9038-3CAE-443E-9FFA-C71E46FDE8C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2359911-6542-0035-9A1E-D66A1FE4777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A122D10-9C88-19EB-68D9-CD3D115A8B4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A1E454C-52F2-132E-7567-FD8856C8F3C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EDC9C07-98F5-54E9-4BB8-6F0006D2D5E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41F79A5-3236-8BE3-50B4-591462A5B02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417ACCF-1F6B-2E1A-49DF-3BCEF23932E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93510C8-5CAD-875C-5D7B-FDB3BCF4C51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ABFBAE6-DE50-E3F8-AFAC-35FD90EE63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FB676FB-67C5-B062-FAB6-48E0FA032FB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F4F4F2D-04ED-BC28-7F38-D9181B46B23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77D0836-B0A9-0371-370A-7DB69B462D3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6EAF862-D2A8-5831-E5FE-96BC9ED5059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9DDCE45-DB6E-6490-558B-0809F699FA6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45A01D9-D21C-E97A-0778-D247B4D68B2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94E41C0-3B1B-F7F8-0532-9A1B6F23583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CEB9A4F-C923-EBCD-6AA6-FD71B7F2446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82FC085-41F2-1699-ADAF-A6F5700FE5D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06C5F35-E169-713E-5C42-88B9FD82BB5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F0C65F7-B75C-961A-CBE2-A7419BCBE1D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5B67A85-F3B5-1D59-E954-5E568890E49D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673EC82-23D6-274F-5C4D-5DFBAF0F42F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7FEFAC3-6D4D-CC31-1293-4CEFE1B13DC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CD75DC0-55AD-FA9D-B235-82316C31989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AB73F1A-0393-B858-5A98-17AA5BE9591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A191931-0B17-F176-CF0C-F8C768D75F5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8959936-85A4-311E-245D-05376FE00DD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AAAD1A9-9920-7CF2-F57C-7EDE39E3C4D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0631C33-D873-56AF-C597-0AC40CEA9B0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1260F5C-934D-B911-9946-E81F4486387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6AD475E-0511-5FA0-E803-6E9D8CD3FBA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972AC22-2F39-91E1-4028-67CBFD8F0E1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103050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EEE5FE-7B0B-4778-1973-DB621B992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AEB44FC-70C3-03DE-A050-4E38DF4F5E1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D2B4669-8316-A894-6213-BBAD01AB7FC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2A486EF-8F5C-8A68-5FAA-FD0E738EF3A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9F9B53D-BF95-422A-1773-ED12823648C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1BFC21A-15DE-FDE9-5E15-5F740B600B6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9A762D5-F480-ECCE-0856-480E43F4324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16A2BF7-56AD-CEE6-8BEF-9FDC316712F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DBBFC59-838A-6483-EA3C-D3CF1421D79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3815036-7E47-4F6D-1D15-F18C010DB01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484E521-B871-5EBB-F45D-9A7F07A7C2FD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17E3FE3-1839-984C-F54A-7C0249EBEBC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F12C8C4-8768-7BD9-5AAE-6072F3689B9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FD63324-B813-49A5-3805-75DDB0417BC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94820F3-7D55-BB68-84C5-B12265260A3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3545A93-BFEB-49C6-BB7F-9DECA7CDC53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549B5452-2001-64CA-70C9-566A34FCAF4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005FB8F-A295-BD44-0214-9B7FB72DDF4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FAAAD72-2F75-2AA2-7930-485A57D3380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1099958-4CB2-9ADC-3EB6-06A10E63687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5F37139-5F9E-00C6-08F2-024A1BC94CD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871D945-D306-83BB-BD4C-AA38C03C30B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F124275-F15B-F883-310B-412B864743B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6D2E503-58E8-B063-1C78-606A1534149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E68CA32-D85D-3531-13B2-2C6CB194BE3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A8C9B8F-AF9F-173B-6AB5-D7469B08A27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86875BD-48B2-2110-A1E1-CDD0B510259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BC3B9E2-8E1A-81B0-47F9-AB24D47ADB4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3C09AE7-B21A-E1ED-A593-43BB2D510AD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2B11EF3-FB80-000D-F7CF-13D02D6D865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E03C46D-E1C6-4E51-D273-CB8859A7B89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F4EDDA6-3C41-9043-2994-CDE2B691F02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E25BC17-95F3-8B0B-3825-1E21988C78B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7CA82F3-DB4C-A193-D6FF-92BC864A90A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BE0CB4A-F08F-1B40-7FA3-1068C7ABB7A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623DEE9-309F-8F51-4FBB-E71EDF7D067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0D7D083-6B6B-08F4-0584-CFD2DEB4F10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7430D7C-AA47-EEB0-2124-C45A1843D5F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B52AA7C-DBED-FA06-6CF9-F5D6B6C961E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3BCD950-893B-0CE0-CB33-7023EF96E35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C4DBE24-EDDC-6B65-5C82-66AE870B857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F63BCDE-6837-DDEB-4B03-987A2DB8FF75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401C209-90B7-1FBE-508D-A383EF86F3C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2781886-EAA3-ACCF-E1D0-474F42BF1F4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68AC099-D449-9773-DE0E-C469D1E7813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1DFC43B-DB80-D927-D267-194E5269428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40E9310-17D2-8985-46FB-897CBF77041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B97A502-1477-CE39-3FA1-107FBB0397B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CCDDA35-2E75-FC06-A656-7E1EE9B7BC3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5BA2298-BFBE-5549-A094-42FB4428BD7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6F226CA-E767-BDC4-1047-0630C1349DB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C2BD164-7B31-9B94-DB38-A86CF8E5DFBD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4B56157-0FC7-8AE0-07A7-76F8A33F87A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8B309F8-DA2D-391A-BE39-F151A30DD54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AF6B883-E0C2-1131-0D0B-73580754522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897F66A-DA6D-BD96-79AA-FA5C7E1894D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335C0B1-8E64-0193-2514-1822E6530F0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D840246-D40E-5493-4F47-B7D8470A07B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ED65A13-83B5-ECBD-444A-FD977B746AB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95767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89D720-9F8A-6547-A8E1-3B15A6C02E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46DD54D-0255-9F5C-3236-059C3F43965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A66FAFE-049B-65D2-EABF-ABBB738B77B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6CBD910-E5D9-BCCE-314F-2FB0E763669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653057F-F654-ADDC-26A1-1E582D1DFA2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B334731-0236-C996-BD0E-BCF057B3A06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DFC92D3-FA45-D37B-F0CE-4453ACAC394D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222BA7C-B137-F3F0-D4EC-A29859FAF5E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1D186DA-172A-90CC-04B3-98773696DDA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BFAAD51-204C-345A-9259-BB05279139D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710416C-50D8-DB3B-8A1C-D183603AA8B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9573D18-BCC1-D188-3B73-1FE2A6145E2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E9EFEE6-CE70-28A5-EB1D-599A694068C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7104547-BC11-B67F-860E-CD720F6D96B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DF6ECCA-B2E3-F6E5-FEE1-DC3A72F64FB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A376EAE-FD0D-4D91-7B87-3D2FCB03EC9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F8878DD-B571-B2C2-9AD7-F22BB8A409A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3CA34CE-C0D8-C9D3-C522-FE79EFC202A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D30474F-5BD2-FC9E-F126-B33277FEF2A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A6083FE-1895-0DA9-BC5F-5300A16089A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7FE269A-F3D6-A9A5-0BE6-CC8570F8FCF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870365C-B01C-593E-6A2A-28C4FB74CBD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94F8666-F495-7D73-AE0B-E7B99B8592D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81E3D30-C6F9-0F70-9F58-2F03DADA2C0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799C410-0A02-8052-EDC2-F3E62CC2FC7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9B90B42-11CD-C5CD-8E61-47E507305B8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253A155-F8A8-00AD-A69C-A1A8B32AE78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3992F56-7AB8-F698-022E-C663F635E26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DDC62FC-0DA0-CBED-6DA5-192D5C5DC79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93A9C30-CF82-F070-8793-54BFFFA51021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BB8E2BD-F758-EE76-10DC-5A8E5B818C3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7544653-B3B1-6C13-CCEF-9D646250942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CA9A861-3F85-E41B-B974-4DED7207BEC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D708F8D-5709-D4CB-D40E-B58CC3DF6DD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66CF0C2-8DA8-CA2D-89E2-85AB456A8AA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87D9BD5-DFA5-B551-CF24-7FCEC0AF27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648B6B3-633A-5B3D-24EA-72A735C8D3C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1273CF8-6ABF-ED4F-D67A-41B57B549E0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4BCC4B4-AE5A-A58B-F670-9757DE760B5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A655BF6-CA24-05B5-93E3-4996E28F43B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2CA45E9-DBC5-D245-C617-20FD181F8AC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24B6ED1-5E7B-B38C-64EE-E1F7A8B86F2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AA2505D-B071-CA65-4EE1-763D3728036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1EEEDFF-3F23-0EAB-E71E-4D958014362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537473B-ED49-7257-EA95-16246A620B8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5A29816-8D10-79FB-BF1E-CD669D40AA4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29A510D-D43C-F2E7-7681-63D30F66983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3566382-0F1D-480A-AB4A-4F4CD292E95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5F77E25-9800-7FD5-C900-B4BADBA4D5A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B593073-BFB1-4257-DBBB-6ADEAC24C27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30114EB-5ED2-CDED-DE84-B6BE2895717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0BD299F-6EE4-0A2B-469C-4DD8A088792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A78DDE9-4240-4597-AA90-55F164EF1B5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E12D6DE-621C-58D0-915A-1BC70CE3548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4F6E91C-2D4C-5AA7-540A-C4C365BB148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47F8F2D-823C-FC87-A003-B627E13F249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A4D5A1A-9260-659C-898D-B2FAA172A91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BD763C9-7971-EA89-332F-E502C058CA7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862AF70-9D19-42BC-8872-6897751FF25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9119658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C49959-4E55-AD10-BFE9-A7FA56D4CB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BFE3CCB-5BF0-E018-77E3-83C78F7D722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3B3232F-0BD8-D92B-E484-106BD713136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DBFAC39-0A66-CA76-5E4E-9EE898C182D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188A458-1929-EC2A-2DD8-993A2DD4279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43FCEFE-B29F-CFA6-6D55-DC532713699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41EA61C-F205-22F3-0D1E-9F66FEE4DF5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82482A9-F760-AC04-F470-BFAE8210648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A6AD71B-5A95-81D2-EB95-C18C3CFBB12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2A10EC0-8C08-6343-99CA-EB23D0282E1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D416F60-81EA-5CD3-72DC-E463C74D5CD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2889F88-37C5-EAE6-2CB5-B964C2E9209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A13E45F-6F25-9415-4BAE-B7EC88BB7506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4C674E2-70F1-8127-DF2F-C773E8C141F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CD2BDA8-97C8-1800-36BA-C7BEEB2C654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34F6388-41B1-1AF5-B998-2E566C6F111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63ADF1C-05B3-40D0-D2D0-B3685C97ED8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326F3F9-6F18-B59D-4BD3-1A4D7F8357C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DB2B332-B9C0-06A6-8D4C-AC09CCD4E2A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0173D36-9B29-F21D-CC0D-1D32A68ACFB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AA4CEA8-A6A3-5447-1228-3738B478A28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637FCFB-0AAA-C52A-9D62-3F66C557D62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0FB3AFC-BB44-78C8-F149-72145CAFBD1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572DA58-1B9D-4A96-DC55-6D36D49239F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BDD1093C-CD58-2D75-9902-051064D731A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12B557F-C8EF-5D10-83DE-5135E85D06A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8DEF682-ABCC-72B6-3AB1-C20F914C3D4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5E63332-DF74-58C3-6820-F21BB2A5A1E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CD2E8F8-FFE8-D17C-13A4-8055D8A5E94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7761DAA-0E89-C69E-73F5-DA50F24D00A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C72307C-F209-D05B-1AE1-B142F5E3781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7BE59BC-30DF-3312-2C13-D7EB6025ECE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5156C7E-28F0-911B-CE06-CCFD0AAD1AF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FB994A9-F9A1-85AE-95C0-3F3D0058C44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F1F85D9-0457-473F-E61D-C591556628C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09C2073-EDA3-7137-6B9D-6C02647CF5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B46930F-7872-81D7-3BB6-9F2836E869E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A6D8AED-9BAE-6A5F-483A-392C62B4056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DB38A17-B46B-67E6-96AE-1ECB3BCB29D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968ABF0-18A7-2806-7F2C-F8A01B45C3B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E3AF7E4-A6E5-3A1C-EE87-3D2D447EDCD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95D3414-56ED-1EC0-B408-DFE3B1B59F6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439EB79-7A8B-BAE5-C881-734536B7EB1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1B761E3-5701-073C-7632-E3B0781FE9B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E4F1939-774D-98EB-7DD6-E72CF16BE53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2CA6675-20A2-C1B2-2C26-F5C3256A60E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37DA0DC-415F-0067-D05B-AA51B2CA936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F925655-8337-9D2A-4934-6D0AB6F8666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0474D6E-7A7C-7705-07C0-E1F0B7AEA2D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95C210E0-AD51-20D3-0C62-87CB98C407C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DADFF0B-E971-0D98-AC9A-58DFA659048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C18682C-0F36-5321-048C-06AE648C5BD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CA13957-5A00-A08A-9BBC-4DA6C6A1A49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C5EE91C-3173-9A0D-BEE9-F3B23412BB2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E4E8642-F791-1511-D0CB-1B4E9289455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7D5A81F-6F5B-025D-BE9D-C213D943F11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857C11E-EEEB-0232-0AC3-03A977CB9E6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A8F1464-51EB-0690-458E-DCB5F0CFFB8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F5652EA-9681-3C73-FC4F-F41F32DB532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7458427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397A3-DED7-19FA-12FD-9A4C63E132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087D8D6-75CF-D66C-CBC5-91FDDE3DF4B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30C81B5-8EE0-81A2-07CC-CC80130B739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C40252D-4431-730B-485B-A3BEFA9F971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64CF11C-3596-E3D8-F9BB-3E255E12967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A330743-E5E0-512C-57AE-1F3B29BC105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AB8A497-85FF-1586-E849-545EAD18623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5EE5BAA-F81E-46AE-1F70-9FACD3998B9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5D5BBC9-8A73-33F8-B15E-203175FD6C8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5592386-0DB2-647F-FFC7-5EE1DBB1A4F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253D8E6-6659-CF6B-7DF4-056B7A3BD8F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0A5CAD5-72D0-5947-04C8-DBCCC9BDFC2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9832FD4-AA6E-23A3-7BB8-ADF9B8BBEA0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1C322B2-FCA2-9F4A-089C-3AAFBA16FDD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3688472-C5CF-BA39-9274-1E4026D9CAD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16506CF-41FE-2CB5-90D1-CBF73F75A3E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DDEAB79-D666-C694-2C93-19768F3C6CA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028A418-F93D-D99E-757D-608F11E6B0A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4D87312-4E9C-DBF4-6666-D041C45E25D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C3875F4-55C2-79AA-E3A3-668EEAE73E3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161D095-CCC4-E5E0-681A-0B13E1DDF17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E1A3EA2-E057-4FE2-7332-5E1805CEBF7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B255D19-7CD9-016A-8259-E54B47EB043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1A342EA-98E3-ED08-BD0A-6A2F2BD098F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F3669ED-42F2-424C-B882-69877FAA976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A20EF83-13FA-72F2-B331-0D026B8B291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554710D-9A01-BFDD-7D49-FE881B2AC17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CA4AB04-4FE3-AB0B-7BC2-D637C396117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FCB25D8-D7E0-13E3-26D8-8805E19D3AF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97701F7-B4DE-B7CE-B640-9DCA864E61B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2A1A5E2-572D-9E09-4EF3-3645F551BF8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1218377-5DBA-98A3-F749-AA503311429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70145AD-2E37-4AE4-9C85-38D80DF2EFF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B8FCE99-5433-C942-7570-DB3CFC6668B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B8A2D9C-E52B-282C-24B8-8648FA666BB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F0945B4-C364-D0F8-4E8B-DB69C2EF8FB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8EB6E86-DC59-AE25-D574-E198B5B4B25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76839CC-CF4E-E2A6-EE39-83E130A2364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1C5BACC-ABE3-F54E-CE60-D2333780508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9A75A2F-1B32-23F0-E55B-1BC585625D2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5CC4BE2-23CD-5F8D-949E-D96B67A68BF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E2A295B-B856-8463-954C-4998A1D8F32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A250B67-9AA0-AB00-11CC-38B5485A7FF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6C3653A-1F3C-2479-EC5C-0A1607CA988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7AB9303-C4B6-BA5E-AF53-52CE094EEE8D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CC69ED5-2C38-8D7D-C34F-28C28FF2085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37EC8CE-91CD-EC0F-ECB2-12EA180F9FE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FBD75E0-023D-846F-42FE-B179A681D70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C884996-E173-239E-C57E-56212C5A3A7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A5D7217-E161-D5E7-1545-F89D73C5362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820A76F-D507-DDB4-431B-96363888E84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9155204-7568-794E-C922-B29CCF79F04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E57B480-4F3E-6F59-4616-19EE0E64D20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C2CADC0-3B6D-B698-3857-7FDEDD3D408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330897F-45A5-EB72-453C-501EEB2F0A1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8C9BCCF-611F-CC5D-DE06-A95671F03A3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8C2D0AE-389A-1512-747F-5462EF2E069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B58CDE0-3FB0-E87D-F205-4541D3E9B41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0051F3E-FF5F-BCBE-BCDA-11070E6C5D8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979945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30DD08-9CE6-BFF5-9504-A6F2C0BF44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DF6166B-A0FE-620A-F86C-F11D143FB03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F97D1F2-8266-0800-EC65-65E976736BC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BE4475B-3168-D879-BA01-76B95942548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AD49225-1BB9-66C0-6B28-D1AF96E72A5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82EA130-80FC-7603-A375-7036BE1FE1F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C76B461-263A-A419-6E84-01FA5F3CEF2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C508D90-967F-C1C4-1A21-E2636B8A52D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4696D0B-BDC0-443B-B0FD-27B6358ECE9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D35EF4F-547A-AE3C-AB8F-E25B02CB82A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22BB60F-55B7-0DB2-9E8A-F69A5C486B7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EC6FBF4-9EE9-9743-DC8A-5B8698529B0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093E622-D5A8-8169-75D5-639D1A93E62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46F7FF3-3A1D-E212-778A-8C82349FAFE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3756D69-D197-C332-6B45-809886771D6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7A89605-5A3F-1CAC-EC89-E953014FF9C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C15B633-B01A-0B4A-168B-1C47B128B19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A6F5ED3-1B75-04D3-E6AC-D14BB66D034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80F4933-0529-323E-DBC3-243B4CAE096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4808AF4-8599-0229-4AAB-439A2146679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1A9DFAD-2BB7-D0B7-AC23-9A974C102C0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4F4640E-FA6E-46D8-B864-EA5CF77A2AD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40E9041-1614-1A47-B839-46D028184E7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04C244B-827A-2C2A-EC9E-EABE089B137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9C2A205-9330-6A90-C1EF-175138FABB7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E80A85E-361C-40C5-411F-5D1A786A28D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38D8300-899B-D375-96BC-0D8E03B1E95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BBEE3A4-30DF-D533-38AC-3913270CC18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4F9B023-1ADF-B5D0-93E6-F89841F6AF7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8C7AD02-417F-9B12-0622-35BF3C36200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CEAF4F9-47EA-05B2-4F5E-140ED0EA96D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175B96F-26A4-8834-2B1F-47507D69DEA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47531A1-ABA5-B510-044D-CE534D23616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50EDED9-289A-A8B2-7EFD-EF3BC6E8BA9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FE28F07-E463-E6C9-446F-0D70FBC6123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5A6AF0E-D2D1-D99C-9E35-203C389D25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D23D497-D765-A132-B12A-91E2B5A0C77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82074F9-9AE2-E146-B4F5-1A6597A7673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D690725-B5C2-C80C-890B-CAF39E1EFDA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C484C7D-0429-D95B-9642-83C319B2E5E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7678ED2-9819-A4B9-17ED-CA108A6CD2C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5F01278-863C-5ED7-4A10-642355D4D19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257053E-0490-CFA8-6729-5DADBE711E1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93AE5A3-7F32-37BB-AA65-02C7E64AA15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7862C26-8FF4-0CEE-C9AB-9FEB56A762E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452E2A4-0DCA-EB9C-A989-1015C8BD620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6A95F5D-1E7E-9FCD-33CB-195F63DCD82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D3F4EE5-9311-058C-2E19-5EB7FD1F396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228C781-5274-0680-807F-AA0FEE132C0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63ABCB8-E7A1-BE4E-6356-4AE758A100B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DE0F4A7-1A53-6803-1AC6-028BC2C02E7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C3ACC0A-7067-BA7F-E959-4D9A18AC063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D8797EC-4B45-A903-C1C0-A3E22E8B030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733AE91-1C72-0F7E-4789-6FAA8A88412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E8A3584-8DDE-D163-9DC6-FD5F2B2928D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6D67454-2A28-339E-15DA-2FEE291F2E9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AC19DD6-6AF5-C8F4-6333-D478054692B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D363430-3BA1-8E38-4554-7B7F1B9B2B2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3BAADD5-4DFB-6CDB-9AE1-D5E7AC185B1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071231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5A1D6E-E765-F4EB-A315-5E40BCA099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B48D5A7-F69E-394A-19BA-B3D368B49A6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E2804D4-A135-66A2-67FD-7898FA18595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E1FA27F-7C2B-C6D3-7C6B-D238AECC8E1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87CF436-664E-C5B8-8944-76B3DBBCA05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136D88D-10A1-7EFF-7F0C-917792F110F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41D3754-47B6-232B-4A1A-A221021C06E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7034E53-61BE-25A4-442F-3C5C5FE8E04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4F2578B-7435-6A37-F4BD-A05C0DC08D3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6D3EF10-7590-4A5A-B788-D2B5BC2256B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A008210-0604-C342-1148-EB53EB15A10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421A83E-BBB7-4EDD-88C2-DF1D42945C6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402E0D1-87AC-7424-AB21-83334E40A27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4D35453-32AE-3B4F-B347-3A05C300D0A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FDE2122-76D6-8B10-64C5-9D332F3D1F1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DFB6DC5-8C05-F8BB-4DD2-A8F86F970B1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E29CEF3-3C33-9ABE-0833-28714D1B7C3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69F72D8-84B5-FCBA-FD40-0EE58BFC105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3E09A52-DD04-7A7E-6B29-155AAA57BF7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1DB96B7-0048-E14A-4710-82333BA01F1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EBC320D-35BE-2671-DE8C-DE6CF0B403D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E9CEC027-BE4A-821B-E76F-9C88A4DC85D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066FFC5-57CD-AB35-27EE-FDE3BF51075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67290D3-67EA-E7CA-9348-46CADA6C0C4B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62C5B60-44A4-2FB3-CBEF-CC14402B596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8475CBA-F462-686D-A015-4F2C9B47D6C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D17F9C9-AF07-64C3-359C-9D5DF2D50B5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75A2F79-71EB-D7C4-0E26-D5A887C7A90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CE8E06D-6967-8875-FD98-985BB6688DB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47A8EDD-B88E-08BA-A64A-D500966AED1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2380F42-982A-0927-5ACA-495CF26A27F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2AB8F1C-BAB8-63AD-D557-EFE07665030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80EC2BB-9FD4-14FA-C1CA-6EC02345D60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65228E3-6488-11CE-E2C1-13F9AB0EA2D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BC84A16-6CCB-F259-AA45-91A48DCC5C5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E466F28-3493-D2F0-12E5-5E19A7DF80E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87C3D99-EBA3-9DB2-A8E6-6F8345B09B1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25B40EC-BE40-5A4F-EE5D-FD156D24AE58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9A78CC4-7008-E114-7288-050A806E0F6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AF7ECA0-772E-6947-B8FB-6D23436139D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8877041-BB68-579C-C128-BC9FBB2B75B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03C8F4D-4FB6-6E38-D69D-2A246A862E1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E35A8BB-BF92-F34D-C675-961E271EE9D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FDC09F0-963D-62D1-C49C-FF279AC8775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3C12254-017B-8257-C393-42783C96874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637765B-F143-2084-C7DB-7F03CDB7158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96D35C9-9CE8-AED6-D1A5-3E6289FEFF2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FC8E363C-9167-E128-04DD-90621D62E16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5CA8DC2-A910-3068-2E88-D610CAEA8F7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69F16EC-1E70-AF2D-0EE0-DA72DAA92DA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4A86859-4010-5C15-7843-5BB6ED2998D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C661345-F160-1590-B1FC-FAEAABFF21C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6E029F4-B88B-D585-540B-26A418CB1D1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AACDB1A-8916-D878-7D73-0A09843BE0A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58F5304-F52B-42A6-EDA2-D9772D1191B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57A3CF7-EA41-64F2-D2EC-FC80E65F06E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55B88DD-0149-A628-3214-85C4F50F4C7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6724213-8C55-B4D1-8862-4599A579781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97FA9E9-964B-D89A-CE0E-948E3ADC848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949995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6EA6A-C8B8-2259-3728-E708D3936E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9FB0FC8-D45B-C266-F36A-84996E27990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C020D8C-6668-21B8-A4D0-0FF345FA423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3063C03-DB65-A3C0-F9F3-21203B000D9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A1327E3-AA0D-9293-87A8-E8AA92E54A6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883BF2E-85D3-B3FB-3E85-28D2EB3F1A4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94A23E2-18C7-FC45-ACEE-CA2C84DC6D1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4C41EEE-A0D6-928B-CF17-3B634DC9E69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E861B06-6B52-615E-24E0-47959768DD9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06A635A-CC86-CEAC-494D-5F7FE0D51CA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06A805B-86D8-7B63-98F8-83ED2CC0AA8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434A32C-9E79-27BD-99E7-0E4DA30483F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A0762F9-F0DB-B3C2-6755-E643CD075AB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73C95D8-C83A-1E4C-7ED2-78A698F15C70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2501BB8-3BA3-5E80-14F6-8E5207FA16C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F3BE9CB-8228-233D-FC2F-230B2E6B6D6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09B2A9B-1248-0CB0-0A54-5C6B1207F01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7426F05-6544-955B-DC0A-3DB4469043F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0B1E9D6-2836-3369-8DFE-05A60E6AD6E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6A9E7BB-A755-A3C4-4B65-936FD1DF537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1E1ADB99-2FCA-7A55-9BCC-746A4150B39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A96193D-29D0-AF1A-BC31-DA289EF4067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18D27B6-25AB-8487-6DBA-3A192E02233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D35D768-A1F8-F5B6-85DA-B539FD28CE3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82A11A1-57E4-763C-F065-B8013405CB1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5C28E42-524A-C3C2-37A7-F74189ABD70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BE2AF02-F1DD-729A-46FD-FB6331DC02E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3B1CA55-B9AC-548E-A3F6-F42037DFCD0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A656511-2DB0-E45F-633D-71B55173A53C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128C77F-7269-9A8B-57B4-6448DB8CBE0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4993D11-7538-0C22-0F51-049EE1519B8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7868157-773D-82F8-4FB5-23F14D884B9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373B120-E976-3A21-D595-5475EE43C25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88CA49C-D5F2-6BB8-61C9-C7B02D6B17D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7D9E85A-1A38-55A3-844A-6CDAFA2B6D5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313EEAB-D39D-83BA-2AD6-F4172CD155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BACF37D-FFEE-8DF4-2503-C877146FF09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30D69FD-D01F-CC5B-114B-FA864363971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E4654E0-3984-A1B5-052A-328A15286B5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754A0E1-8580-B773-6D6C-DA7FD0A01B7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A2F7685-5BB3-934F-F6B5-3CE89C059E8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EB2ABDC-3E6F-7073-E08E-B1731C7237F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071900D-28E3-2E00-CC9C-1D2261C9461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370394B-A946-1488-097A-25849A07927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A3B49C7-3A5D-E99B-1E3C-32BE00CF4C3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AD6726F-592A-B10B-0BD4-B6461BC2239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0852D22-5618-4D8F-0695-8AFC648BC35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4DDA184-3041-CC5E-BB6B-E48356B4765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6C82A0E-B4F4-F52F-3752-DA34A5DAB76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1214D89-53C9-A324-495C-54CA506C43A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EDC5A06-334C-67B4-2214-E2BA967BFC1A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F1700AE-543F-F860-E736-C9CDDB83B02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3CC3C3C-32CE-EB8D-E893-7635F3ADD42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B0C9F86-F578-2EE0-EB98-8030552F94F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F54AF48-35BC-D68A-BBCD-887FD44FABD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C433904-CD87-CFED-DB77-A024C876F74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1E2FFAA-F75D-181A-4771-58761415B0D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ED27FDD-086C-222D-32A3-B11261E69A1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7D6ADEA-D818-D02F-D1A3-F3559ADACAE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664783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F1A1B-C846-90D6-1A96-5697653B6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2DAF9BB-4186-8056-711A-06BE44E7D0E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E21764A-3C0B-29A0-912F-BFD9AC2A427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6255216-EF39-68F8-205D-B3EEFF91824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5AF93E6-1258-5966-19D5-FEAF79C296AC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2731507-FE96-33AE-48D0-B215ADAEE5E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517BFE8-7ABD-7014-8012-3C10E334E66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F5B9284-1DE0-01EA-B279-CF25307F861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5C550D0-016C-6F44-135C-AEB7713A7CF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449214E-E171-9057-7659-FC597B99334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9E686D6-1877-8965-B390-2419B6C21DF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99294F5-1EFB-8E1E-E11F-E341B2AEE66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3118C8C-37A2-992B-CADE-0B5012E64D5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47E477E9-D805-3157-D373-55CDC648A71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87EAFB4-163C-42FE-8487-0A7F1B0AF53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8F5F4E5-93B6-BC53-42AE-FAE51E3AA47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33B824B-5DC8-C381-ED14-30703902135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17D93E7-588B-3470-4C25-356E81D9CE2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E1248B4-6413-F045-51B2-67E37316993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07B7484-5D28-B811-4565-2EB1EAD58CC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A6CD7DC-6CAF-B4E1-A007-94124BFEC5C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F9737F4-3FD3-845F-3B24-AFDFC6A309B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93EB48D-2B34-16D7-F57B-93584BBC207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161E618-E7C9-4F00-F843-2870D23AB5F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B9ECACB-9235-FDE8-96A6-26CE85BDC11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5098A33-CF93-4130-B945-8F60DE39C1A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8B7B911-A4BE-8AA4-AEC3-719367E1044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E3D8940-F0D9-4F71-7F5F-2127CF0AD3C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CA69FDF-89C0-DC28-73AF-6867434E4E5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4623BEB-8C41-97CE-ABAE-FF8621BED39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32BEFEE-B593-79C7-9956-1D51A4F1FF3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580634A-87C3-34F3-CACA-BF07B4DE028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3932EDA-4A37-269F-00CA-A74EBDD710E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DD933DF-1F7D-4B09-E972-621178F7D93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7B7E2FF-926C-9E62-AF19-3D9D8785C2E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A21E475-AB7E-2323-8C0A-ED5BF2DBC1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B7F75AF-1A5B-D768-C69B-3F4C22F8CDE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A5CFB97-2AE8-0E29-DD3A-85823F44BC4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A97205E-C405-02CE-04FF-D1E8A33BA48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B8C268E-A28B-BF9C-E5D9-1D3D6E66049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7177A7D-36CD-7E28-4DE6-8CA75EFF143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0252FBD-959A-0AEF-1486-E07317C4809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F4D2C7A-207D-EDAB-5873-D60F339FD559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47F87FE-1FFB-9E99-F075-228BA9E6B33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FF7914B3-90C9-00E0-B18F-0AC1CCE4213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FC001AE-0616-8D56-19AE-D392C0A5AFF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50D53E0-C165-7B43-EF0D-61E74C775D2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D3F70A7-FB29-DCBB-3C01-DA90BAB81FD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9601786-258C-EFBA-D648-6C5B3E056DD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82A7A12-AD25-CB9C-EE51-D8200046ACC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D5C866E-504F-84BC-9EE1-BED5484C8FC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7C5569C-C0E2-9205-4C4C-FAC0A98AB63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2C4B161-DD41-8601-80AE-EFBF26021DC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E66F29D-DE6C-7DF6-E6D4-89BE4E0A2C3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C3FEBF7-DD7D-CA4A-60BA-009AFB2A0BDB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C030AEE-96A0-97CC-F288-7BD0F4A5B64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E5E6F32-88FB-BA21-58FA-3FB4FFF0DD71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9732D69-CB97-FEF1-4641-2972F6C11B3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D1D6724-8E55-D44C-251D-E960699BA57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833238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F656F0-1FE4-D88F-6EE9-547F60D662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E81A64B-9031-E5F3-6002-6C467778423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8E7F9AC-3F53-C5DE-4856-2AF4427395F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F1AF00E-6BDD-2773-B8F8-5F567D0E429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6A133EE-2525-7A2A-1F0C-1527A53D73F0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0EC5319-F6A9-4064-5735-369D5EDAF4E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1C6010F-1038-6626-B7BC-21410F398EF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4BE8CED-2D1A-4F78-6729-32224D19745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7EFF0F2-948B-B56B-1134-4095D988A68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4D2F4CD-5230-51EC-B112-80C694AB127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DC69FC9-3ECB-8201-2CBF-A0D5534533B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1260241-EB4D-5ADB-4410-14835E366EC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363B80A-BE62-9995-71CD-3B9D93B8B35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9CE5781-6460-82AF-A5C9-80100648034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7A5D8AE8-A558-33A6-00EF-7B9A74B88FA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9DE3E55-9F74-6CC5-9E1E-AC8BA5D81B0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2D27F80-A12D-9C0A-DEAE-B69686370FE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F684FB9-004D-DA4A-95FA-C3940917C96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48AF955-0E00-8F9D-3580-83FE3F4418C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AE46D8D-0D46-8430-FDCA-C7F5394F208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01A82BF-2E5F-9EAA-1C69-52870FB2562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E660AF4-D077-027F-C9DF-30CD8734259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43EF0CF-2ACB-9A5F-DFEA-5ADA20A146A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97B661C-2B54-0C55-CE57-B076DEB331E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C546426-F851-B536-6A23-494039CBDF8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15FAE1A-24BC-99F6-6754-7E3BACDA593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1076E6F-B3DE-297B-C5D4-A69721EF733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D100A9A-B4C7-81B3-8604-580B579DBBA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6801358-7CB0-CFF6-F8C4-475B49B0D37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4D994E8-F624-D0D4-57FF-12863ADF550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1657D36-7343-AC93-FFF3-E526AE25446A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C70F8FC-0AB3-E125-A353-0B42054D425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D9C57CA-ADD8-34EB-089B-1D911DCCE66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B142A35-3CBA-A489-6AB8-544C88FC769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4B61A2D-F6A9-B6F1-8EBC-B4BAAEF3B1D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722251E-4F7D-92FB-2193-D1FDB2B46E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A9FFBE4-2C2F-BCD1-F758-9FF9BF077ABE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53069F6-63EE-B45C-8BA2-6676D1F8398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D82CE22-1944-FCEB-1DC8-4CAA4BE96C1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BC1A75A-1E38-0EA6-7C19-70B2938B3C2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C6B100E-307E-4B25-8EB8-12E0E121AED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590EBDF-6EB2-224D-E88E-D469C45C77B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55DE9D8-33BB-C11F-FCE7-7B4FDEEFCFE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B8F64E5-CB2E-36D8-75C4-C4BCFC95264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EDC2443-D73B-C605-BB26-99854761EC9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FB40016-9DB3-7D76-F468-895E725DCAE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FBC7390-E4E1-9D75-6412-BA12F28DBC6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2BFFB8D5-9A92-F4D5-C6A2-54E84435CC6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D5183E9-6E7F-80FE-8EE3-28EC14ADD66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E7CCE33-2E8F-0C2F-AD6F-01A8DDF8412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D48C4F9-9A8E-7E6C-7355-1B73511DC0E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27E8150-BF27-4180-4B59-D97AD8698A3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5610507-D847-8DE0-E974-D151EF15133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3745573-E45A-154A-E59B-FECB4910076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1555947-CCF4-31B2-7978-178E29DCB09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67F13376-01FE-F6D7-116E-0F0BEE6CC91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FEDECC2-6434-176E-B650-BD5DC0AC5CC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36E4AD5-0A72-D9C0-BEAE-96FACC448A5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7FADF7C-6C67-1E5B-7D0A-50804A549F2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2347743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0BC197-A9C2-96C7-498B-6E43F1A0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68A353C-5224-BD7F-7384-50FE5B0AD1F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BC44E55-B294-BAA1-FF69-F49848CFB26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CB0B052-7F23-8930-D931-8F3FC46A757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718B9D7-67BD-4FAE-ED38-99D3B926DB3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58B5F0A5-0BEA-C84D-B8FF-B03B31F942F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30EA0FE-5119-35B9-D030-250C217DD6B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00527C5-B340-AFE2-2AA1-434C18C71F9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723E7A0-91D7-A1E4-B894-AC2E8B64E6C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23B5537-A99C-F26C-644C-77A0ED559C1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4CE0EFA-0F54-A782-D5EB-01627750434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6468A98-9BAC-5B48-65A0-43D1B9C824F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F5F4976-C7B5-6EEE-7AA7-42A9576CFD5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E033F08-7059-36F9-FA12-96650903BB9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47C51F2-E1E9-E873-7DEA-663C16D91C3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BF538AE-8EED-A47E-E107-DCA1A577439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B627001-3773-C4BB-B1A2-B01349FC7B3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E0DB9C7-0D78-36B4-419E-478E53EE921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AA13A02-F95B-890F-0FD2-5CCE61C5FBF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4C59C18-0CA8-8611-0777-9ACAC2EDD64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8009FFB-9B0E-9D79-1C7D-549BD5BADA3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6C950AE-9FA6-E921-D863-EB4CF4B7634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AC13623-88F9-6F9F-D7E7-986EE5C6943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AED4AFA-2E8D-DCD5-CB1F-37865566602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EE9C020-B3ED-B9F5-820B-8157347836D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87F837D-5551-6FFF-F230-AEA81AE4C92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AEE606B-D503-427E-DDA9-32E3E53A037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7A3EE3E-92E9-F6DE-9A53-F119F4737D9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C78EA48-169F-7B5A-1940-3DC4A347D42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4557E66-B087-4E1B-D209-3CFE84A7AB2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72F8EC4-6A05-EFF2-ACC3-103515587D1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4A2F8F9-9F6F-52A9-A1C6-B2428C56397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BD1EB69-269C-458B-174A-AA0F70580CD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01675CF-363B-AF67-94BB-2597F2EEEF5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6E8D459-B3F3-55A8-59AF-7C3ACD239C7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D2633BC-3C2B-DFDD-530B-DF65FA6063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6B9F13C-0BBC-6A35-F4E9-410B8B0084B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20BB980-6E68-CFE5-3F2B-22C376504EB1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A5928F1-D2F7-BEE8-33D6-F43F1272951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7EF5AB6-1E7B-5DFB-6A11-9F21AB9EC58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3C1397F-C493-01DB-FE13-918D45693CF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E7EC244-7639-E892-22C1-1B04A831AD9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F25CBA5-EBED-92D1-E4DC-A630FA780C9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836FD0D-2323-A6C1-795D-56E16B215BA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367615B-2589-C95E-632A-1106C73991D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E779280-303A-870C-6187-E1E9C578A15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A6432D3-1C03-846F-43D8-E88A624AFC6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C054CEA-3B92-DD01-D8F6-D795B86005A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17F2F64-A6AF-052D-779B-210E0E8F291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C4D9642-FA98-41CF-F4DD-59FFEF413BF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012A31C-34E5-81FB-8019-D4754DE7755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8EC9591-16B1-2496-72B0-E68568E03DD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8DDD423-103E-E034-4A4D-E1091B54067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CFD96EA-1945-41F3-4B02-A2BA0E732A1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C494A4D-A187-844D-8897-698B2A00948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BEC73AF-3A9F-29FB-DEC3-0C3A1D74DCF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AC1A848-1097-AA0F-704F-14ED4442322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FB7F266-0E2B-A985-45F5-40B073D45B2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7DADAD5-A8CD-27F0-22DB-B692B67B351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4654249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0133F-B0EE-1A18-EFF1-1A2EB38D3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7D5C993-F705-898D-B4FE-0E7C4FC9452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B32C781-F7B1-4CE7-EFC3-72586963DA4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794EA37-9680-FB9B-89CA-A2F77721063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141A8F6-13DF-641B-9780-BF2DD3D4108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9D7108D-9333-99A5-0A60-D9C0EF2762D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D63E5C6-FB84-7259-F0E2-031EADFCE22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46CA7A9-1222-7346-D9DE-337B119F77B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520534C-3CBD-FEFD-D46F-6101511313A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B393228-1B04-F04E-9007-E4949FE6328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8E71EF7-88CB-CB88-87DD-F62AB503D2B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42A0DF4-44C9-C184-7189-E9877A62D98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B0F91CF-4377-62F7-ADEB-885DB8F9ED0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903EC11C-CC63-BA73-225C-AD7F3CC04BD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6A56A68-7D79-5466-7038-CEDEF5DC1F2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C73DAF4-606D-DC19-8815-CC3BFD2F85A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6C405CF-A0C6-7882-CE71-56F72970F2C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982023B-DBB0-4A24-D794-E418AB73D20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20B30A5-7971-3362-3230-5F7B64F9F9A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51A3A45-12D9-3802-B86E-AA5EC240079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302D1E8-E8E9-8A8A-A821-4F20D20B4CA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2FE28CD-89D0-5EBF-6426-6E3E2DDCB1E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E60EA9C-8035-9AB8-C010-0A23C0DDD8B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BE63CFC-6FBE-BA5D-053D-9EF03CFAA8A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A6E3A77-945B-7C9D-2B92-BC47A3B8F6C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278A611-19D2-64B0-E6BD-A66AF86BD05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8B823FF-BD11-F035-ED5D-A4331D3C552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D1A0E43-2C35-48D9-6E97-EA77C5A0EC1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91E54B81-F32C-2775-FDA2-BA462E96671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B2D84BB-8CC2-EB9A-2829-8A7C0B4F957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236B04A-C4A8-67A6-6362-6DD6852B17A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FF7A3F4-BD61-FCCF-AA5D-800328BD860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503482A-45B5-CD6D-314A-1F956B4E668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7F96BF3-03F0-E5DB-0449-AE76E7F92BF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E2E2C2C-ACA4-470F-596E-2907929BC03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0B961E6-7566-FE98-90C5-1DC7959857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19558357-FCAA-7231-409A-FD6BA819C3A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7AFDA04-3A72-506D-53F1-C5BA8E28D2D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684BAC3-CC82-5029-327B-375133295D2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17DEDB3-FEE9-585D-0E07-4742CB86958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02DE245-7548-6573-5CE2-CD66BF30BBE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48348C5-21B0-2744-8049-C20C9C41F69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A2D8002-945B-AF33-E9DF-1424A039378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1840C61-E740-5161-A5AA-582E3EBEDAA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B2B85E1-7233-E1A2-05D2-FEA669E2D8C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A6A45FF-07F5-1D44-ACB5-3125BE1A4E5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DFAEFAF-AF24-E095-F4F1-DAC03A45A9D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1051226-DCB0-6D22-09FC-F49E849B8BD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3D73542-3022-7202-756B-A7D4D2E2531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FE2DF3E-3597-BEEA-D636-50889CEBA5C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3FC6072-E97B-8922-BD12-322AE2CEF45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E7070E6-6138-3A9A-6E37-046F16FF349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31B0348-F4F6-AF66-98B2-6D6EBB02A6F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4916F1E-9F5D-1E52-9F76-440FA55EE5D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924F4F3-B1DD-EE2F-546E-5A998DF4A6F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6426DCC-909A-8B28-7042-E6005CF3ECA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E472DD5-9E92-5FE2-62B5-552521F8489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D2018A5-2477-DD0A-B656-ED0FC2BA264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91A852D-25D4-AF03-548D-D5EA0089E76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041065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138357-FD00-A5C2-6077-93AB805852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7155A50-DC0E-8357-6360-D81EF2174CA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B041D4E-A457-8855-9AF6-817E7BADD6F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E178CCD-A34D-9ABA-C47E-5E43B045A55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D1F55C6-9AC0-FBE9-9604-F668A6AE97F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BE7D9BF-82E2-C9DD-DFC1-EB467BCAADB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0DAA533-83CE-BEBD-0A7C-53DC9D6694E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A7549C2-246A-3372-34F8-DB22449F16E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595164E-3D3A-810F-BDAD-E11308DF630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724DE2D-5DC9-F389-92D8-EBAB4C66DE2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8B35867-BA0A-A52F-D267-387D6B8A2AF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7E3C31E-C546-2884-E8D1-13D26A04D34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BF6E627-EE3A-1BBC-60BC-13FB5D29027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CF18538-1229-1E51-1D61-4A6C7461AAF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929F4EC-50E6-265F-047E-C676E1466D9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53F9AD1-660C-3D58-13FD-083BDB079CD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CB59160-19D5-A120-B697-B18D41D1DFB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53E06A5-13DE-D7E3-BA5A-DBC40078B7E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0A4B555-507D-8BD8-56B1-F1227C7B298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1ADC4C9-2EDA-CCD0-7C26-B173E53B376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B549B59-71FB-E243-6335-6C665738CD3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A870772-8AA1-D5BD-1EA2-F471A315531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921B8E2-E760-5843-29C0-3A4760D6D5C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F2AAF39-10A7-ED3F-A835-7AB53214A43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7AF7A65-A3FF-5E0E-F53F-15A0794535E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F16F87B-B252-FD5D-979B-69EC40417D7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663795C-305F-A872-B18C-B0FC7BDFB48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E4C78F2-AFB9-A744-7FC1-A0EA353136C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27FD261-6E00-49C2-1793-E308AF076FB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14F82CD-9E20-0123-42E6-42CC1DCBE85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3BCCC17-A769-5670-3BBD-DA7E2A5EEEC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2C48D2B-6997-CE7B-5687-15782C925BF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B4A530C-6F57-2D19-6130-7E8B87E2DBF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121CC18-E24A-8C42-DE62-F21EE7F1546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CC7C810-349A-D03B-043E-EBC4542F082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913BFCB-919F-1DC2-BA54-6CAB5157F1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CF31A09-1B54-B80E-9AE7-67EEFA7918C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ACB7547-51B1-ECC6-4846-A4FAB746AE19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3EEC9DE-533A-C743-0705-06CC696A0AA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B3E7F5E-7797-A2AA-B2EE-0C7930D112E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AD4FA94-E9BA-4A22-F1CE-147A9D01353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B868CB2-3291-C046-6C31-D5E126C22B6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1F88CE5-511E-4F93-DA98-B92E50D51DA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25FA1ED2-AF9D-66DE-A14B-62FAB7C6F8E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BD5C45E-FE98-CCD7-0545-F407BF00AB8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92C96E8-38EA-0EE3-6826-2564DF115ED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B73BCCC-5BB9-916B-56AE-1F283D31DFC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CABED63-73DA-D3ED-FC9D-837E70C6908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ABADD95-7D70-D3DE-75B2-A085F1EB537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18EE16D-BB4B-BDB4-3FB1-F19B9F3D1AC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31F3F29-F31D-6BAD-0238-23337EFD9F3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061579C-31BA-22F2-CA38-C6A13455A44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2537CEA-7AE0-0EA8-8132-BE5E83EF46B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340A89A-B91B-A3C3-C7DA-F43E41818A9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87C0A39-28B8-BBA1-2715-B5E7953B3AC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4C74BA9-02EC-8923-57F4-6358839E31C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DE02F03-5220-4948-B1A3-CC80624F17D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CC0219A-61A2-51D3-9779-B3FEB8511EC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DBB79C5-DACB-F0D0-6B07-6640233E4C2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23059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9A2562-BE73-98E0-21F9-C4E965DB83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56EC305-194E-D36B-F78A-254A99890FB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C842242-17B5-CCCE-476E-5CAE20B76D6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ED12794-7E0D-CE3A-E16D-87C93710F71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D78872E-8757-2F01-3A3B-C02EE031C25A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578C6B2-354D-43FC-910C-6253D9824F4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B0E29BB-948E-7797-9CF3-9B2A032EC45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2D8E080-1B36-D699-3F09-9B53A4C8A89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952B62C-B713-907B-1F8B-71696A15BA4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1C96274-2E23-4383-8E1B-888977455BC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D8F1B7A-0DA1-4F81-93F8-9A04BA32867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E05EC89-8ADB-387B-B60F-8C3B43F86B5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E1A40BB-DA52-74F6-8FB3-1050161652F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054BE03-2FA8-BB99-AA5A-54D8A60110A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1E3A158-1A62-5C61-7CAD-EA6C91D02F8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6C64E3E-1509-6910-D61C-16EC7FCC484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5B21037-B434-67CB-2118-4A11486294F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9AF9B02-21E7-C1AB-0398-90FA94045B9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2846D7E-D4DB-01DE-F8D5-5D739B1BA9D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AAFCD3E-1AD9-E004-1AE5-F358FC140274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E819B68-F02B-0095-AE1D-584517D039C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F2142AC-FB46-6265-DED2-E1A539CAD59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C31877B4-6D09-5FB4-469B-099285F8779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4261D9F-8DB8-FACD-CDE0-1797473264F9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F0B2063-B5B3-CEBB-C26E-F5A8B6D0C89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08DE6A3-5F6E-F863-3B63-DE98BD1EF99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25C03A6-D47C-8C38-E38E-07BE8B8E334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58EDCFB-2B10-46C0-AEB9-BB0F38E998A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90CCCA3-C769-2E2F-98B1-D23D570BD9E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EEDDA48-FC25-FF44-9A74-A10231A7592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85F1E6B-2D50-6231-9C66-60359E9B691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A919278-94C4-18DD-BCCD-584EA8D871D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58F6554-71C3-9C2C-5B43-09322935C48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C507A3B-925B-0F21-A39C-04563A8CE34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7ADF5B7-487B-E618-A6F6-ADCFABEBECE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2715F45-D6C4-4654-AA87-F516ADE7F2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FE9FBB5-4B8F-2766-3B8A-417AE78DCC4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EE5AA0B-D338-1722-5BD8-C60A81BA371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6FC7CC0-EC2A-D207-B500-12FFCCD955F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B5C1216-FB34-585E-9093-4282F8D3FA1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439FA45-B1FF-7838-7D6E-4C0B5A8CA99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0313454-FA72-1B8A-F775-93F2F631F13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F0BF623-5A3D-DDDC-4C0E-C2A5DA4A46F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B715963-E32A-E700-1E5B-44DAC5DB10A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44EB036-835A-F33B-FE2C-DE9B4AAA31B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C4524A1-7378-4EEA-867E-E0DFCC0CBBD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A56F48F-F18E-6E6C-95E8-2DC9F4FD4EF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75A2B42-859F-56C6-8898-27F8AE5FD27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FD0EE23-F7EA-0E42-882C-400660B2698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92231CF-1700-A294-FBA3-42B1C3D2E9C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EAB0C424-7383-BF60-3DBE-FC98DEB469F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08FF006-73CD-DEE0-8CAD-91A5FBB99B5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79A1922-6008-C0C3-6170-86A2BBEF7D8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2DEFA2E-B094-6DED-17E9-64FD579303D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DAB5D6D-5C50-6832-6B64-6E0F8522B3F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A6A2F63-BB3D-E984-3B72-97C29DF98AF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97E5D2D-22D5-E3AB-14AB-CEF61EF7DED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A2B090F-2A87-DE36-942D-99A469CCE35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04B45A5-C725-F920-F180-60757F5BF1B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4759567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09958B-CD21-96EC-3867-634188D525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A7629A9-F643-ACEC-7116-E2478F41E95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6316941-2006-EF42-9343-EFBDA561823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7E173D1-D783-1E75-2F52-780EE75423F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E4BB2613-F9FE-1148-073D-713D76790052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EA8DFFF-A9CA-C164-92FA-35CB1EC9A39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63D6083-8B6F-6646-F030-D1153C663B4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EABDF3E-F9C4-49AC-6F5A-C159402ED45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73BCCFF-349A-B589-D88D-7AE7928022C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18DCB92-7343-E381-B24E-A2E7414CFE1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916AFCE-A82D-B659-0BB0-7F0230EEF77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957CC24-0177-E8BD-D0C6-ACADCD836ED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05FFBE5-B201-5E1C-F221-6BB4FA5FD889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043F391-8C76-88CF-B657-F27CA8EAF11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A32AD52-E5D6-BE2E-6C83-F01D1FECE9E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B02894D-3AFD-1EAA-7BAA-294C2206ABB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6946138-147B-5C2D-19B2-A752493A906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79996B0-8ED0-A726-ACB1-8345454CB51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03BDFAB-70B8-F8FC-A99F-8250C775D82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ACE2898-2231-B755-1942-973D76145F5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3451154-1D5B-2AAB-D3EE-2EAA165EC83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0D78A7F-4128-6DAF-4743-3E993AF2007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3940D73-A661-69DC-5D8D-41C5AC839F1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4A38E75-0768-8E5E-B07B-53E644FA091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53B99A8-A972-C6B7-5165-E41584CDB0B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F1CE1E78-CACC-F981-FD9F-C7AA231591A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98FA1D5-46FB-9530-77E0-51B5C27E5EC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A0234FD-7799-5FA8-7C80-00DA5B1E432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2B2D586-0C59-8A93-31B7-49CC61C0CBC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CAE5051-D348-FA7D-EE0B-6D4D6CF663E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AE5F944-6DDA-5310-47F7-095A3CB3D5E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D354AF9-0325-4182-925A-05034AADEE7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FF6E270-DDCA-C1DD-86C3-A7617B6AF70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3560D8F-AF66-15E8-3912-F6304BEF9B2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2BE8A8C-9D8E-68EA-8309-93B4BE1A1EA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3302BA1-534F-4DAC-149D-37E164FFF5A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048EA29-515F-A3FF-1E22-CAE0743A68C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DEB2B41-6153-CCC2-C83C-84420E77011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9678479-D83D-5F7D-2FC3-2DA4D8A02C2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3834B3C-5EEB-E9B2-E21A-373E6EE413F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A74DC55-E69C-8447-1E85-9D893988D2B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C2453DE-0149-FBCC-F5A0-364373F6991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D0CA5B2-A600-FEA2-9FEB-ADF397C204D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DAECAAC-DFD6-6FD6-8B9A-B5F4633145D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AB0E32F-A307-50F2-2ADE-93E27967268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39F9A39-24B2-6718-D8BE-964CA708CBD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C996140-8ABD-CB11-6196-CC5774A26E5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074925F-9D29-DED0-DBFF-08BC659E1AB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86BA605-0241-8D40-3365-22E343B46B3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015FBF1-6C52-360F-8DC0-2202E1606B7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2D858D8-127C-5C6C-DD95-23DF708CBE8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8E30D22-E0F4-F2AC-6CD2-9C5A727EE9B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BEE7523-BFC2-722B-6A5C-45D5B9CF370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F8BEE19-5626-CF02-09B4-C8F71E73F21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EC59808-2DC5-1315-1929-CB06206ACF2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2B6814D-1B2D-9D8F-13B7-BB24379442C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B088B65-589D-13D2-F988-DDB2EC7C49D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21AD70C-1A6B-7E6C-AD73-E128C4FD5E8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7C6DF52-088E-85D5-E954-F6B0D9DAD6C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4949954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6660A3-3565-62B1-21CC-041E6A2AE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C9672E3-F2CF-1784-B488-D31E837B74E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6277027-3092-1679-50FB-FD8DB6F5B08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417252C-EAFD-D359-6009-5EE4D458E3C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28F6304-80FD-6EA5-950A-69998E9851B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C4772AF-ECF7-0EDA-D2B0-722FD061440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BEE6C46-BF9F-C874-B0CB-A296F040C6A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1B6C2AB-13F8-DCC9-8050-0BDDAF51A20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555C036-7CD1-B1ED-7AA8-12C503C4555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A44264C-114F-534F-4097-48E46352C86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1FC300D-6A9F-F1F3-8B68-5387B73569A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6F4E2BC-7C84-7E02-9E22-ACA3D159528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1918564-939E-A5E7-72EA-BA559E71191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1764427-0210-229A-49F4-41C212FE5C2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2E917B9-7FCA-2D8E-CFAA-97FB8EFC0DF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A2D32DC-2A31-1000-349D-62FC9626F8C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D3BF1B6-E41F-EE3E-8933-DC8D158804B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7482AD6-EB7C-3354-4AD4-73F3083EEF3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213EB1D-2D04-E682-FD98-6E0053F6B56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F084DEA-749D-935A-2821-8297B6EC7E3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A89454FB-12B4-8478-D2AE-DE3D2D237E14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332CC7F-6800-9121-493C-7A877D2BCC36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C56F71B-CA1D-1C5B-EDB8-B59C66A7CB7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B9B7679-B8DE-366E-90EB-7DB0FD921B1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C17A6C8-55D0-D5D5-119D-D66584DA532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C1558B10-1D7F-44DA-2A58-827B73A3C41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0AB375B-3F57-23CB-8DFF-6C0D05FAEC7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E79E9C3-A478-58D2-4EFE-031CF0FDC0B3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42594BA-C7B7-35D8-C316-4B81BDF89A5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7225672-D177-4528-95A6-641BA7529D4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7B83A4E-FA60-822E-4062-48729F4F0F3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A39E780-E8D6-A6C2-37C6-19DF4B38148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90CAD65-2C1C-50C9-B1F3-8D57CBB3701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D196FBF-3B5E-27AB-7FC7-19DD417059A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09914F7-5AAB-566A-B01D-93954125855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00087CF-295E-F642-2264-83AB385FBC1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555FE2A-8F98-7293-B016-82C74AEE30B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2E8D9F7-731E-C55E-6A3A-9F1502230F8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C31ED98-AC71-53F6-6298-70537174806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D37A490-949E-2EF1-6AD7-EADDE096C01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59BD183-2161-3A20-8B90-21BA57190A7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1B47FEE-4E02-E115-65E5-CE6E9DE7863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413DA21-2ACC-0F78-A509-27CE1BA0880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769079C-CCF6-5BFF-5C88-CDD734EB1445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F10BD87-8D04-B4DB-C7F3-5799898E780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0CB280F-E377-45D1-20A2-078E64E6314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742402B-2018-2EF4-866F-D1E587877D7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B6C1457-B470-91E8-8C59-ED191109B6D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20232EF-2758-74B9-77D0-6871550E7B0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D677E6F-7D99-3819-837C-6053DBFBAB3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F778A7C-0F0F-CF4E-B4B0-C03C7EBF4A1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F5869A9-2925-E7CF-2B71-16CE1A3D577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500E3A2-9963-A9A2-AE34-737B46081D4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9B6478D-D91A-3E8B-7DF1-F369F1BC0C8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0575BAD-CD69-BEF4-2CDA-6AA24706B71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03ABC7F-AA8A-2AB3-139B-F22BFA0A306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2F7005E-F038-9C5F-E3C6-9F6A6EB222D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62A3A8A-5DE8-8475-E3C1-71388C17D7D0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2F0AAF5-0F59-51CB-8CB7-FAF34EE91C6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40776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59C19F-7831-8096-0F48-C2B58C128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55799CB-DBDD-E4DD-8F60-43B9A6DA166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6BD587C-9FFF-7003-0192-6FA007A196F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0BD8533-297C-2BC2-A0E0-A9817F7C928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1AD9D4A-F877-7EF9-3147-BE603D8A4C8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1776762-8BB8-CB50-34CA-D0AE3522907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4F04A21-61BB-5355-1550-BEAACFE40D9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82BA4C8-4C19-01B3-C0F3-E2B771E77C5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51F9D1E-6CD6-4276-4600-C6B413B82AB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92E94F1-D176-5C92-12F6-768D87AB1E1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52BE2FB-E764-865B-4A88-C77E898C81B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D8AA9C9-5AE8-02A2-49BF-3E33305AA83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F45E373-AA7B-6EAC-5F84-D269D962A3E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8D0B641-0758-6996-7D2E-99399177CC69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60AEDA5-8101-0BB9-470F-5B22E9AE2E0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0C4EAA5-328B-14E3-17CD-D7BC7C634A4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1DF74E1-7A83-2FA8-BD37-E2CDF130781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A92F25D-9090-DA69-2A00-047E7701F24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2B13EF8-24B4-1C25-BC4C-4AEEC27E38D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5EF337C-D8A4-104A-7754-D2A9137C492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0D39F75-2801-77E6-2189-AB229FA2819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5A98628-0598-9B6E-2610-011D5B7358D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46E4811-EF24-E478-64AB-292B69AB0E8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ADB642C-D2C4-6F33-8C67-10A6D1D5625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9985BDA-22E1-6573-50D7-5CA2EB970C9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9D69CCC-3586-9064-E0C3-E57A9D4FE35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2264BB1-8DAA-F590-7670-BA4DCE818D7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54C563F-2DA1-305F-D2DF-47B9420EC74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A157D55-AC43-2E1C-29C8-9BAC786135C9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0E932A9-2B18-EB5E-551E-04976C63C79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996B7C7-F208-2960-B3D6-A376111820A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D5D0F7D-E944-D7AD-7D1D-A381781198F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7103D55-DB11-5152-A329-B6ECDA0E1365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58B73C7-F86B-E5FA-376C-98CC3EA8181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36A13DD-356A-3629-2135-FD2AE0D6758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9B347E0-3528-9C07-F33A-98339716A0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D42B9BD0-99B5-ED0F-0C8F-34231EE4488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C663CCD-24AC-E057-401C-EDA973DB852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429F699-A841-7183-FC6F-C17FD06A5AB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C1352E7-3F4F-74A3-3411-19B7A73A15F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74E0EB5-0224-F189-D9A4-F1711E8A703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B2DD9EB-A79F-5736-2953-52C446FDA0B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212A3BC-03D5-EDF3-7C26-1840B59ABB5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D01FB09-62B3-85B4-35F4-753C2484A8E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8AD998A-8ED7-4A96-2ACF-2A8C10FF9F6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260EB80-3E7C-A429-472A-CC2C92EA8BD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16447DA-B94C-102E-12B1-E881402C6B9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AA570073-9E00-D0F0-72AE-EA9F28AEE6E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419D3E8-4F11-75EE-0317-13F80611B78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E660E43-AC75-345A-42CA-6ECB14B3067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B734EFF-7D42-FFFC-9C13-F06283AC08B8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FB78A43-81D8-F29F-6357-FFD679FBF55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70F7213-AE37-1F3D-2AE1-F47FE5B2233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E3E4DE1-BA29-EB13-A57C-2D7B68B6082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2AF77FD-484E-D3EC-3FE7-F8B897F3CB6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F140757-44B1-21FD-F8AD-6BF6854AE8C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A5BF330-E23E-6D50-A3B0-DE1B88FBAD51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E5BCADB-48A6-4F7C-41DB-BCD1F994BD6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F1A6CE1-C2BE-D970-2DA3-BEFB2E192C9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354376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607376-A6F8-110C-EBCD-D8F9D535F7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B149B24-FBA0-5603-4CE5-7585B28FE8C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11DA512-187C-6BDC-2D72-4F634B4386D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489A22D-CC95-9288-2913-22F75CBEA37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6192EE2-FECF-B8CB-959F-A897BAE4ED5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0FC61DE-E305-2FA8-6993-88FA24C24FE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E38C986-A5ED-7B85-11B3-C6E8F3D22C3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3D8BBBD-02AC-4101-F363-AEF86B91ABE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B7DDF7B-DB36-5B27-E77E-C71630C160D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1DC3D50-4901-C7CC-75FB-0CF50418472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C006E43-43C0-24B9-552E-7760EADA735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F2A7AE3-FF57-2ED1-1FF2-2A22C0ECA14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DEB7AE7-E5B5-A599-8896-BAD9586DFFF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F8510D9-D42B-D133-34B5-290DF4FDE79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769EC58-3281-5C86-89DD-7ADBCDF6032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1AD05F0-5EEA-A9D0-2166-4849F0FF33C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24BD585-F520-29E5-DC4D-9FD8712C43A9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C88A036-461B-8195-10F8-E105E798593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3D93515-6BBC-D995-D544-99C9724BD0D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E97DC3D-3E60-4C86-1227-ABD69A82112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B5A7883-1143-9C2F-F8FA-E6E6F0E1F8C6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A07F21AE-FCDE-B847-ED0E-FEBEC78160F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383B316-C18D-04D7-5419-F00D127142D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633AB177-213E-770F-540D-E9A97117AC8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C822EA2-8F51-3FA0-9BA9-C229FA385FB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661843A-144A-6C85-A2C4-00D16B144BD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AB624E6-075F-5992-6ED6-3709ADE694C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AE134EF-6455-E6AC-0C56-AFFB2FCB217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2A2D0DA-AEF0-890D-E8C4-3EA84603827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E9F7EF2-B9B7-8C3E-F2FF-139251E710B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DC9FCF6-7ABE-ED56-CFF5-93A97532487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23A0BAC-F553-D3CD-7213-1C3D4702EDE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4718337-37BB-6A2E-D6D6-7B18BA2C17F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519C908-959C-E5F5-BC10-A435C189129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F8EA74F-2B37-DCDB-3A45-97EF226F880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4EEEE27-4076-CE28-E0A6-34C0F02346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EC567AD-1700-1B14-FBAD-11EE28DFC2D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1BAAB83-8ABA-657E-1704-74B4A470E0D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574E5DB-7FBE-D76A-C3D2-A094D524AB4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FD40BA5-7CBE-9506-99DB-E946BF22E1E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DDF72F9-9FF0-23EA-E4BC-D45E21B64AC9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CC15090-F8E1-685B-771B-271CF1F5EEB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E8ACD6D-D392-96E0-0C28-4A5C1FC261C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8C6A350-C9C7-A433-2D63-F6B605C5C52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7AB08A0-7C77-675C-6950-3D6AB3EF521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359D9AED-36D6-3280-A123-3513E8E8677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96D6791-0F92-55CB-6D34-0CCFFBD217E3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6A4D051-1BA6-0A22-BBC9-127A05AEAF4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5C5610B-935D-C28A-D7A3-C1360291795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80C61A8-3E7F-B557-D4AE-6D4B7233062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95A6D64-9769-D1EA-0D70-C6355264659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A8514B3-9F6E-4464-6F8C-0781914628E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F801AA2-B723-8D03-E75D-CA80655E94A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A8964E4-0442-489F-6CEE-25101EACBD6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386E54A-749F-1F0C-DD72-E1DF5022E28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F5A97A3-77F8-2B2E-7752-8D82D8DDCD3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C77BE53-47E8-BF48-F705-BDFE312743D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896BE12-F325-A13E-458F-3BB7EB5EDEB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9F2E6E0-6ACA-588B-1E0B-22A96A7B30C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6491424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F51804-0384-7AF5-C8F4-7033612AF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33C04F1-7C44-125C-2C43-1DBEBA25D15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2E909C8-FED4-C9B9-5F63-0A4A4CEB934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32A1FC9-E8EE-4E8A-21F3-92E56AF275F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EAE2C32-D5DE-D367-DBCB-B7036F94DEC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E309F9B-B8F9-0CF5-E8FF-E5DABD11731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07C63EB-626C-2733-7757-6B5BF17092B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18C8E89-B650-D88A-70A4-F5AB923CC6D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0E96E6E-F8CC-D381-951E-382C18ED46E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DD08359-42BA-F45C-1CC9-73F98097394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8785FA3-A675-EB62-8603-6645E76F392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1EFBC44-4078-EE1A-0E7A-8A6719F3FB1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D43181D-B661-33B8-E3BC-CAC0DC261A9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C150BF1-9512-911C-6E1A-5132069067C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D61FDC3-FD61-78A4-EDA4-224BFD22B6B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296B828-0CF8-3036-CD8F-E5E7EE4D9F8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95233570-3E9B-FA67-E62C-20DC1E63E29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BC78EE9-003A-388B-009B-3D4C9D0CE9C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C7A8975-7BC7-B0F7-F3EC-07F5A3C0E63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31D96A3-6A95-9002-2BA9-28420DFA3AA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F928EA0-3AAE-5031-188A-7369C7903BA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E69E713-DA01-78BB-F5BA-8CC31A704EA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F59FD52-6DAD-52B0-83F0-DF4BC5731B1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7EFAE7A-9C50-EC56-E4D7-E824C5E5E90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FEEC11A-62A4-09E4-F6DB-C1BEDD36278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152C357-033D-953A-07F1-98B07F1AD61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461A543-BEF4-F3A2-B5A0-8CFF7019013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FE5D789-8904-6081-A0BF-DD9A678E808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8549434-5961-3524-A38D-BE2642F7DE6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8D19E71-C735-E5FA-0CE7-043ADB9E77A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444125B-DF6D-A8F2-9B6E-D8FD9E2D692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C490B76-3ECB-41DE-B150-2199B2CC02D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AD8FED3-DD80-D7C7-0C7D-750C12F842C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2F116F44-AB23-EC2D-91D1-52BED72C3A1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CBA7165E-BA17-848B-9A80-474E5485EBE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158027E-1631-8CF6-47E4-CBD2CBABB2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20D9905-7172-B396-1675-15CC3898C4D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F0CE1BF-9E7F-64B5-BE04-16ED24BC3D7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460B9B2-1A95-192A-F36C-61900597B88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67874903-13D7-E5D0-C0C7-65E6584EBEF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01B2E8B-3A8B-21B6-D8E4-CC43688C668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7F1FB07-629B-4FD8-B0EE-011859F6F97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8F0432E-ED28-9887-B945-13197CA874A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BCAF3D6-0858-12F9-A715-99FD4EFAC78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50955A3-3188-51ED-66CB-0F856716C69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6B5EAAD-40BC-0483-0C54-EACC730BB76B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FA2BA04-CD14-9F28-11B1-4A6905CBD6E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CE8C966-DBD5-8923-CD2B-6B2190A3455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B40254D-1542-721E-2EF8-9C3E8F69C05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BD1B968-CF02-10B4-1D1C-4EAE79C959A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3BC823F-01C8-B50B-B27B-5C64111B828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B05FEF9-B8E2-EFAD-25D1-081862FBA4D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A1B84F2-4ED5-3557-FB7D-86D1137CB9E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3A71D90-148B-F725-F837-0317B37D4A9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7E7B5A5-02A3-CDFC-43BF-D22D1EA708D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05A47D5-6C11-DFC2-6420-DD3CDFABDB3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81EA805-BD32-9B9B-AD7B-AB7BEAB6BEF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5F50E82-6EB9-3BC4-893C-BEB28371B27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17DE8F0-0229-0F0D-945E-E87F7203FD1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33417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377AAB-2331-D747-2B71-1E67A0A497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0722226-6088-CB76-359F-BE189321E64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7405F15-2430-889E-B2A4-00C299BD6AC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52C6F18-823A-3377-4096-9689B097656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D26EF4D-AE06-4B6E-B4E6-E70B4908FE4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6358FAF-79A6-626E-661D-C46A93F5AE3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E2EB3C0-A406-814A-F81F-B486FDCC36A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FB504CE-16C3-5642-449B-467C79CCF20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4644B69-0AAC-8EBE-C06F-376B9062EE8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43923E8-700B-B95C-5610-A07E6C6FA59F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CEA3A11-ACC1-F7B4-D43B-E8DB5CBD0BE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1484A50-EF57-B728-5771-11229A8C58E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282773B-C067-FDEF-07EB-5B8BD72B0C9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22049BF-A8CC-C634-81AF-346E29552FA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F9556BA-A8E8-371C-F6DB-D37A8B42E27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C0173C3-26D2-7592-C958-D6BBB58A900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1FFACCA-E2D3-FD6B-AA37-81F32FDD321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F8F3FC4-073D-AA80-0571-30D9583CC28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8E841D4-5DAA-81E0-54D9-B5C813AB2FD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7217641-B50C-F21A-FCA2-458AEC0AA66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3B01A76-72D9-809E-903F-DA3614E9678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C4E0C0F-3794-FF77-5130-AB326D53C78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2E526C4-AF49-F70D-5D0E-2442E29A8C0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154EC65-7B4E-13F7-AC56-DD1B50EEF0F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E941303-6FE4-FEE7-0C8E-91CC76CF31F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DB5827A-D119-24E6-1E33-B4DC8836CEB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98A754C-50F6-C5BF-248F-1683C8A5C60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A0A11E3-B204-5D52-1EBA-02A7CCA838D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C10FC43-1C31-1DE1-FBE8-28648378D61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993E460-EE4F-3FEF-00CC-0C5CE6E053A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DD754AA-FA92-6E4D-1FD9-3B12D01C17D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BD5A298-A062-FA8C-7E56-1027A7E6E83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BCEEE82-DAEE-C288-FA94-9D5F15AB45E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3E9EB47-20F8-4C02-BE50-92972BDA96A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3C6DC40-2D73-A5ED-2706-1CD3634FC1D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99348F4-4430-8C05-6373-5E4D3FC87F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F16F382-ECA7-6D73-B80E-28EAF5BE841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8A27BEB-B2A0-B7E7-3BB1-FC1A15EF691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0F27E55-DA9E-A966-849D-53FBB8D03F0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AC39A89-F4FF-912D-9A40-C12ED0C7F34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39518CF-E098-0E0A-4AC6-98C8D3B14F8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F6FEB5D-EB2D-FACB-D3E9-5DA7EE15CBD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6D3EE73-327C-F49A-C29E-D3358041CE9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6A9AD40-ED09-F866-6554-BA448A6C9E4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8C06067E-FB85-41D0-B674-88D1B9DCEBBC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F6E97F4-3896-28D1-4B5F-4789965A4B3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F59B16D-59F5-539E-AF2C-4A34D5610A3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FFAA54C-ACB3-87EA-4B0E-864831D7BE9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5F8E0E0-4F06-BCB6-4BA3-21E781753A51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595F441-5E54-3C7A-9194-1A2317BAA566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2B6A266-3AE6-6D4F-E3ED-814EAAE745E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E295307-56E5-058F-FAEA-01166CD6059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932FDF9-0279-B860-16BA-81E2EB81D7A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196EC72-F8A0-1F21-AF8F-23E7D837EEF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159C964-EC4C-2D22-13EA-0F97279E050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09806E9-0055-C40A-AF49-9B66D20BF79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879D7A8-8818-D67F-3F5A-37A4E154F08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C4C53D8-A732-A9A4-070B-2C2C4884B7B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B32F91F-2840-527C-F46F-6849CAA00F3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0743055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4924D2-BF5E-A2C4-1207-BD5AC7EE80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92BF482-0397-5943-A366-98AEED06E8D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F5AE3A2-21F8-8AE4-27DB-50E076296B8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81C83BE-B539-67F2-980D-878CD603D54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0E674696-57ED-9F11-66E4-8F1CA2556DD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5B1DB94-5A39-BDFD-DE01-F442B551D09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F02E419-5713-F367-DA88-C429456C6A2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B7EF57A-D31E-C5D0-2ED6-46E88B754E7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F31CBD8-73F7-9785-F0D7-B3BE4A18231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CFF6AEE-27F3-4A69-483B-126DDE50748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10A3383-F5AD-CFB8-B3F8-0E604BDBDC1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C032D950-14DC-EA7A-7E72-A43D8856BBF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E19456B-FF8B-E34C-656B-5CF50E45329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5EE483B-8BFF-B32F-15DC-BF3CB5678F6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EDF431C-5DE5-3BD6-2C3A-6B7910DB821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DC8D86C-77B6-1BA3-4084-47BDFD820B7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C404BE4-5054-6F96-83B0-86665605B5A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465201B-B8AB-0CF3-A7BB-90A658A77CB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556CD68-9C6E-615E-54D7-14A611CF95C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83C787C-CB90-6D99-AF85-4A6FE6A2064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CCE8355-0B57-9E51-0354-24383BAB792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6567529-1264-6889-FF15-AD1C8FEA87D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3CA73EA-F653-6480-61DE-3A869967022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BF6020D-694D-6E78-46EC-BAE53CCA9FA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8704838-ACC8-B0BA-6749-E65E180AC66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82502920-2949-EB13-C359-112FB7CF4265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16F2BE2B-6FC1-33BE-EF1E-C20D1ABDDE8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140C802-ED43-11FE-98C9-95DFFED790D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E7E9140-7833-9A7D-FA6C-9EC4FB6A575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B302B60-57FE-9250-D679-82B3B1D0BD4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E612FA1-7D5C-90DD-A97E-247BE6EE491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0534A6B-D663-EC9A-120B-D17642C9A7D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ABDEE1A-DEFD-372C-D8DF-B7C67D93B7B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557E4D4-7142-3812-D88C-A0699A4E643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0EB5E18-7E90-F164-D95A-59684C545EF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6882802-75FB-C09D-D557-FE2B1BD0D0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A40DDBC-1E7B-84D3-3C96-DC2ACBC9643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ADDB656-95A7-3B0C-17BB-30B88FC46D9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F83ADB7-BC25-72F5-B272-721BD79BF1A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CCA3541-4ABE-2392-FC5C-30B44E36875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22EB30C-C7EE-987D-E580-F0F095ED552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543D8A7B-5762-701B-7604-7ABD4F4CAE5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CF06759-942C-480B-5BBC-2040CA6E146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C6729E7-0D39-EA02-5E8B-81015A4959E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99563CD-AA90-2EFB-C153-9C030D05AEC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1D2651D-625A-0D9C-85AD-0DC4144DDAD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A5BA415-5A00-5176-D2EF-B39DFD53764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B52F8F2-D965-03FE-3E46-8CC1AF68BBD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B6D6493-6B0B-4C27-1B13-BB1D4D53D0E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41329B7-E056-F05F-4C02-B85B1CA9E07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70F681E-138C-B21C-1B45-8EBECFFA14D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B6476C0-6104-11C6-4699-20AC7FBAD0E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A1F2FB4-948B-70CC-B48E-FEE348B8BCF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29967B7-BFDB-C8A7-388A-1B231EEF0BC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322FF2E-4D03-AB76-832F-DD9A20E68FC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4EC58CC-56F8-DE7F-BEE9-CF719833D583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B58C9CC-6959-BFD4-93BF-EC4B646407B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2837648-BF4A-BEDA-5774-BA3C83047DC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68EE7D0-3126-AD63-0EFC-3532E845D27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4649708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4FE2EB-90C5-3129-EBFD-4C3C2FE612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73FC00F3-DC04-E55E-2038-18CE226F0A3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D7DDD4A-7A25-ED09-945F-18C597C89C4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A8EFA0A-2E40-6005-ABE1-C36FF4E3CA10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27972B3-2BAA-AD08-B2E1-AF0C02F61E1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5D03B3F-3D68-7774-718B-6EE083F31D6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8AF73A2-8A82-875D-A922-9B812ADCA5D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553E4A6-79E8-3351-A86D-8879295A09A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8D26EE3-7562-9C60-09B9-EE415FD0B6D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B6603DAC-C551-6578-28FE-2BE70A2A2F0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4D5E77C-4826-A486-8982-8029BB37125B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39CC411D-88E0-7BA0-2E2F-960C4B2E4A0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46AF8D2-BD39-6C4D-C7A3-4D02A700BEC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B8F5827-22D7-E4A6-2B1D-D3A8BE81FF1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1D84036-1ADF-DE10-C487-4944712D5E7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4E0DC00-889A-0BE8-42C2-87FE995C98C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CE9F6E3-1EB6-65F0-3999-B713425A7EA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0ECCCDD-2A25-3FF9-BDBD-A000F2223AF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AAFCAB3-BFA2-4665-92F7-189D81A6108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18330EC-E3E2-95DC-52F6-24118F0E030A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B0BBB82-5578-FB55-35F9-44FEEF680D0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4E438B8-61B6-DDA5-D84B-1873863E818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2E6695D-2C7F-8F79-7334-2C53D442F331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15BA6A6-E7E8-64E7-1678-401E38B0F8D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AE4FBD2-3DCD-F30B-C292-0670D079EA5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D352F2D-463C-6354-A880-3F7A63A6E81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05DBB5E-2244-4F32-2B54-E0C816B2BBC7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DFAA11A-30D1-03FA-9D1D-A42E962793B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4D9957C-F24B-2DD3-FA1F-35CAFCF7706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014A699-8D4D-209C-B025-A4795C51743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583CAF7-B499-6550-D33B-6FBAD349AE82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267F6EE-0F15-96D3-D92C-0424139D405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AFC1D8E-EAF6-100F-1B3D-D60DCA407A7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1C3E00C-694C-01FC-D269-D3638B7C5FC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64A8B86-6AD1-1D6E-2235-621E9ACC176D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05C86C3-388E-3397-C249-ECD4754F90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3AA4AF3-02CD-2299-A0E7-E35C762AA6D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45C06D8-E94E-E267-4F13-B4CF735F78E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B49E2C5-1533-50E6-F9D7-80572A53207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B05DA23-95B0-2863-9830-5D30B60D023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BEA5E31-A156-AD37-473D-06F0488C4BBA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DC8DB73-1E61-5B3D-4931-C37F97A93EE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317708F-333B-439B-3A68-987409991D7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3AB939C-304F-9F9E-DA56-C79E983C640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5B1B93A-9839-DB27-DB20-389DF99A9CDC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29653407-7192-8B43-E632-D9DC15BEE8F4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D31F232-6B3D-2828-0595-C6A29B30E90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36E5592-A832-5F19-512B-7D5FBD6BF09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702E959-6BE9-35B2-6468-8B6BA9DF3B0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1E01B1E-DCB4-E7AF-5B98-05E89A1759F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030CEAB-FE3E-D441-1486-321382022D1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9C7651A-A07F-59D9-8251-3D1C5CD48F6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6B1FB72-ADFF-BFA4-E72B-CD958D8AE032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5ADEAF7-CA78-E776-154A-D811D617367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2827597-D8D7-28BA-BA7E-CE287EEE5BF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DEF6688-D57B-D1A9-2B6F-8D1AEDD7426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A9F5EDE-20E8-2B1D-34E0-7E2AB1C968B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800EAD8-10E6-0E85-1924-9ABE981016C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3CA9844-6B60-D104-60A1-48E53A6C47B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60337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A9324F-8E34-1FCC-0853-A0F5429004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8076DE6-682C-8A7E-2BCA-C4AC6850670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143CDBD-FD14-7CF8-D881-04699A76965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2A879EF-3B1F-FB36-4CB7-5A932760975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482BD91-D208-6A7D-EBF4-182E6BC6154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6E62B4F-2D99-5EE4-CCD5-6E528CCFBE17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47B8008-E6CF-63B2-CD73-0E55D7464CA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262F48F-FD81-E8A7-9801-8C1A91E6DB6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37E7D14-2B92-4422-DD08-E46C0E0C9A6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0AAB6E4-56FD-E170-C5BE-36EBF59CB49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40C1E7D-8DEC-C433-C2C2-CB6CE0CE1E0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E8324CF0-FCE6-4B99-2E9C-0F657B331A4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F190C43-34A8-A920-9C5C-2842988E3F2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F061591-8AEF-5AC2-360A-2E8D0ACB5028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A0C0E2B-AE40-77F1-E212-5833894B877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F455167-6C1C-EA67-8443-32F4040D978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842E4EE-F11D-62C8-933F-C7D4BB34CA5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62F7F225-1585-9CC9-FE2A-66A76D24066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958202A-7612-8D6E-306C-B8DE5304191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1B35A4A-7BBC-D187-7F35-D7104D4ECEE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C601003-F378-A556-AD98-82DF0947ED5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1A0B2D1-B890-FBD2-B8C8-93972E57412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B9BDDDB-22FC-9328-EA35-F05A9369A83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11445B5-1FC8-EBC4-1CFE-8A86CF49390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AB647CE-AA93-200C-3A14-C05F0ADB11E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D47DD4C-846B-A8D9-B631-74C2060EE74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017D47D-2C91-6485-91AB-2DD337C2605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73A55AB-EDCD-C1AE-E5AF-625189DBB6C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C756F39-3FD4-6B30-2C01-4507DA6E553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C08A336-3846-54F8-B354-B790374A23D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98377FA-80B7-C3AA-87A2-E43563131DD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3736F6A-C94F-1FD2-B500-5209F22085C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4A06147-E5D4-E043-4803-D596C4A303D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8030C40-6E03-7BAB-FCA4-756302997A5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A4E2025-3124-4BEA-8653-4178FFED68D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09DB4A7-60F0-858B-A48D-7612B3502C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C40A626-6ECD-1CA4-B1E3-EEA4CF7C73E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272B094-C1FB-8CFC-0EF8-01002AFE026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A563F1F-C97C-22EF-1995-F8BE0BEBDDF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C3CEDB2-B91F-5AAB-FA85-394903421987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0362734-5F1C-0E85-A70C-B64ACB0E3D5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9131F08-E9E9-99A8-6B95-EFAB5C96B0A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30585E7-6C94-1469-99D8-A5C8A0B6249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19AB23A-D395-A9B8-12AA-067701943F9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964A474-57B1-3101-D16D-517BB0D55A6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48A26E1-0CCB-B231-EB52-4F73CC9D8D6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175954C-93B6-D45A-03A1-3861C4A5CD49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0122291-9641-6CDF-2052-087E489850B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949E597-2A34-92C9-5CFC-E30E1DF56B5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CCC2BE0-8325-ACF7-DAEC-466AAED1D0E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5E961E18-56D4-A31B-E75E-AE0756F0FC6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132727CF-2320-39ED-34F6-A6CBB183700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5ED1732-7BEF-C21B-F37C-26536EC8CEE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002EB2E-2F8D-5E01-2719-E0467C9FA67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341E592-259D-7A53-6359-3ADB6BBC9BA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1871DA0-FA11-CA8D-14BB-5C95978F4CF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67D4710-F09C-199C-1AB9-009070980A4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A51E32D-379E-6CB6-C39B-CBCE001E7394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22EB9EB-DFBE-29F5-B8B6-6E317EBF91E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273172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7A5519-83D0-D48C-1075-5ED266BDF3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790F4E8-7B5E-E7BB-CBFA-42A255E81D5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CF67E1E-D807-95F1-6269-F654451DF80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A35AB47-E155-AD3B-4F74-D5D290F9C94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AD8C336-4083-DFF1-8474-274DAB73EEF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1593F44-A65A-26E3-A299-682E2216BEE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0BDA9E6-A574-CDF0-7310-B35DC2BCA0F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AD8D6D1-3F69-3B2B-9C2C-BFFF1809C00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32A490C-7E16-EC59-565D-73CE79F8826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2259048-217B-41AB-68E0-EAB88BC3C29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22B004F-3E75-D04C-9752-F0920374461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69317E2-7F28-AC56-2DE2-8532A2D67A6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4560657-38CE-CBB7-83CC-FE23E8E20BF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FD1530D-483A-CA35-566E-3884DB6EA21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2AA504C-E9D0-3473-BFC8-1416A56E436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13E04C9-8F65-59A9-0707-0520CBE3863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F9D8808-03E4-B41A-7FA6-317CCFCE864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565F9D9-E325-86E8-B78E-736688D28FD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BF9D4F1-5226-21EE-08EE-274CCB9A8C1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96DE341-4112-1FCE-2DF6-F8063FDD9BBD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AFF7ED9-4E81-D541-1E69-1C73341A2F0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9716E56-167B-DB8D-923F-68A2B86EAEB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5A3E5CD-8B22-1F9B-CF80-3B79D6DB045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62381B3-F45A-BAD2-20F1-33C5247FEC1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B652DE1-18A6-105D-5E79-711C0C96017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F9E4792-D22F-51C7-FFCD-BE919FAC65C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CBAFFE21-CE58-5C5B-A153-13915487EC6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2560E47-7F7F-9B78-CE75-AA9AA70B8C4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3212AE6-68A9-2067-B2B4-A7FD9C3AEFF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E09B2856-122B-4625-EF58-DBB6DDB3190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1683B50-5144-166F-FDE7-9B033F758E3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F221240-BD2A-B50B-7C31-6B435EE6B81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AD88A9C-982B-83E2-DE65-7407BA1992A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E8C48C8-6208-5AC0-90FB-DCA2B3E93BC7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BAA4F9B-5A94-42A5-7963-8A4FCB2918F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865BFE8-22F8-B31E-D6A6-F248FD12392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D0B2BE2-D86F-29D2-5804-3E34A4D5B2C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6BFA26F-C68E-CD96-69A8-DCDA3FA2848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050F85D-75D5-047E-1FF1-F88A5B88BFE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219724A-9ED9-85B5-072E-2533B4CDF6E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8F0CBEC-381C-1EBA-4DE2-425477A7CAB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297EF45-E317-80F7-7F2B-A98D4A0DE0B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CFFA522-FE45-BF1D-CFC8-BE4104482C6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1D8C6C02-C3BF-38BF-5911-60442080033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F32A9D3-BF2C-4D44-2AE7-C27DE93D58E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6387879-BC25-BD5D-9D4F-B7589A7D98E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D9FE765-CDF9-CDAF-C46B-DE5CC22BF34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9942A52-C078-102D-3A4B-601B62CFE09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0172191-8848-34B8-1D20-A5D5AF40F88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89235D3-D4A4-25D2-01C0-59172658256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56FCB49-C601-00CF-7A37-C49FF527038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86A7362-A8DC-B4F0-8914-29177729853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6DF8322-3106-7F78-3960-BDF08D2BE5E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599DEA0D-7361-19EE-5F98-427127FAA90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2F12C6E-C73C-5BDC-4CF7-A88E801503D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644096F-E32D-0C9E-7714-08AA8ACF84F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7663ED9-1E9B-AAE6-F3D2-F11482C45BB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33A50AB-CE14-CE6E-1877-594782882D2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013957F-6FA3-6241-A3CA-0801D239DE4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460898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C14974-05EE-C76B-E5A0-F5BB55CFF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6C92DD9-C938-348E-4E81-6CA21C40844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70968E8-2192-DFC0-F68C-7B6E91E8083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3A9F5A1-EC28-37AD-900A-D156E667BF5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07FBD72-4BC5-A141-AE57-53618B8D6DCC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D7BAF53-44BB-F7B6-119D-84B52706E41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89D366F-702F-D160-2466-24C83DD5CDC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F0FDE42-FBEB-5ECA-BEC5-825CD04AF8D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E0625CF-51E8-098F-FA44-0BC5CCE4624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645646C-1AB8-8661-73C9-51350751DD4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B7F571D-5FD8-BD78-6D50-75A693AD7D3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CC9C423-4268-3FE2-7F8E-2CBB511F52D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A3243E5-D7C6-08E5-E58D-98BA9C86A4D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78C5ED8-38CA-F3B4-1FDA-203E0E89E52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1FAC458-1BAE-33BC-8232-3EB8A9548D1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4F66807-CC34-51FF-3AC8-404CEB8D9C10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52105400-259A-BDD5-1A07-6A015B935F7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D1D3165-C885-F0F6-7480-A3ED21E4850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47108712-80CC-099E-8716-CC4EE30D023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5A1DCDD-0EC4-3F32-EF3E-3F66FDAA23F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5478C5C-8207-6528-E2FA-BC394605E95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F0F2BE8-A869-9DD4-0A7B-1A25965FF98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0D523DB-2BC2-5215-E46D-FDD3B3BEFE8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9EC1397-0AEB-8A45-7D4D-11151BACC0D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48662BC-4E3D-AF19-EB82-43C06D92229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1F63E12-8276-5CAD-A155-618E5097540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90EE210-ABA7-31AF-2AA6-AB8A779F2CF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0002533-0378-843A-CA10-397D280D95A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B923084-1389-C851-F11B-ABF6F9ECE1E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12BFE13-0E3F-BEA1-8913-E883FFB2F3B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7353AED9-DEB4-7A0E-A77A-950180EB611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0730413-33B1-3338-3C7F-E7A376D614C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3E5C8DE-260F-0C45-16E8-5B0F8AF59B3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8DCCFEE-9E09-6459-6EBC-D04940522D6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CA511EE-C437-0395-9364-45B261B2D2E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36FF172-7773-812C-C3CE-F3F9F1280A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9F757F4D-F2A9-0652-EB03-1F8A53B5393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74C9FAB-CC03-BB54-2EAF-A6E3C59D648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3819C961-5901-9DDB-BD42-AFE17A2C16D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32D0EC6-0DCD-5704-6718-3B97ADDEAAF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833C1A2-BD67-C2BF-936F-26C044CDBB2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66C075C-C716-DE06-DA49-C4491CD7174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966B113-DB43-A157-49F0-992DD60A2A3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D5F32B1-30F8-90F8-21BD-FA477FC685F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CAB9288-6EE3-EB7D-B26C-0FBCC7DCFBE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BBF82DD-A2DF-221B-050D-0F56CAF5BAD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E1D0FEC-339F-D848-4DAD-DC5BDFE77ED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D677894-9A86-1514-3271-07DF7F3FA6A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27A8555-475E-12CE-8FDB-3C3B4EEC17E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9219C30-FB19-828C-4044-EC87F9BF7BFB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AE819E1-62AB-9754-4055-D4BB7B279AE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1F1F42B-D61C-7B26-9DA8-D76FC5D0028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B76016B-115F-F4A3-F83F-1A0883A2710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18A7112-7626-1313-210A-C5EBAD9E816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0E71B435-3BD7-7DDE-0803-7CDE039BBCB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A786651-7BE4-C276-DC61-17747E1B1C8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B6732FC-2E9B-CF9D-C579-C3881AE88C4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34C3FB5-94FA-4D37-EBDA-9E5DF612DDE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A168140-81BB-625F-8DDD-204D026ED48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4953599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A67DEC-2E2E-776D-92A0-4977833BFB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37646CAF-B3A0-9B82-1DDC-0256D886580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E4CB081-9619-A27E-E832-40F0215C1D4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B5174C9-9710-1415-6429-DC85A612666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38DC83A-5878-E4D2-AB6D-340DF16D250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C7FFEE18-B5E1-7BE2-6EC5-596E81067BF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56642E7-D4CD-3684-6A37-E857360BAD0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E10BDD75-5C9D-1B3F-A7E0-A451DB910F0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AAC5EE9-1E03-CCB4-AEFD-481FE695AB3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216FD44-C013-0047-AD75-FF6047DAB80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86C507D-6608-12C8-C04A-9D5F8B5E57EC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2353656-C028-6FAB-BD20-12DA70AE326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354DF0A-C458-0AFA-C96B-329CB4288DA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6968FCB-B502-1BD1-CE5B-C7BF0F69F6F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D78C743-D5CC-3628-8D67-F224EA43CF5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A0A29AD0-3932-B6E9-2CD5-783E0159C2E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7D18E2C-2D10-C3AD-76CD-7589E32FE96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7F9139F-CA70-69A0-353C-87989D300AA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ADD9904-E8DE-46B5-B524-30D9F25FC4E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C6890F5-B528-50AD-D9E7-9A9584884DF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9101253-FF26-8CED-1C1C-1FE0FAD78F6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3A28A89-F1BD-DF40-C913-944C22DC7D9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963FFF3-FE5D-7EC9-72FA-2195A52AD57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09E225D-E23B-04AA-0807-EF195679C02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8DCF42E-17E1-AE16-91B1-3C73E441FD1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4354ED7-367E-D2C2-CB9C-2BAA41B8523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E4CE82E-D491-866E-1D8F-A64AAEB179C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F9D4C88-4125-8275-A53F-AEB486F0731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DA85077-DD0C-496E-DD03-8EFEED7EEE4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0045CE1-B327-AC9D-F48A-39F3D8BFF52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65D1BA6-A19F-3C0F-2AFA-06A83BF8605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F446599-5824-69E5-EA61-5B3AE986397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9625352-7745-8C50-E49D-EE247655148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C52D431-DE0A-9921-FBCB-F277D2A7D32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E5968B2-8163-DD96-90C2-F4CABBCED2B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E1B09AA-C6E7-CED5-CBA1-EAFE2A84B4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D2151EA-9840-E5A1-224B-858AE328397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1E42AE7-276B-5EB1-B5FB-194CCECE4D9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317CEA0-F5C2-0C98-473F-CC026D5FBDF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BE3F662-8E5E-FC12-48D3-6A634E583CD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FCD12D0-4AF8-8964-55AF-1778017FC38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DC1BA93-DB90-6590-D601-865D68098B3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1EAA5F7-23BC-9967-7F9D-8CFDFC6FA2A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9ED13F0-00B4-9C3B-DC1F-54C468097A1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B0B0F24-0C06-2240-3AAD-9EA63B77E054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FEC5DDA-B269-7340-0B46-0754C930580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7DA72E8-6883-42F7-990F-3521180A5D8E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F8AD985-93F6-CAD8-061B-455241850DA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B940EE8-D463-6386-CC60-E6D87EF55F6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0E87CE8-8C34-2B12-2A39-B8DBFADB413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B9154A7-A608-7CFE-F77A-D30A714AC32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9FEE41C-2D32-4377-0B12-2A5574FBF7C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AAFE3E6-385D-AF69-6A57-7AE423328F4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B79057A-9683-014F-E3D2-AF651F34C98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DAC6BBC-C625-BE6D-156B-0AB9A40C858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898A2CB-4843-F794-30E3-F74731C0628B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FF58606-4827-00EA-1F7D-A5A0C9AF176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535D801-7363-C064-4C85-BE4383FD9E6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4C90BA7-B2BC-1B32-2279-B6EEE046575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897736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45AE59-5EF1-2AE7-0DE5-1973AC5873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6649221-7526-F87D-4763-AF6DB697E9F5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877F709-643D-8C51-454E-7174422A360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6A11191-3B37-C777-8F23-4462385ED4D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2864C27-3EDE-5E61-546C-C9C8F73A95D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DA20AD23-6354-B525-17AF-6E835E6F16E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9A37C7E-6E01-AD04-88B9-49B4A7C3EA8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6004B91-75B1-D74F-EB9B-4E066E68C89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19D112C-E988-4143-F326-0E24348F5C4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C395E35-25AF-D270-05A7-6FA9552072D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7DDE1CC-DB9B-19CB-B9FE-62D3AC96EA5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5376D23-0F41-2152-54B4-D20A4A35EBC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6C9F444-A99B-4372-719C-456F3D62149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39B80A9-31A5-DBFF-A6E4-262244D69166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378F0E4C-E570-EF72-8208-43C4F9C1E118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0F5A435-E7BF-5AC7-6BB1-A5312BB543E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7F9723D-5525-2C35-057F-1093A64ADED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36C707A-ECA0-8D86-1FB0-01A131C31A4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B7A4D36-F00B-72F2-471D-28DE18409684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1EB6C67-F97A-6B50-FDAD-0DDC6EC4250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C5F98C19-3DC3-91FA-6282-BEEF8A6A701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54E7495-F1F7-D4BB-F723-4CC8701060E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0C1F236-FBBB-A60B-757F-56AA6771660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DAB4CFE-1A82-4FA1-0E01-8A1053CAFF8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7C55212-F540-9DB9-E8A7-06F0D02702A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1236ECF-CA2E-83D6-34CB-5A372FA5445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C2E74C4-D5A2-09EA-CD24-99874253097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323F4EB8-033F-ED34-6324-9E414C755F2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3899CA7-9157-B911-1AA3-B09927C8ECAD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CB490C77-6D07-BB38-3033-A22DF2633DC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A56D9BF-337B-4346-A191-EA4D3CF35A9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A64DE76-4E6C-3A63-105C-B3E493A9EE7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C63C538-1DEC-775E-41AF-4A327AA5FBA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C4F1C36-7079-8C86-E6D1-313D99DA538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7D12B5C-06B4-8B3B-30DD-85CC63D71CC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576A8D1-5491-D93E-4E5B-754CC588C4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4B1E069-CA6E-B31E-0A04-953C2859756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5567E19-5127-7E0F-7910-DDF5DFBFD3A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BA6EEAD-ED14-BA34-DCA7-55A05665392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FB5A916-06D4-7B2A-821F-C325F55ED53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0BDA7C4-608F-D0EE-52BC-F155619E96D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A626E03-8A26-BF2A-17BE-5BF24E3E65F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8C462C3-F793-A1D7-3637-05FFED6CFA0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C4FC402-8334-7A27-0185-BBF45BFAE50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5ABDF4A-738B-9F4D-E5C4-D98D0BD0D6A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708EC4C-D6EB-C47A-EE3D-1B30187FF48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60C5F28-DA06-C419-EDA1-E610FF6FF5C1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16AF43C-17B9-7BBF-3401-DBCBFA274B9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977D93C-DD90-7B9E-1340-1E996091EA9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9382BEC-51D0-B749-1589-E58EA977FC2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6415EB7-2585-208E-A7BA-37754CDED39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76F0477-7350-6D77-109E-060FA525C52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2B8EE1E1-A7AC-7939-DE95-CCC73C95670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05C607A-B4B8-4EF9-262F-8A804D145D5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7F5F5A6-9303-D8E1-8F30-24C2318E41C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9DAC43F-6415-18B3-B49A-FCBBBD4BF5C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1BD12C5-F7BF-3DB0-FA12-533459A8DDA2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5E74A97-7F9C-5495-97EB-670043EFDBF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C1388AF-5A65-F125-68DB-DF1659FD6EC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597556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77A3BC-A60D-B130-4487-62486898CB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394BBF3-4F76-50DF-FECF-D5CB88FDDB4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6F62568-0DF3-24EE-7C09-0B316E2BBD9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0DC713C-9ABF-4F49-4933-4425D70EDE3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F00B79F-7465-FAE5-0D4C-1DEB30D505F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BB2CFF5-F19E-2189-C9DD-A26CCD7540F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95DE4A4-146A-A687-E0C5-1B8E2F427C3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E228949-1AA6-5DBB-EDC7-C5B545A73BD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F62CBBA-10D7-850B-0910-951D59E4E498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5E21D85-ADA8-536A-9235-993BD41175E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ABA8AC8-10D3-D24E-20D2-ECCA0F660DF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F67F6F5-356E-2095-7A42-F5AA4CD25DB1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78AE83B-D3AF-BFB0-14DB-E8F05E08BF3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0457606-A5FB-3060-87A9-C0A95235F28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C4457C69-0188-E27A-5A20-4F25CC87C4A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B4D0F20-7070-BDA3-943D-AED309B1126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C086E1C-EFDA-2FB8-863C-4ED9F049BD5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6AC40AF-1951-3179-0054-DC4264625C8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D1BDFEA-0BCD-CFE7-12E2-23A1CC6352F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AF4673D-1F21-728A-05AA-F92F16CAB0E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ADBA2AA-1065-EBC2-DCA2-20AE9DCA437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97D6EEE-563A-D41D-7FF7-6F3F42272AD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C69C839A-E882-0BEF-6653-0AF5F0CC6A2E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D1670A9-619A-474C-90CF-9EE1F7890E2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5D5914B-545C-6301-E17D-835D6784132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2D61BE9-60A2-1CC0-0F6A-9F8BF9DAA99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CC46337-51E3-7AD0-5AFD-20BE335DF03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FC620E4E-4902-89D7-9FD6-ED2FF1A7623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A31A203-59D7-C67B-A76A-34F8F43C77D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4970F8B-6AFA-A0AD-10EC-E92EC9ACB26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00CD0E4-179D-9788-76F7-87D8073D3DE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29554243-6719-B026-5CDD-DC75D46FEA3E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CC63431-951D-CC3C-634B-9BBD42ED1EDC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DF54F95-B9B4-5CE3-F298-5B7B7A6AAB0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B1CD996-4A2E-A0D2-FFEB-AB05DC2140D8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948B0AA-57AE-D4CB-93A9-7AEE63689B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B43858E9-601F-DD9C-CF29-ED53D68BB299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55E06BA-8DE0-18D3-F3B0-2FAFD58CE76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FF7CC3E-B3B3-3F22-24A9-F6B4064D3A1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73C855F-DED7-A667-6F85-D4EBC2005F8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AAD3B6C-F5CE-DD3D-E978-8E519214932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20A0165-3ADE-89E2-1423-3F0B7027A2A8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E2DCE2F-DB65-B3D2-619E-D0FA419E31D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BEA3FB7-3574-DA10-DA09-8474675D133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A564D98-E53F-2148-BCEB-185F47AB000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AF0B53B-96FD-620A-83E0-4C94FEADE86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457E275-9778-B134-1413-71EB136F7D7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6430B8B-BA10-2170-DCAC-D767A215C9DF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79206B4-7D63-50F6-B0A6-9D1A62FFC49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E258FDE-C65B-B5DF-3A29-7AE31519F3E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A5B77B8-5C45-B395-ADC5-DFEA6D1887B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CD4735D-18C0-9B0A-639A-5CFEB3378B0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8913D3B-5872-8541-5C34-87FCC3B0BEF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F9A7F57-FFED-099B-5857-6ECCD85A18C9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AE104AC-52E1-8B34-0E55-4AC7FAD18A7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01DC1CA-7164-E5A5-FE8B-3EFB495AC1E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2CC25B0-3ACB-BDBF-8985-E2671240B5A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FA77574-BA07-B494-F99C-2B59F5B356A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4519659-5E70-DBB0-AF40-B155A879C1E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0403277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2EFA26-A1AF-0C3A-FD80-5C5BEDA40A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D4AF48E-B6A6-B96F-C172-CC1754DDFA7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5E15311-3604-B5B4-D9A8-3A793C2A5ED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E1B67F2-2732-8DD0-837A-4538FB5C973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AE0E31E-BBD4-71D0-A94F-9B1874CC5C5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5530D115-EE5A-CD07-48C5-C2F4F38602F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391F201-8AFB-1F9D-81F4-387D66FE471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1F9012A-58EF-ADDB-5B9E-385F9B01A3B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6587BFB-A289-EC81-9A41-934B9859B25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B09C2C8-A82F-1E3F-E924-0C4B5BE42B2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05A5EDB-2D21-22B9-BC67-4C8E66EFEA0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1A72526-6889-9AA0-AA59-E8F18DBC285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639401C-F108-F25E-A02B-469620C5B67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3B5445F-D49A-1ABF-7105-9D44D1D2103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E59B3D8-CCB8-0FDF-F5C2-B6C70589882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3A73889-265C-8495-718A-24CF1E56AA0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E342C55-A878-514C-5272-59DC5386BE2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5D7FE90-C7EA-B581-07FE-6BD15A58868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4C17E45-401F-2466-5B57-DD1F40FB9D0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C0EFDA6-7B28-4BDA-0591-1FB71379D52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7A19D4D-1B4B-689F-231E-99BE0CBC337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4E7419A-B2A0-F412-985D-3ED741C7817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4194F17-07B8-128E-611E-75A154421D6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7CFA2C1-8E1F-217F-F483-F392B32FFBC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9FDAADB-5884-99D1-0C56-60648ABBD31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F1ECB81-67AF-C92B-07FF-E16EB315671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854B132-B1B6-F3F8-D26B-BE72FD9B109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9DBFF44-9A3A-8DCC-FAEF-6BAC07BB87A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5F45254-3362-8171-F5DC-6DAF5AF08446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31A21DD-D9B2-F833-8658-E7032EC5523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44BCBD9-C45C-459A-A046-ECA13224290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7CB5B37-48FC-0EE4-5359-192BF1C0E75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E330E12-9C10-AC11-624B-C278566FFF6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A2D6633-C8D5-C3FD-9BAD-38ED431C612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7F7BBD4-A188-62AA-16AB-6DF68E88A6E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7575575-24C7-3639-F786-F65661C40DF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856DA08-7A35-97C7-B3AC-588C7D4E5AF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3802DDE-0A02-AAEA-B98E-19E3C6EDF2F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414E9C5-93BE-241B-DE9F-A5790367560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9130A93-C3D1-D08B-98C7-2F1B80AA5EB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45BA126D-98FF-3C4B-BD52-60EBB7F6A00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5CA1BB7-41A9-3275-9E88-6EC931E3F26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C62AD49-EF4F-24AD-1F58-CBAD517D96C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9FDB6BF-7C36-F1BC-9505-8003368D7C9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E0A4A0A-7F1E-65F1-412E-F79089D81DD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6EDB325-35E9-399D-58BA-5D500EEA327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AAB2CF1-3C83-5FB2-FBC2-FF65F2A0342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AB23280-F950-A4EF-C912-840E1A53BDA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B75A1A1-55A7-E7F2-D327-AD88AB617D0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3085F5C-EA22-3417-9381-E8F75D26AC8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2CD2C74-78C4-3B9A-A5B9-D2DB5DDF36C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502AD5B-52E4-82CE-2EDF-61C33FBF97D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E3773B1-1869-2B28-7BD4-4D181002AFB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BEA6D56-1CEB-E60D-D1E0-9A1484A4EB2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DD396A1-89B8-4262-5FAB-EF1295273E5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5DE140E-DEA5-24AA-7F1A-55D67CEE59A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45CDACD-9D75-B691-2E7A-B4532D5CFB9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1C86E88-C56D-D87A-1402-05C75985FD5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B318DE9-39B4-670B-838C-9C56C3B1117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039378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82F756-E143-DCE0-4A3F-E33AF89F9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5693D84-2022-5EA3-2E14-F20BA5961BB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73AB1D5-64D2-A0CE-114B-77C8ABC4E9E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53963D7-E2E8-5C46-64F3-3D8F08ECDAB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6947CB2-01D0-CA31-2334-0ECACBF5B7F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0A5EA35-6365-06EA-0AFE-6A142DAD9CC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B532957-87FA-16EF-A87B-6A0CE98D2EDD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F34B2FAD-7FA3-8AEC-5F34-09A8C3C9BCE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0B9AD3B-BA40-344F-45B0-56A2FA60EE8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696C4A31-8C5C-794E-F7E1-3BB4EA79FEE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C59E630-5890-382F-96CF-CF39AAB0B60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BE903B7-6DEE-DE4A-8D52-518AA798214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A0F7EF0-0EF2-B362-9BAC-2A4B99F3031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C48D42A8-8BD8-08DC-A3DF-1BDA1DBAE1D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72805BC-7FE7-7C4B-E076-3D51FAF23CE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97C2F41-F561-6046-572E-38DEF74B496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28E1F44-40C8-948D-E216-A6D89F7C24D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681C6F4-8153-3C75-9FA0-F1F2E9FD897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B1C6D73-0A84-6A75-C0DC-F333F2FA731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D526E99-F4AB-1393-2ADF-FC5AFC78700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7C60A8F-011D-2720-4B9B-97337D7D8EF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398BE31-90F7-ABE2-A0A6-8A3D9F5EFA3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6630706-E01B-84EA-2AE7-392E139B45E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9552295-8FCC-01B3-B6D0-424956B0405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6E213D5-3B90-81A0-D549-42BD240F22A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7E8DF75-5CBD-AA0C-84AF-315CF4B3C99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AB7AC11-612F-175E-4B15-F200FA4BB41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61277FA1-AC92-DC0F-A6AB-0F9F22786EA8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67B4042-E043-A1B8-F3AC-4AAB361EA48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75C7EDC-984E-002F-430E-ACFCE6A0455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4BF252E-7828-F725-06B1-79299D76B54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0BD2DA4-69AB-CAC7-F9A7-1F451FFCAE4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D783C9A-D4A8-1944-4A71-FDF3F7AE500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DB01746-C2C3-0462-6F9E-3FA21492B554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062DFA4-4E9E-3067-6EDF-AF1F0ECD546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AD84BC6-A2DB-173C-8A6C-0F6D6EEE30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5AC3A4A-0219-3224-D26B-3097B187AB9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97843FB-DD8E-ECD5-6359-0436DA60F40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9B0C623-2C66-888A-22F6-480D9C9D2C0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9B5081B-5983-C373-62F1-4B353431BA25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5977F70-0CBC-3142-5C13-DEDF60199C6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9420B84-8BC8-D7ED-477B-19EB3896D3D0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B355670-5562-0470-DE60-8AD143E59EE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7AE63F0-2CA0-862B-9A4C-0B64D8803A3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EBF6A56-E524-ED55-7172-F810E7327E5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D289D4F-928F-8FEF-6955-4AE2A13D9FA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F751BEB8-5CE8-4970-9C7F-D5C58DEE71A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C5A6771-9394-82E5-C56C-8A5F4C8B456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34331C2-04D0-BBB2-DF7A-23CB6045163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E13663C-67E5-3185-AFE0-D3B637AA555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B94EDCD-0859-A7FF-9550-2430F4AE1CF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E06C248-2AA6-2A0A-DD53-D66ABCDE470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4AC58A54-94EB-5048-9783-52DF0A13089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A049434-821B-FA2A-F21B-CD5E8636126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5BA3F7E-139C-44B1-56BB-2559C762454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916570E7-2BA3-706F-C6E9-447B90E6951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3FD375E-884D-E8DD-14AB-8BD08753362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57D3BD6-210D-9FE9-0873-956F0CC477BE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6A10CA2-D222-EC34-0114-9D4F3DBCF34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4464073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71CB44-2EF7-1E6E-E5B6-86D4023AFF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092E1DB-2FEF-F21F-C45A-DABE083925FB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E921FD3-232A-6772-97A9-8BAE7C9FC81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EB67A8E-71C3-84A2-63C8-23A9BF2BF01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109E5FC-412B-9466-DD99-812E12BAF8A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7AEE478-4A89-03DB-A145-CF1ACD85B45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73C4BCF-2C70-5405-6640-456E155F86D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FD9F86D-4BB1-B7C0-9F31-71F07C0482B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53AB659-FC8C-5EBB-B610-EF699A9E0C8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75AEC16-E9FE-5B53-3FC6-49E83A8083D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2903AFCF-6AD2-C09C-BBBD-3CA9BD38437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6C77F96-6877-60DC-F4E3-48D1AD7FAA9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CE86243-5A00-4AF9-CE19-FBCDDF65395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A7FDC7E-35FD-201B-CCB1-932E2D2D59A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08C6B5D9-0E27-93D1-ABCB-E4B39D014FA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00AD7AE0-BC40-A9DB-EAD2-6996A245C12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D3B6EB01-516B-80BC-E1FE-03D5BD795153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778E055-AD4A-1179-01F4-CF70D21D2D2A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9F109290-A01E-4586-5692-F9CD942C41D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ECFE66C-F7E2-5510-C305-584F4DE535C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858B549-C03F-4FEE-9ED2-29D7811B9DF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C8A98244-DE0E-1E9D-255A-D1A611647C6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545E7C3-BFEF-787D-E491-8584A1C528AA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166D4A0-51C4-8BDD-A7E6-C66DB8C5DDC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AF2157B-549D-1690-B99E-C1EB70007D1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36A6ABE-B3BC-09EC-FCF2-97F0498DCCF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A3E88A4-830D-FAFE-F393-144E8311E16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C3A5896-2522-CDBE-FF1C-E88C43BFFF7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6910C6F-9864-2EBB-9503-55FA43264D95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1A02A1A-DDBD-58D7-AF3A-530FF202CDF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EE88122-B346-436C-B7F4-443E13F51E29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F98DDE8-7613-6BA6-4316-88F93700299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069502B-DE00-EE91-7ED2-DADC465F6B7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BDF00CD-DC14-1A00-7C61-B6A76A41E12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5B9BBFD-F4F7-28CF-4A9F-6747FCB9D9A7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A3785FC-B27E-E91F-194F-63429CA145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A737905-CF6C-0212-D69A-5EC76A831C8A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94350A4-6112-E703-4B23-643EFEDAFF9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B09E994-8BC0-F22D-CCCF-2DBA2515A2A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14A96FD-2550-5B86-4F26-91E076230A60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F8B1A71E-0853-81F0-F423-41F359CF484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7082ADE-2553-9D72-A700-1E2B2F3E222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5880D82-C980-7EF5-5381-DCFD6CE758B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9453558-6042-6E02-0BCB-51F3C3BA13C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4853B8F-E92F-4075-D5F8-E40BA0B6FB9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1B0FEAA-D703-1255-B54A-1EF98E5889CE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CD0662F-CD54-28AC-9B7F-13C9E0121ED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D8ADAC4-07A8-3199-5F5F-D1C609FABDE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FB635DA-6C5F-45E1-562C-E7FC2B8F0BEA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CFBFD1A-E121-CE4A-6E33-ADE361652FA1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CF68356-F031-AEAE-FB5E-C5141186CE3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DCCD393-0C39-60B3-9D88-CE6FBBC7FBE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C389AE2-596B-4AC7-49C9-7F89E982845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3E25D96-7E00-4011-68A6-4EF707D12B8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79E312C-50C5-0F36-B09E-B5B422451F8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DC0B160-70EF-1158-D076-47337DAF589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7D5E68A-A808-19D7-0D51-1495335A117E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052886F-D0C0-0E9A-B653-1ED7FBB4682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5DA77C2-4D9C-F493-F0D6-B073A9395D41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625900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9A2BF-F377-EF18-7024-AACCF674C6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343665A-6368-0B59-6830-672E1951B64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1A511A58-9A8E-6539-6A48-ACF88A0844F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8D04D1A-F33A-5BCC-53FA-6E6CA04E479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D921567-B128-C9CA-F094-0681414D5B5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12CCB64-2AC2-4753-D1E0-52B82BC593F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57676B6-2611-FD88-FBD3-C4247368DCB4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632113D-C555-26B1-A426-7239A0BBA02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02BF605-8798-4943-AD41-14C7E12B71B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6063547-DB54-67E8-F952-707207E7FA5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C7A7D84-8539-E77E-4DCA-FAAC0467E0B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144DE3B-55F3-7D93-0ACE-BDAD5D3F2C4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D610FEA-67E9-E3C3-8709-F806F1F291A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041721B-7B25-C757-9864-56E12569462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08F8719-F538-D5FD-51B6-1503AEC5474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D7A6171-030D-5A7B-0EAD-BFC57962A99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F8A69D2-EEB3-C4CE-4405-AD63C807020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A558682-930A-61A6-4BE0-90A17737C47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0969CF6-7C00-04A9-8F05-D9D941309CD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81718753-ED72-9863-1DCA-99612BBB6F9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53AEF69-F839-BFE5-E2D5-F26FF3081F7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25ED417-DB58-7B00-C05C-600ECAD0792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D6EDF6B-1674-D0C1-9F49-CAC2B0D910E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E5B1086-91ED-656C-5F60-F498D4A5422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EABDC40-F8C6-1ACA-B648-60E22B9A544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EF238D84-12C5-D248-C634-19CBB5637EA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0C634939-9241-1B12-63B3-87425A33861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A44B075-C5A4-65F1-1CE5-D9F66A01A20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B9DD866-4225-BEB1-2BD5-0D89115F596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6602472-550C-7533-E2A6-1285A4FC0DF4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F690AB0-E5E9-6FEC-AEBD-93BBDE980F0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AF435EEA-C665-D6AB-CE18-59237B18F85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61202FB-427A-B3A4-4290-F143AD4B68B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4FDCDD1-DEB8-E6BC-4FFE-D91B7A394F7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65D8265-370D-CAF1-82B9-8031994C9B4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FEF38E0-A5FB-8712-0EEF-19B22BB17BE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E7CF95B-775E-68E2-CB8F-565319F606A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6BF838C-DEB9-7684-8D74-102440DA208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01E1F2C-33A5-A197-9EB7-779BAFF314E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C66A529-9AEE-24D9-6CA1-DD4E83C6155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004E7C4-C6EC-DD15-A8E6-A0B273A99D6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877E1B7-1DA1-35E1-43A2-C96FB90302C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ABA230C-6E00-BB4C-479F-60D294C13D9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D125F83-C54E-6DF2-5C35-0CB54C45F63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D6DB8B1-8A9B-9D76-7716-A2388D8438C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C76ACD7-2B64-F52A-7830-AAD1C0B52D89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DD0D0B6-1B7B-6037-1B27-94083031C6A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D0FB335-0549-942D-34AD-317A37C6294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E93BE55F-12C7-CB80-1C71-224CCE46A2B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2F587CF-06C2-E345-2BD5-92461260824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78F61E9-E6CC-35BD-205C-F54004BE018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93DE0DE-1DC5-C1FC-CF5D-730CF5EBD8D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E5AACDE-296F-F22A-5CB7-F23D24C3C30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B25E794-5E79-D64A-9EEA-EF37360D43B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DC1B8E9-BB82-E113-3F21-86169435D73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50A5A9EE-0E5F-B827-ADA1-DFA9599A2FD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71F44E2-B0A8-1C05-513C-DD3DB3EBFA7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CF8C370-19CC-A810-AEB5-6C65AB2EB29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7BC5818-91A1-D835-A3A8-953DFDB249D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7702156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94603F-E3CB-EADC-3390-041958A94C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7887ED3-072F-6B9A-E0E1-35EA9D52472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21F5727-ABA0-35C4-EA93-0F8802D9493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6673DB6-3188-8A91-87C7-8CAFFBE94A8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0006033-8962-ABB2-DE2D-B39460A0D3B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697D0B7-0EF2-3ECB-E2B7-61B0C55A468F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E7241D7-87DA-CC23-CC0F-3879A6959CD3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0B02AF0-7AD4-D5BF-3350-01DCE3B64C3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A1E7C8B-1808-1F50-22E2-7B14F18D3A0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2CCFC8B-84A7-FC83-B81D-0BDC75BC489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914DAD15-B386-748B-31FB-A0EEC4C6742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0D3B3BE-57A6-AB85-C54B-1878308A24A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35CFEE1-2288-2CAC-E860-A183874B148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D67BFC7-4B25-4EF4-3AC3-3091C6CAE77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4206A53-9117-D1FB-F281-19F62A0A8A1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27185AF-8CAA-8B5E-C28D-DEBEC036B21B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FFD4C09-D090-70AC-05C4-E3D4EDB84B8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FEA81DA-96E3-EADA-837E-EA73CAD29AB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B40DF7D-A818-2B0A-DB62-AAA59563A01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17AC88D-673D-5E2F-D488-803B3242330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A558D00-BF46-7EEC-2D3B-F86DD3FC6050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EB75DBD-26BE-B210-7DFC-0FEFADA59BE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BE28442-DC7A-5350-4F39-69EF6316190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724C5DE-FBB7-46A0-B2BE-EE4DF333DAA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05CEBAF9-FBD5-DCC2-D599-430A5EDBDB6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15D8FE6-5D2C-BF4A-232E-E12419D759E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5FA64C20-13C7-B1C5-150C-904E7FA81692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2492AC3-3BE9-55E1-5C6F-FE46E22B8FF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AA5A5C5-2D70-441C-3999-72C54263864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58ABC2E-F882-972E-8FBA-E44FA78D9016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C5AEA96-EBAC-EF25-EF42-1093A00271B7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BA2C3F2-6632-B49E-B463-B8786FD9DB2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306F0CD-5976-FFB0-5F1C-A0445172CB6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7E6EA69-E020-225C-42F4-5295EC4CE10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B06CC5D-A1D9-78C1-8616-77F772B06C7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8229D69-F37B-1D1A-2BEF-B6B9B1E6EB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8BA8C6F-7DE5-5921-E84C-498EFAC9273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7F1CB36-BB78-FD57-BA3B-8FB9F798CB0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5333D50-235E-7190-AC2F-0A6716E5050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395467D-2730-B595-A539-AC0C8C0D83E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ED3F8B2-B5AF-FE87-3E5D-C0C5931D54B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862A483-B4AB-A56C-074F-49E93069BE6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EAE0CCF-249D-6BA5-DCF2-C837738A40B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16DFE77-1749-E68E-3803-18391F23895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A4E753FA-7148-1C4D-3A2A-3A13055E5E7C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1E708D1-EECD-C90B-2A33-2E161938A09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E6F7B7D-F88E-B1EB-FCE1-7970E4F917D0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C743677-7FE6-CBAB-BCAE-FFD6569C9B5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D08610F-C8CF-B9DE-4C3E-29ADEFE2406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26E96D2-EDA5-5068-031B-51BA47958A2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78F44C6-44D0-E5D0-A6A1-70FE92114F3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CB6882E-A77D-D069-13C9-ECD94D0928E3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82E1C82-4356-622E-796C-AA11D8E186D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D4083F2-BE90-E6DC-3F47-EF3969B7896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290605D-A15B-5C5E-9A2F-F243F30211F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FEF5C95D-FFB2-81CE-9FBD-245CA0D10F2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85399F2-692D-60EB-49E3-C923DA9479A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053A6D6-77F9-C613-5681-05051ECA7E8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FED5875-311F-688D-A7AE-0C1191721AA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0244534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D95044-E00C-BA7F-DDB8-58B9DEFBEC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E1A0F0A-3CB1-B442-C418-F1764B96256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4C6C77D-5F5D-6738-869A-E1130DEF48E6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FD6C718-E737-6B0D-2BF4-440C47ACA796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9D344BD-E51F-064E-F4BD-5E01DAFE680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44C6DF3F-B11D-686F-D7A0-8636BC090E3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AFD7575-3248-CF81-2265-8395A9223FC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373CBCB-C061-55C9-D814-1BFF2EEA2FA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E13DE34-E0DA-674E-011E-1BDC24397F1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EC6D22C-71C3-276F-3CD6-649A62B1C1E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8074A97-EDBB-1510-9175-30AD176DB03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3CC4AD0-F34E-EFE2-ACD6-3645E4D6326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7917091-CEFC-A4F2-6943-5B04C0EE643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602641D2-DE79-D16F-C3D4-1E8C168D847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14E35C8-F434-38E7-646F-8EBBEDC25F0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95DB100A-49C1-6865-29F6-61493B6C403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4D01275-FD41-E3CD-1A29-6D5A29E994E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F5C2A22-6D0D-B758-6478-F43FC98B945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3623739-8662-E275-B297-F37144961B5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23C3E33-D715-73B2-D9D0-83F85474BF6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680DA5C-ADD2-960F-11D9-A129D684FAD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16743C4-5ACE-30CB-83E3-003DA6DEC8B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FCB5AAF-78CC-A235-2E1E-F487C88657B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2FD4838-0B3A-4023-738C-80AD42085D5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071FF68-3C50-F152-630C-258141772CE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E78B914-0146-897E-10F1-91698D98FFB2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62A3ABB-EAFE-DE41-8CBF-AB971695ED3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E96E389-D471-6666-9DD1-982D2AB6646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F3DF98F-5757-051D-FB5E-D29C6E4C399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B5312EE-AD24-E63B-46E9-61489958535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B68AF23-9F9B-FB5F-20F0-76B5ECE1AEA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C45DF7B-CE3B-B86F-6368-A4CBF426CFA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7A9D91B-DA74-A415-035E-088C34C17E5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F5825593-B392-1F8F-CE66-939BCC14F31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46C3BA1-5010-C8EB-71CC-09764C88941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DDC31F0-CAD5-4DA1-F7B1-A247BE0A0A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7D6E24C4-103E-F62D-577B-3873B1AF187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8E4A161-3E18-7011-907C-5E6C0EFDCEE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69152F5-C969-3089-1B1C-D84F20058D6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405B2C31-F366-C0CF-4652-E52F0FFCFB7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3DE5A20-1EEC-813A-C8DB-B02B4446AA1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24F4841-564C-838F-D457-1D4DBBA99FE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90165E2-6419-9F3D-57F1-6FC875E5F4F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2769F05-1512-38F4-56A7-FA57B753529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10C1FDC-BB08-22A8-E28D-A19D0A2F027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1F45F14-ED9C-2B81-FD2C-579F901B1D4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F3CBE7F-4B48-72AB-9D76-F2C7DD0C52B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E9975F9-C357-042F-C065-0C0C899673F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0DF43F9-C942-8FED-F571-3A62535C445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8F4FC41-98CC-1F33-1BD1-C2F7820DB59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6B0C9F9-91DF-C704-B9CB-54FD0828926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04E0182-6DA1-967A-658B-40073CDB89C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2E39AC3-F9DD-72AC-9886-47DA5D6857A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5310CB8-2995-DAC1-D576-0EC3C74E8E57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6F059B7-72C5-533D-8A65-6B571BCA30F3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A37F443-01C8-6B19-0711-2F546FFA9BD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E8E0B49-3EAA-C784-13B3-AEE75402BDC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2A76F2F-0C98-3B45-9A78-78DC59F77BD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5234DEC-0106-1455-23BC-1D718C3CAD7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553617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B2F27D-012A-2862-25B0-DDDA8C0962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D6E0DE12-F4E4-811A-E2C5-74F52B9CA580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AC86186-6378-65BE-B18F-FF5AB0372814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F36D3DA-17DE-5721-D316-F5F3E857A79C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844DC63-3C0A-2A1B-FF27-F40C48DC6E3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A77FA49-EC70-C49E-9CBB-523B05348CCB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0C0C957-3C5B-56B4-D83E-C34540C0F49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E247A2A-9472-FF92-BEFF-44B592D1C0A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B505EB2-BF3A-EACB-22AA-1DDD0F4B1DC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3AFFCA2-5903-20DC-9146-EB97A93229A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FD00DCB-09CB-4C13-6045-72C619CA9C3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ADA0F3B-18EF-5350-DEE9-96ACBF64E4F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EF2E0EB-D731-EDCF-4CEB-D709DFBBDCA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A7B0B97-6459-24F7-3F04-7661F4508CC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EBD2A02-B6AC-1E54-14AF-1694FB4142D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BC97560-B2C5-3A45-2C34-84A54DF961D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7FCA802-F29F-6D68-8902-C43AA770BCA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205923A-3DC0-38BB-7AFE-5FEFEE2D3C0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A704AA1-158F-008E-0F7F-E145CC1890A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46D89B9-CC71-0030-DAE1-FF9E0288D84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05955F3-A81D-B5A6-120B-FC305C72227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89501DF-1D8C-82A6-75D1-4438CBE9DE0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A67EE9F-1F27-DABB-EC1F-9AB7A135E335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0C89F0B3-91E0-3A18-0FA6-5C4E5D5AA56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83B9BCE-8D93-FA30-6C5F-55C666BFCA9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3E041373-D4B8-8C69-8ABD-FC9D6DF994B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F8CC5FD-4C26-1181-23B8-94A87536055C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352EF29-0DBF-C68C-2A02-DDF3CAE6871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3B4BB1A-6B23-3A79-C079-A99968043F9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893886A-F36A-393D-F005-64540944FFF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222FF12-83C2-B90B-FEF9-7C32F1CC7DD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289DB6C-621D-E1A6-F633-39C960BBBDE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DF037641-22DA-A5E2-995B-92054AF94EF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BC08CF1-A635-ABCD-9967-E241A18C17D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14D861D-5F75-4FCE-0A84-65EFF13D717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86BE080-F6B2-708F-A651-0E99303D552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BFFEEC6-389D-A243-886E-E87EBF42E23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B5FE3BF-DA02-CEE2-6F51-CB566B606E3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EBB04D7-B6C2-40F3-54B0-0F0B0CD8EB5B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AD0A629-B7DD-B9B4-0DE3-BF4FA16EEA4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E9478E2-267A-6FDD-2C08-317D181A0DDD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BD06F2A-EFE3-095F-AE0C-D39FB77BF95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D03FF1E-3E74-6428-F8E2-CB59B8CFF06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15C0F2A-D781-7756-C7B7-B1CEAA8E26D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06C1D3D-90A7-9B81-3263-4CEAFAE4997C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36680BA-37DD-A9AB-DB5C-34DAA07FC622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661EBAB-052D-B046-B3E0-85DA9D2A243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FC60F68-8044-3A3E-1CED-B157660F3F65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6639838-8B8C-4328-7D8B-E3EB5392525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6BE4648-D6F4-F314-B1E6-0B6C6D7BF3E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C3B2B2F-DCC6-F033-5D74-3F6A630CD25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A7CE80B-8953-82DB-5505-693B8B885C8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E9AD9D98-FA88-40A8-7822-4B884B09A23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99AC04D-8AE5-7230-4907-0BD1E6143F0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AA1D199-47D0-2881-1EFD-4D0DF70252C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C01D9556-4C57-BFC4-5642-65D215EA8DA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5DBAC2D-0C0A-B754-3831-748F9FA8554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5ADA667-4D8B-7082-5F90-B4AA423A9D5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9371DF6-5D43-1062-0F28-62C7E272FDAA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0214449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B5E31B-11D5-79CA-6574-9084243CE3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9ECECBC-7BD6-9B1F-D2FA-C8FD4B35A02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89040EA-65A7-FC04-A3DB-538B7887659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76932CD-B235-DA52-F101-6EAE2FAED062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E21704B-FA69-6D44-2F8F-BAD60745855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C65DD92-1379-B316-362D-2FC50C846C1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4006909-32D6-85DC-CF05-EE84A02ABB9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BCDBEB2-1CC0-1AAB-DF58-D057D785E14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F52EC297-9B81-6AEA-B8D0-4927A0F695D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012C12C3-8C15-0DF8-1382-CD27727B443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3314828-6536-5D4C-DE19-2AC3CB1E0FD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D23CE54-FCB1-3B58-7C83-B37D2825428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51FB778-CE6C-ED98-4B68-EB38E7A7A85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34E3E37E-9D3F-6656-AA2C-A8049D34BFF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A6AA59A-8217-67D6-3616-2DD3A45BC03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9F90592-A8E5-FC3C-3E33-54D85D9B416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20EF2B4-0AE1-925C-12C3-B017247CA8C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4A2105DC-9DA2-AE01-7B97-16DE156B1E49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DD0763CE-D96E-14DE-60F6-D03CE5FC5FF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1BE3BB1-3969-6389-C041-4475231FB502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40C40F8-DF68-1662-9A8E-ADD29CE331C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49B8D9B4-2F26-5A4C-E852-38DDCFFF7B0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CFE58E0E-A317-EB08-E692-01366255B7D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DD439DA-98D8-7F07-12EB-6C6CC42BCC7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7BEC011-4500-6891-B8CF-5712942D252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5B4ACEA-06DE-FC84-0630-5266FBE75F4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9492427-E514-1394-E7E4-23B5E5CA2D0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0DD6B04-4F71-CF1C-FEE6-7B400B56331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8A5A2EF-05D5-EE65-B087-A941B03ACC2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28CAD32-724D-2EC2-B679-275275C0A83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E076941-3C58-2F38-B6EF-A552DE8CD2D1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6291885-D7B0-2F79-3637-EA537063D24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C0C0C7C-726D-49E6-4CCC-3032475F7CF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1D23602-82A1-6DF0-7B8E-FA8EA673C85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BA736F30-2611-35C9-C393-D96193F70B8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15A5DAA-5014-2BD2-B8F3-B9946D7E2A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817AB3D-9A18-4362-1394-37FCFDA746D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8C49293-5C52-AB94-A93F-3A844796C051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1EC33DE-E46F-6744-12E3-10CE9334A2F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8F41B140-94D4-8683-BA90-5FF10512A71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AB4F3F9-BD37-D752-0932-EC11A2F9E54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B7803DC-D376-6DB2-8C69-1640687392E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A52FDE7-8EA4-2EEB-EC61-A341CC7EA637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042A8AD-DC89-1B1E-A871-C123161E661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DD7AD7E-7317-4571-99BF-C641A3A69FD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5F5A269-630D-4590-E0F3-D1F07F7ED6C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2DB1A3A-0A15-BECB-C2DD-B920F73BA29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FBC7C23-66AB-89B5-893B-92A0B9784EBA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1DF6E35-17FA-A163-A4E8-202ED9769830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774BFEE-8A91-B1E3-1AB1-71E53496C02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DB21C13-B0E4-1F2E-4071-0BDEEEE18FD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7FAD15E-2233-7286-2C6E-0DF7BEC22A7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28BEFBD-6F2E-AE06-5C09-2A96A7FCE69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9C45ADA-327F-204F-431E-857CFE16453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BCEAEEAF-BF5D-1EBD-FC41-B5F22A3B69E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C63E764-120E-F3A1-565A-F3673D6B524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22CDB10-75F0-3E0F-9D0C-2F8625FACF59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FE85289-BBAE-DCF7-A1EE-2F1CC09A723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FE72281-4098-CA10-CB9C-66C862E0452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959857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B77CA7-7355-5ED0-1979-ABFCA87118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E92CD15-74E5-D628-99E5-6E6DEE3D19C3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7A0437E-31D9-F7E2-CDC9-07DA4DD3588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7AC4F9C-BAB2-0230-7ED7-51D309AE10E0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A082824-0255-502F-B6B3-D24B12C6D3B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C2B2D91-A598-6906-8866-C91325677960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E183167-EF2B-A36D-3470-8D68C9FA12D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B892AF4-1300-7706-06BC-CDFC97882C85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0BE43AA-A795-247C-D4B3-16AC06BD330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15C54D5-E8EB-B6FB-7557-0911E03AAB1B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5394C9A-CE81-16A2-B5F1-EDAF164E7CF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71F8C87-5047-5DF2-2281-AD0271751B7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5693B45-9E3C-5386-0547-CD132A239F5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DE7095D-4C33-60AA-4298-82355109A33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0736E01-5DBF-1A34-76A5-798029711AD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99613CE-61C6-91E7-8271-C79DFDE764B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251AAD0-13AF-58F7-0679-6B3A04CC020F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A3A6CF9-DDC1-108A-0CD1-8BDD491DAD9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163C0B6-EDF6-2CB1-2CA2-B87678B9776F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0B1683F1-A37F-874E-1AD8-EA3DCEA64F2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E14F3EF2-3821-3E23-03EB-FA4E59F7DD0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0EBE5BB-E669-1F5E-0AB1-4FDA8E4B8390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3C1D144-992A-DC0C-8ACF-6BAA86EC599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1C14825-34E5-88D6-BA67-ACADA567E3D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E33C3BB0-CF2B-C12C-F1BA-26B5772B86C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B177252-68B1-59CD-3C73-E20BD617A8F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4CB9D0B-4F77-0CB6-67C5-7D401D74D79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F6FF374-1341-3F38-8806-C76C5D7EFC8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3BC4481-0A24-D596-8D99-FC6CDA23C90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DC34D18-66AE-7401-C22E-210DB42027B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1CF5F4B5-5CC4-24A7-A055-D0A8E973DB9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C49A0D5-E6A8-AA3A-5EBA-6B0CC8CAF0A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D5D7CA4-5FE9-1DFB-6EED-E8A23382ACA8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0EE3FB9-0066-CA3E-4320-FB9D912E4A0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772165F-F50D-C51A-4844-8A93A5DF4A2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9DD6B1A-397A-2FE9-08C1-CB64971234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A3688C2-933E-7B17-0D79-83A69131F38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5859BF4-FE40-437E-03DE-E0B4E2ED0A5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6B019EE-66C7-78AA-BC9A-2A55D396FD3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505FBF3-510F-95B7-0DFC-480D86CD2108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09E46D5-BF28-9A33-D2AE-7126ABA3843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ABFE543-C7BA-6E22-75B0-D7D39F9E51D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72803040-6890-3B1E-4C4B-0EDDE04FC8D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CAC3CA98-FED6-6F68-3E1F-0DBEB038F35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BC685C9D-1B3B-1967-A084-602DA1BE398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DE8AFA24-B9DA-E505-A975-E28B59F69D63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107809D-30D2-72C0-DA02-FDEBE298D7A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F643899-DCA1-99BA-4331-FD4BD11B049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45D4021-5635-3682-42F1-D4317F38425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EF19A6D-3E9F-9102-A530-BEE2073497B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8471A68-9CD1-5E7E-6712-C67A849A58D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72DCEDA-1155-9AB9-4BAA-AD4A0A70A0C2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DEBF138-6E3F-EB53-879C-6A71C2B8575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043EAEF-EADB-ED36-0965-B419C8E5BB9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F320C844-EDC0-7A92-60B4-8B9884C789A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CB3A26CD-DBF4-0D4D-9364-87B8E7DC49C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18C4B33-BFDC-4A69-F716-B11CA69E086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1590463-9FDF-D46C-2E14-1D849532EE3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755436E-1EA6-E948-C2D9-C07D0F66C8B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3030502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CD3BCC-F371-4C26-FDDC-D3040C5FBA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AA2F07A-1E8B-AAAD-4E81-9A9613898A0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A47E4EA-D51A-CE78-D381-97B70FB3AFD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B979819-5624-16DD-088A-F91DC59C091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F7A7CCA-B872-95AB-2969-45F82D6548F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D2BDE8B-258E-7283-02CB-9EAFDFB86F0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68C8BE3-9262-6AA6-75EF-5303701579F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5C67482-1552-B57F-C599-0C894E4D539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6F2A429-EF8E-4FA3-9168-EEA49B39BEA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B6A9A592-CC8B-0EE3-BD04-5E8A5B37FA9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3572EEC-2AA6-335F-9DD5-B981C1A9F015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E9BA7F1-C967-F239-DBBD-0D816E13CBD5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6C94A002-1546-168E-009A-5BBDBF89E8C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9748542-BC3E-C57F-1C7E-D96C54509D62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2991F25-20FF-7FBF-BB99-380A0435C62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B0A96EB-C724-C8B3-3E31-56275BC759E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0DFF93A3-B974-3DBD-F5F5-C038076C54B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2717BCA-5011-C1A9-0A3E-F355C93F448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4F6278E-6255-9E4D-ABB7-AEFFEFF3E2F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AC81A3D-3E49-9108-4EEB-9D33FED34C6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9F09C37-8134-DB36-5653-23DEA642AD8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8493A0C-0BF9-4CDA-6AEC-32B319924309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303ED56-73E0-899C-E554-52690D1855C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1CF665E-A3D5-B7E5-E9EE-ED28F893752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17194CA-058B-18A3-9BFE-DFA9D53B03D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755E8A1D-27D9-B1A6-FD14-BB8A9653902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E6C7A27-C28D-1B80-8487-2E6F15EA812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99FEF2D-2BFD-C6F8-3A88-DC3DF8F6794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00802BF-2010-58C7-AC53-A05FF3E6B9C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672E94E-D93A-C8EE-DB5E-97D1BB714AC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BA665C8-93EB-7794-DC08-27DE34915AD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D44735C-DE20-9C55-DC20-CA5F907D43F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B61AF75-1B1D-0D6F-D1E8-C09533E28FE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4D6DB15-C277-D579-BA55-93CDB3BE8CD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F44D78B-6B4A-0FD5-9FA1-56FA95C357F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23DA05E-C7A5-3200-BFCB-71E90E2839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F1A88AE-21F6-ACD2-0394-73708A294F9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34E352D-1FF3-EE4F-B15A-BE6FCCDDD49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574349A3-174D-E8E8-05A5-FB2B8468C54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792DB93A-E1CA-AC0D-753F-5649E53289E3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B6716C44-9A79-457B-282C-85DA7CF8273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1AC9F82-C01F-786B-65B4-96F95075EAC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D116B56-5E29-54CF-EB84-182D582CB1C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CEF1E4F-7904-EDFF-C083-8D369BCE743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D95A003-239A-718C-47DC-F1F06BB87A1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22C0B7B-55F6-11C3-7443-7537C7EFEC7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594C84B-4426-D515-6639-43BEFFCD2E4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9FD412A-59B8-E640-2818-B0A82371546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711F821-4D18-7412-D9B6-E9830C33F29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63D3730-7964-74CC-3B8E-08BFFBCE260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FF29081-116E-E9D0-7F54-1236527942F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8AC1823-D9B8-F7BA-3EB0-AF9A5EEBBC9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84DC7F4-D835-6FFD-036B-49A78AC46C5D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2188BBE-858E-4BB8-7E36-2240AE0C0B9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E7D108D-1504-0AB9-78D9-2FA4D9B2EB49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33E7016-9AE3-3011-830B-F21D8932030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A03D51F-5837-2E8C-2CBC-A4F690CEA5B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AB1EAA2-3C40-CE05-571E-D2854A14EB9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AB3946D-D626-A897-FCCB-2C4FB94D549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3188408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4BE5B2-7AC9-57F8-76C4-B45B911F08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4ACA56CA-1B6B-40C7-9178-1C0D491F800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5D019B8-9D3D-B7AD-7B9C-4E5076F86C2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FB56740-8361-4F0C-CC92-06642DCDF95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95307FD-D3C1-5A27-263D-357F0380997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8D46019-D3CA-2BF0-CB6B-4E81793146A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30EA0A2-D2D9-6DBD-1B29-6EF61F87249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E137176-60CC-32C3-F551-E67DE1941BC2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BF76A0B-DD42-4F95-663D-019317F7844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B489794E-4FE9-3204-657C-37C1C1CF0D9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850550A-A229-A6F5-25A7-C79B6E45D7F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C80D4A2-A00F-A139-2AE8-E2735FE22140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E3FF785-6D39-55D1-470B-1CAB1C5EFCE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CECCD97-B760-10A0-EEF2-B4A4726F4C5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3B6A45C-9ACA-4CB9-0B95-67BBBF212EBE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B215C2F-3578-F50A-CED5-A885E4373DE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075E4A8-6AC4-A918-C632-B39331A6CD9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2F56D36-EBA2-A9BC-672B-724B02FECFA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8A29B09-9066-ACE3-67CD-A140FFF6CAC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116D97E-AF17-AF2B-A74F-118AA8114EA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76F580A-C1E0-633D-6975-6F12C1E34E3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94B488A-B527-B303-C8F5-97C35D4E97A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C9EED8D-7136-4440-3C66-95BE7AFA081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FBD0779-935C-D68E-5762-4CF318EADC3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1CB1F0FE-1311-30F9-1E08-88B4188544F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15E04A3-F570-7234-347C-95560943F0F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6150F80-3D7F-346A-916E-458797DD095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7017814-0447-D56C-97A8-63564B8D0DE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022D7E6-5923-FB72-6EE7-4D57E42AC69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3411170-18DF-7C05-BBC6-35648F2F9D6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085CC00-41FE-4EB4-18FB-EE97E2D460F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D033FC2-CF3C-CB38-9E60-C6C64B893E2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8F98939-09BE-3BDC-4705-3B425BBFCD7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6B25335-656B-F131-A91B-0632CADF567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249AAE3-CE5A-CEEC-B2B1-E6EDD3A72154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08D67D8F-E4A7-2B82-58F4-3BD575E97A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AF0FE12E-D110-214A-DB74-7896FB465465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207AF13-4523-D1AF-38CC-0EE6BDA21B9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4BC89B2-5D82-0A56-8BC6-DD95BD181B6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149EDDE-2F09-7211-7604-360B7443838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A1709C7-980E-0352-8AD0-2C4422C16172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427756E-D732-B4B0-F99C-5C7DE5C7961B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9F9ED6E-04B7-E5A0-715D-1DFB6C8CDF6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0E39D12A-719A-EADD-9C34-D3D7DC79A59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7CDDE31-FD2C-3500-95E8-5709BD7AD30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28A1891-8CE6-869E-DEB7-36FA3BB7A06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EFD148E-FB8F-FC5A-AC44-5DC4C53C907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16ADB40-AADB-4546-052A-DDB61D0FED9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7865097-6D1B-1F27-6229-6A56325888E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4E703EB-72CD-2FC1-F6BB-E9FE81C3256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876953F-E615-5735-5431-868ACF00A56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D637BCD-DA75-4D8E-15B5-EBE7EC80425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7A8C190-B489-8F85-C5AE-147811D69AE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3904CDC7-4FC4-2EBC-606D-5BEB274832B6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B17D676-FF90-28DA-AB1D-DD4911B3A600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6C41F05-74EB-8C3D-0C54-7F5F9E9CCD3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09505BE-344B-B4D0-8CB3-9F61E6B1185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7D468C6-D56C-7438-6746-8D91DE2EAB4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AE36FA0-1AD1-7B74-8FEE-CA45440825F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7124019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0BBF6D-772F-2247-F704-05BEB96C63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4A03EED-99ED-5AB5-8607-B5152281D19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F045AB6-9DDD-91F3-AC13-10311E4D0A5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236B3D9-6B4A-3070-9BF6-587EF452CD8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AE1F513F-C0AA-3388-20E9-84E023E40B67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CC8EE6D-E7C2-F7E3-0086-C92D05FAC3E6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44C7F85-5785-3C92-028D-8AA45111A77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4971C24-135C-1ADA-BE4E-28D51EDFA80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D7F0B28F-A986-64AD-285C-3969B5987D0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D980884-C66C-864B-A15F-EDC8887A3DA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4966912-F0A1-6FF3-F879-5F88C6B0E04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454698B-C92C-A84C-9807-964320EAA1C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B8DC94E-3C7A-D08C-BDE8-C588978102F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9E378B1-DA8D-300F-A3E6-71F97961D44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8794A43-A23A-6239-4F7E-A687B7EDBC3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70A3D46-1FB7-3BA0-D36C-472212878FD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8AD72D0D-EA74-5A17-E96F-9A726DD207B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98684A4-286B-016A-7C4A-5116BCC260DF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7C069A8-679D-E70B-7038-28603A01F8D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764454A-DEE9-6E49-490F-E651006E0E0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A6E72D1-8EE3-5D29-ED94-1F5442E17FB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3FEC241-F3AE-8756-6B49-0D4BCB8FC0C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3ECAF73-AC6F-F958-C2F7-1939703B003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B17FABA-C580-6A5B-72C6-0FAA4FF25BB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583E80A-B762-D539-02A3-1FE1276E69A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BEB47B54-C885-8401-4C74-5B6A9572CD3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E7C9D76-AFEF-8290-187D-C506A78E9B1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C15A73C-9FF3-5247-BA92-C33D6BFD815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B096AB0F-B71F-19B6-8161-34B86F3E6E8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DC4DCA5-8202-F567-878F-E33F1C96C6E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173F126-8447-F491-5A07-DFE275110A1E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BCC0214-086D-1A3F-A365-BFE20C71D9D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B77F1A53-42BE-FD8E-1F12-F76A498F69A3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AEF25A0-40BD-2199-7D74-491003E39086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487D909-A67C-F1AB-AF26-DB805999B3E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7987ACD-2DCD-1DD8-C869-5C03D60F73D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78BBF0B-2699-E089-0D22-B1CA1B5B80A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CD1CC52-3895-FF21-B121-4A131D3D17B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8FBF566-4008-B39E-A7E1-CDB8FFE7D05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55A0889-B416-2DD8-0F89-33F0C59BA911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CC8E6CC2-1271-743C-A866-2E7C5077BA6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B8E6155D-60F5-37D7-CE90-D20EA39CC86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586559A-CB1C-5809-8334-FAC1C3D6DDC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F761867-3567-10BB-B65E-B296BE891DF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C8CB6C8-9125-C1E4-9F54-554D1941E65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8A22F907-06AB-CC2E-AEAE-E1800F750BB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3C09DD3-24BF-F6C3-BCB5-A50FF656C79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49A16AF-250C-E7DA-ACB8-1FF3DA82D16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A9E7D00-4BB1-E75D-581C-D2EC9B82E15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AFBEF43-7C37-A916-BA83-943A3306665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857B09F-91E6-0FAC-0E68-3E174706E09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BB516602-4DEF-7D72-F2BC-9A74C04A153F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3758AA4-21A3-8795-55E0-2CC17468ED6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D6330A4-0524-DD4B-6DAE-883F563BA93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EF080AB-38A5-B02B-5F86-FD162649682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745C0BE-3D70-1E3B-EACE-22B6412C440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0A63368-3180-9620-D9F2-79110E9AFAAA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4FB4CC1-E24B-ED3A-2A3D-0F6390AE5EA1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E64B441-2F34-88B4-8B1D-11CB7E99DCF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557955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8577E-2F85-C8E7-545F-ED6D4E481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1C34E92-64A4-4D82-1D6A-CFDE1A03FE0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B4D4931E-47E7-6226-535A-CF0CAA98FEEC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18935756-18C0-6D2C-6B81-50DDB3E6D6D0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44A7400-EFF7-FA43-1891-24E52EBB850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D572EA6-1BD6-3AA0-7088-EA69CAE018C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E1C8A7E-E011-EF72-E427-2DF03F86BB2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BA021BD-438F-EE6D-21CF-BAC53F13AAD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4575C03F-31D4-6BE6-6421-1CD91F0F260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E1EF756-8AA8-3652-ABE3-5CBAAAE63EC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4FE64B0-ED2A-16F9-4392-2C4F4C5CD2AE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057D554-C862-5E61-FB32-87B0533BE9C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384958B-F904-CCEA-7120-40DE7407C741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BDE5D1D-E13E-E87E-DA8A-F0E26006FA5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ED3DE8A-E1BB-FECF-024D-4BD0F1B1658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C26CC8A-DFE6-EB8E-09AD-1BA354A184D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537738DC-F379-864C-A4B8-0BDEA06F347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C0C1CD2-DB58-7C34-B175-AE5A1FE4F7C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A0039FB-868E-C6B5-3530-3D7DB412DD8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2270ABA-C220-4D46-6CAF-DBF68C38C0E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7B6A29EB-8780-A724-08D8-7C53E1C6270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2735A69-79F9-0A33-24DA-8706639BEBF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BB406BE-6C2D-EC10-344A-9C71CEC8893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EA32AF2-D6DA-47DF-2CA6-606FC4A508F1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725890FA-7D09-227A-DA69-1B1E0EABDF7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9512D61-EE18-1738-0263-32627A26FB7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6755244-AAAC-0E47-D72B-DAB06A42061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2D32866-3321-CE26-5749-0C365E0C48E9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85AA013-815C-C4D0-6160-8711084FED1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DD259BB8-4236-BD57-EC84-6F175C3C5A5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A7DE0568-A0C2-D614-D183-FB394B785C4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083500B-772B-7055-E7FE-F4FF0B33C0C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689321C-D9CF-0815-D79C-16043948D11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9EFF5BDE-A5D0-7C42-2397-A23DAD795A6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72E3C258-E8E7-ECAD-9803-FC6F12026C8F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92A7DC8-2267-52BE-080E-A21E54AB2F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2E4704DB-FB7B-D81E-36EA-93D4FA0F448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5D8942C8-EFB8-E876-992B-E05714C52ED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9C99975-9FD8-C5CF-D1E2-63711FDFEC9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C4B21C4-52A2-023B-22AD-26340A4F230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C6840D6-4DF7-29FE-4A32-23D301A7C55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881B1D3-E8F6-7757-0B2F-AEBE66926B1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C334659-0F78-BD91-089F-C07396D63A9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C305283-5CB2-0FBA-E86E-7FC3228205D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8295969-8BFB-464A-3EC1-E811AC4E16A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5A6A70B-70D7-FDFC-76EB-254A5B5CF19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46F3086-F0CB-1601-3A17-BBE9F81E394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EBB494B-C17A-40A9-1C5F-88707D7AD1A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7A0684C-22BE-45A0-6BBC-ED3CE680544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A47B475-D3D8-E714-74FA-DB0DB977D11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E31FE89-8541-463A-C72B-76474434F87B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03FDE2F-B628-F743-C8F8-11A1BE4B544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7A2C6A9-FE22-DE5F-7955-4FA7141A836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8A05EA8-E871-E618-052F-D206083108D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3029BC1-1F2E-94B0-E6C7-0C0AC093016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D4F005F-5430-749F-C37A-7C967C6A278A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464651A-9006-7919-5CB4-FC69CF9E13A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256A1A4-561F-DDFA-C807-9144F411BA0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A485EC1-80F7-E7C5-3009-E44C1A8EED0C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92578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0F8CAB-99E0-4798-95D0-EE501FB251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2F9F050D-F98C-6150-AB54-64E7FE7295A1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1C1B3C2-0A2E-AFD0-E4C5-F722A077077A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F405DF1-D06F-CEF5-0034-889FB35AFAF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59A9542-57D6-6AB9-1200-B87C1B5C83A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4912B15-DBC9-CE42-F8D2-98B48EA7029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DC1B2817-E70E-04BF-8D91-2D3BA755C7C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A39282B1-333A-1FF0-0976-433566B7D5F9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E37CB3A-F494-A9B9-2DB7-B4C9FCBDA899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DB4EC4A7-8A86-E727-8A16-8DEAEAB7D14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F7C7836-A830-AE21-F8AF-1F24FD166FF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EB1F5EE-E942-B394-5E05-16D574CAC86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036965B-0438-E419-A8BA-60769EE0B92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BD78D05-ED1A-AA3D-EF36-9739C271E63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B76F32E-10C6-3B31-B6D5-AF4280B40C3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757C979-34FD-2C60-9FAD-2FCA9CC377F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FFAA2BF-AF1F-4A31-4CF1-2C629C08B65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EE421F3-6B98-63E2-C9D3-776DA13743D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5618622-B608-A3C6-6661-DF17C269CE0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98251AB0-93BD-4187-3D1D-039675A8423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1B7E73E-A8B8-3AAC-3970-D6209A17A00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41B52CD-0077-2713-FFE5-3587B90D5F5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E741138F-7F5B-6C14-4A0C-BB3A784FDED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8A015ADE-C11E-B206-D238-AEFF33B7A55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AD7D486-CD4B-4BC5-13BA-3A390BF41109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4A201E9-035E-642B-0933-CE70C544757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AD147C0-61D5-1CD6-771C-464EBCDF1FF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B378C16-8227-6B8C-D8DE-A2FF5722EB3F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6D7A8CA-077E-E9E0-93E2-09225CC53FBB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0837BF9-7126-57CF-2375-CF80A558A68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7E76583-03BC-602F-23A2-43C541E39CA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6767F18-9113-F76C-E6A7-1A628BCAE72F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C7123E0-BA71-3F57-734F-CC7D1F34E05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4B38DC9-F487-5691-24D9-8BD2AC3D6C3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C11D4191-F7D8-AA62-0A5B-652BF060155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9945A2C-B29A-6590-288F-3D4EFE388E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332A988-3BE1-E0FF-1AC0-9279DD31822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DB984D41-86AD-AD52-3405-13650C44027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01EE2FA2-E2AF-E2D5-FAD5-5A7FF9E6C308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A8593EC-2440-3FE3-2386-CB47E6CEE1E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E1F309E-0F08-CBF6-6D60-AB4FB5057225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8EE09C3-4D4E-1D41-F5DB-D9657B7338C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DFF36A9-9416-A137-5644-72054F0FA260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32189BE-D101-9476-78F2-172D435D9CC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327B19D-2AA6-8943-F584-14B5F7B200C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9AA6D54-A940-D34B-566F-FC96ACC94AA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25C80B6-9C42-479B-E3D6-BF51FA60BE3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AA261029-FFBD-1B97-CD2A-2147935CD9F8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CF351E4-68A0-3F6E-0520-5302CD6E979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5F54750-FA06-8A4D-F250-92996C3297F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A6E9CF8-03DF-5328-E6BA-B6F04420E0A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70105E1-2F32-93C5-4898-7086C5E35B9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8DB01ACA-59EC-2D57-CD34-1A6F862B96D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8EC0E65-1D55-1471-525B-083A44B1C51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E9D75D8-5645-032D-0757-96D618EBFB9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AEDB528-1CAA-AA98-16F9-51E5439542D9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6CF9818-7F6C-0A85-82A0-6F10B5BF95B3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B062B0D-E09A-6B3A-57DF-D4EB6436C33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8442395-1D67-184F-3F17-C6491596BD00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801096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7D97B-5E1E-BBC6-E7C0-1D9DD1D495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1F0D5990-816D-3D98-053F-ECF42F5D353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67D4863-EE92-0698-CA6A-C71841B6571B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D40834E-F78B-EA57-2D07-4CD8D9F1F8D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AAB70C7-A60C-6CBF-C2CE-593DEBC3D9AE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0F406D67-31EB-7FE6-9ADC-EA14A27C7EB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8E6193D-495D-AA25-198B-3D8E0787B451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854C884-07BF-8885-2379-3963F1ECF05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C71174B-B555-B7B2-6AE4-490EDF1FA9E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51622AB-AD61-FA35-5310-EEDA82FB527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A188C88-C99D-AE62-D187-2DC2EF00859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73B7B30-42C3-7D05-0E24-A0F2C379A31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CC907A39-F498-8658-9DF3-1B854DD2AC9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7C02A56-4A83-27FD-1ECF-0A12AB81D03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39AEE56-56A6-5C0D-3CEA-AD905DB51CA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2BF6288-4E63-9F0E-13E7-ED72E45F4FD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7DAD649-8CF1-727E-10B6-B2F7E1B73A7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1DE6A9E4-7D1D-A2C3-98D5-852541D640A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ED3E2F0-789C-40ED-A61D-55609A2760A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40F60EC-801D-B715-874F-0EEBC58BE49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0D5E8F75-C880-BBAA-E685-074D8B6D452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89A578D-4073-51AE-14C4-DCDF8285319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94502E0-00F6-06DD-EA1E-C88ACFE476D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A23EEA7-3843-2D3B-A361-F108D20CA38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768445C-D2BD-30D9-75CF-C54B4899F6DF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FE35776-6A0D-E925-51D2-7E6CE2A1B18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B2740EB9-F6BC-D04A-CD9C-A7B5B26D367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688F9D7-7B64-8D6F-D239-D8A1EB9AE86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4486514-B2C9-F5D8-86A9-2CD6D8FB8A04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F3A95A9-130C-933C-73B8-4861C9BEFC7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FF2E83D-E10F-D6BF-C1C0-B938661FC2B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ED3E59E-5338-4D5C-9A3F-9431D00E1774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7A2F330-6D32-61B5-CD16-9F35C7C2E93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0F4EFE7-E482-2B8C-95F3-BBC395CB387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0E63D367-272D-5DB8-1265-C3973608CC7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A818D0C3-EC84-8C2A-E2D5-A08E2F5C8CA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60ECAC8-1830-7882-06B0-A49F6293C1A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0144167F-D9FB-0E3D-772D-0D1CFC6B289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770062C-6CF6-EE10-6DA3-CFFC1B40408D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9FE900F-D968-AFA9-0C0A-ADBDF55ABB1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73A79895-BFBA-130C-0D5D-3717DCA49C4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C262C34-0EBF-7992-8C0F-F476C70B616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15184A68-91E7-E4AF-EA18-2D162420231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79D7599-B9CB-CC09-B239-52D116042BF4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B580124-0026-FD44-0518-4A51D4EF25F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5A836C9-D0C0-5CDF-CFB8-8764B6D2905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9ED3C7B7-E7C2-66C3-3503-373504735FA7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67ADF0F-B0BB-DF91-9F47-A7F4BC6635DC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8DAEC7B-99BD-AE3D-3347-7312CD76BBB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C992321-834D-820F-13E1-01B5FCF9C7C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4DB51D2-46B5-B698-18E1-45B8E58A4E11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ADDBAA1-7DDE-5801-671F-273B256F8456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367A440-B216-B65E-85F4-81015AF2860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ED1C0B79-9A5D-1AE2-969B-ED245A82FDB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93C353D-37B7-0218-D80E-8824E93F98F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E8AC06C-E111-47CE-38F8-0A3E974197E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D0D18CD-406F-4EF1-721C-400D3030E01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2D1B35E-6CFE-2651-EE6D-591D67069DA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D56B02B-3575-38DE-3E61-C4A71E2CA3D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3446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6D8EC1-8A58-DE0C-F7D6-739F947B35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EB0F9FC-F826-93F8-E263-CECF5C49D7F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67AB57CC-2220-8EE1-261B-FE5AF645FBCE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2530D3AB-9EAF-383C-FA53-AEF59ED8BFE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BCC23B1-84BB-D533-B337-68EA63F040D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6BFD4A92-6045-8104-4901-8684CBDF0FE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FBA6649-5873-E400-A1F9-52CBA253A8E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BAC97AA-ADBD-74A1-E862-190BD78C199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E5DFECB4-FC45-CD15-D78F-CFD21589A5B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734CCEC4-421C-BF83-5D3A-B16BB6A4ED4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68EFCFE-CB76-63A2-A400-C14C24B986A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8E1F215-78FB-10B8-62BD-73B01FE04FA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BB7A451-DE89-B910-89E8-37E9475CFF9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B30D683-2A78-C361-947A-4F2F37C32B0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ACE2474-1F50-5F86-6CA4-4788907B518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19987D2-4411-4DF2-AA94-C7B593FA549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851FC25-E311-308E-BE29-B621E21F9B57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27649FCB-FCF1-388C-4E99-AF107ECC876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D6C3850A-2C13-EE43-899D-C55D67FA7137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19C2916-99F9-0D51-2FE9-67DBC3643FA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EFA6F68-91B8-E93A-1DE2-5E2BB353B9A7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771D5AF2-EFCB-6619-3FE2-8340F745F78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C849F86-C4EB-F960-4D88-63D08512E05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FDEF1A94-3BC9-92DF-19F6-DFFBE21DD90A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2B6C386-373A-60E3-4AB9-0DF2993E229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2D0DC0A-E12C-3500-CD97-411872A2659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55516B9-8FFD-2D4B-FF76-1D6A3D29DE3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7798C73-9C0D-D8F1-BB8E-F5688A63EE2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5F6D523-99A8-D902-76BF-9AD70C7A34C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370B39E-89AE-7F0D-6EF5-ECDAE0F3033A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C349C61-29A1-BC23-BCF9-3739C48BEA02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422D98F-2280-6B2F-5BBA-77B8B479DD2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F08CF20A-F81D-01E2-3A13-F3E58DB458F1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2AAA47D-3BC7-751C-CFE4-A09CBB60311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5D8195B-D1E9-EA75-AD1E-38B65838FAA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60C54CA-0CBF-3AC7-F0FC-9217A55BD4F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6A971E2-757A-F515-7E05-5EB488EFED1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7686616-9BB9-0685-1669-9B51ABF4D19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C8396ABB-88DA-47AB-6D51-9F7145DFB65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AF71278-B76B-7AEC-DADB-05CA002AFFB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4317A32-B5A0-FFA6-FAA0-7C61CD9DA40E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2A7CE43-9891-9D09-25E8-5B3699D5156A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7E4D4C6-C1B6-679F-383C-65BB9691F36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5A12873-3EEC-4FC4-0452-345A6BC03180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D931095-0D8C-7C27-3811-891B4C28C81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1AB667D1-4A8E-6FD9-CF99-1FA02773B87C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7CE9D70-9CEB-4F16-2697-C49CB98CE8F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39E69BB-1F97-DAF0-15AC-B319D4F07DFF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1182052-6091-3D13-EDED-5B66BA57444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1B602B8-EF37-E1D9-31E1-5EC6F7B26029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36F08CD-1898-5179-8EED-569B686168B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96937EE-858A-D523-A5A3-A3F095AADF6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B251921D-1E42-C48B-E679-43FF022E5C83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C43C44B-8551-199D-DF8D-14B0D72BA43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2D9CF48-F38E-582D-5AB3-9A9520E6215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D14687EA-DEEC-BD8C-0FF0-E84D68416BF7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1542123-FA3E-ED2E-4E9E-99FFE54D11B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65F970F-55C9-1399-FE41-9583EE3F4B3B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AB9D991-6EF8-725A-60B2-5D65E534B06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1938321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EB021-369D-6F53-E063-21BE883D4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526FD70-02BA-290A-558D-4181B229813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0F560A0-78E6-A1A8-1B98-0F43CE8C238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DB6E377-4635-2F14-1629-67B50A4B095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3864941-DDD9-4300-45AC-9643F36940D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31D2E420-B65D-972C-88CA-1D45C2DA0AC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02172B3-292F-962E-CBED-FBFC1CB3CA42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15DAA78-B019-C950-30A4-79DD9A927CA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2529386-B98A-6E01-55FF-1AC70F1F920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18521CA-DCDD-88C0-D0F1-2F80FA1FCC0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E0E627D-162D-F7A5-77CA-3B47CE05A1D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2185CC1F-BA3D-4C87-4921-B1E3A6C64568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53F6EA7-6D37-CFB0-E384-92C82DD0672A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2C1E28B-1415-A8E1-38BB-099A6A19E5CA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A9E5C8E4-2033-C8D0-9F94-BE731AE3499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46966BC-11B2-4D38-22C4-45DCEFBDAD4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A99DDAA2-85AC-57DA-C076-D5AB12B2234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9FAD633-C68A-388C-0429-EB3E2519C52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D78D2BF-2E9F-4ED0-1BE6-D155483ACCA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2E6EB1E-DE9D-01B7-A646-8D3F2DB7F6D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491B5FF-E3BE-E249-9A1E-02B3108CAD5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B129EAE9-6A44-153E-86C9-8EE0197A3DA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158E0F37-45C8-3B99-F5AB-777C330E9D54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D35E61A2-A3CC-D6F7-AEA2-4956760295B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5260D6F-1425-1FCB-57D9-20963389614D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20F7E10-2386-A102-0CAB-BA696E79208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1A19FB8-EEB0-6DAD-2174-F03F44E0E8B6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9D29D93-D611-C8F6-8CC7-829ED179739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038350B-E428-34FA-0909-DCFEE7D573A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13DC3FC-B83F-CA20-9CC4-E2A62AD1826D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2235413-C3A3-F276-B3CF-57497829108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3DCBEE2-1646-8498-FCDA-200614756CD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684584D-CB1A-D1C6-278D-BE652C0F600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64C7A956-76C3-9EF8-373F-FB67C767FD2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94638DB2-ADE3-46EC-538B-350DF697C2C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92A4D2DB-1C83-8FEC-5993-F541FEFD151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4D20F4CF-B760-C733-95DB-929E4756218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3342E1E-7BEE-AD1C-5EC7-3857BE174C12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DD7C25F-7D87-BCAB-DF02-11274C720FA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A6CB460-C828-4E32-5047-F8BD522B5CF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6530ED2-C4AF-160E-4545-8AD18AD7D610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8A5A020-CCF9-7023-39C4-340DC0ABF783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95E5E381-ED03-7023-17D7-58718C51729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766D2331-D52A-44C5-9399-5A40C647B15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9EC08F8-502B-8ECF-C0A2-35834CF5167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D44343A-55AF-A7F8-8261-2D6E8355917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974E83D-7E10-979A-E330-76DFC463323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977F3CA-66CA-7312-BFC8-5AE5465AA21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F59B8A7F-8536-550A-8CC8-BF46D5AAB674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4FF52A31-EA0E-04DF-05BF-4DF7577E742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C8E0EBF-C4B9-FB80-4E47-D069E0C1958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A905E40-D367-80B1-7E5C-ED61FF3C165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705675A-9535-B794-A298-48F66805CA0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FA5365D3-5A7F-9294-325C-3649C337B40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70ADE310-EFCE-7099-DC3A-4C789C8432F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126F5AD-FDD8-2B5C-F1C3-66A420F70A2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B436782-2D79-CD12-5F24-9DFFA0D2ADC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A7714A-AF0F-556E-F45C-E3110FE5387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D8580F4-C8FD-60F4-077C-61C58B51C0B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1434790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55F754-1A55-B4E8-C44D-41FFFD7ACA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AB3F974-82B7-C8C4-EEC2-E51F6A858E5F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C0E951D-AE16-402F-0BD9-94523B08BF3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DF8F6DD-D8BC-3401-B07A-518BAF232F3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11A536E7-94A5-56EC-95BF-A0E50533A50F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D06ACFA-9876-1DE6-1BC0-582006D99D5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7CEC358-540A-DE70-460E-344618DD65D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2AF3EC7-8243-C4F9-FA4A-555E484ABEC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43089EE-187D-114C-304C-3AC0B190690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3D29EEE-ED70-4D3A-B933-45BA0B6F429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DBF9F969-0868-3207-75C4-B81075F58A24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943AE22D-862B-2F5D-3F9B-028CB13A13B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452E1AC-4569-B280-6B4D-76A0732631F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C227D71-85D1-DF06-20A1-2AB8EBB6268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956535C-58D0-5595-DCB5-30E772E14FD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59A5ECCD-5738-2024-0C2D-48F76D19223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31469A2A-CADD-EBE5-07B1-DA2686749A3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2DBF7FF-4E13-BC86-65EF-B456EBC75E0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057CB88-4119-5F86-7B70-B34DAF2DD321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733B428-F1E4-729C-7A77-133D26D067D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0114364-B8E6-A8E0-BC0E-24286A2B958D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43BE9D6-48CB-50A6-5F8A-9B54848F77A8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C286A79-3172-E32A-4BA5-502DFB1CD69B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2CDB0A4-8B65-EAA2-5BE2-6CB824C445A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A99E502-A223-7F92-2142-43CC669EB11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A8B9D58-2E40-58C0-E1E9-C9DE6454B0EC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685E2E11-EF3C-9073-C5D6-F46C2980C60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53BD4D92-DB66-F7F8-1674-6FAB951F6810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A14EA124-F701-D9B4-EB33-7C20AF6315E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B768141-5993-762A-2E76-92F71F307520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0640D62C-E74F-9C78-9508-F0D013D2442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E2A2822-9281-93C4-E89E-0B094580298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F10BE2A-C1A5-AE84-AF10-527ED0C5914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1E37339-EAB1-F382-15B8-E0C70102045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166A6DC-9886-34C8-0735-06C393CD10A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CA98298-CEA9-65AF-61E7-60684BB34D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BB5795D-2DAF-0621-25EF-B60324DB185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1E31B45-51F3-8DB3-19F3-379E2249E90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0A7CE97-464A-4445-2147-9377BB53149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1CF7D78E-E84B-DF79-A88D-90CE134315A4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0182C8F1-92F5-8082-80EC-407AB28167F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F4BE5984-0CEB-D97A-5B93-F60997E792B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09685A9-F0B8-7AD8-FD94-805FC8409042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43E5DCC-0E27-F668-D7EF-48033BA55678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A49DEBD-8B4A-A203-A544-E61D12F2557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A100D168-0A60-4299-97EC-9A6651E263E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C1AB67F-CCC9-9B13-9E14-9B25EAD9311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43851E9-9984-9177-B29D-47B190CB4E2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2F79669-6025-1565-A648-3518F39447F8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D0439F8-5D3F-0FE9-E84A-04644E3C881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DF1B438-8CC6-D967-8B9F-272A7B27C58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054651D-2C77-BDB9-6E8F-0414B946D18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BF81376-8EA8-EE4D-EED6-DC013DF8DB38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066A7E1-C8D0-472C-24C6-7EAC89400C4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F70986A-2913-05C9-6073-1D86E4BE32E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8F1335F-A843-6494-A98C-370ABF5F330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3B6DAE2-6F9E-D739-FA2E-6DDE249E912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422BB0A-8E27-6102-7671-9BC5AFBAEA49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FBBEB86-CB53-0B66-AB6D-ABFBA518C64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177789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DFAF62-DD89-CD1F-2034-AE3656270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9B1A6082-7830-70A2-4F82-3DA5F95699A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B420B77-960F-66B2-999D-5896896730E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E554956-879D-57E2-CE67-9C059BCDD4B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7DF0B8C-2934-E1B4-F8F1-7BE7C28EBE0B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45B3F4C-E4D6-E080-DD15-977BCF62968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B29FD8EE-7DF5-8C7B-6857-A1BB93E8EFF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53E8A82-BE08-95F0-0851-C39C150AB5C6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A85EB69-EAF9-16EE-D8D4-A7594EDC9FD5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9339876-E349-E265-4157-C5094F56B9B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B81E10D-942A-303D-8C31-8BCA24926B4C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667270FF-BA8B-CE20-2195-24F554CC318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5A0C3FD2-F3FC-EB4C-7D9C-E062E824366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0F2451A4-A56B-EC94-6574-A86C9F5ADB1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A21731F-C1D8-4B1F-CB74-6E4ACB585F3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D26C025-1E8A-51B6-A909-34906CF1B35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E6E9DE9-CF51-AC38-7C28-BB0D9248E4C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3265E90-DFBC-7BA3-5205-53EE5381741E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817BDE9D-8DCF-D4C4-4E78-24471E065DF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34C010FE-4307-09E1-9C8E-3C78736E39CF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BC2EEE1-6801-ACAE-F2F4-9DED9AC57C7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FC51104-FAFC-FCC1-BC8C-6912C7D2900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0F1689F-C078-C332-1DB9-7EF0860F397D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BE0B7EC-E287-FF2F-F852-404EA521629D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963A4A2-6E26-23AA-6FFD-9A38464DC9A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3058B65-DA91-E918-DD46-F4F6C9B4CA3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A9020144-44D8-166B-3B30-EF4770AB8F2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E5F7CD2-B269-E7F9-9596-0B88DEF6363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C1D5F02F-16E5-8914-8D92-3038FC980D90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7555FD2A-70B2-E57A-E5A7-4300D4E5AB01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C3DC5783-A66E-2789-168A-BCA4D259DCF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867FEA7-6ACB-8F64-FC9A-E1ACD7625835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B8FD93D-3397-B9F0-70FB-617F155AC96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C51959CB-D959-F163-ACD4-5C93A2B8FA1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1812CA3-871D-91CF-2D58-88D60D3EF48B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9198788-51DC-3A6C-746E-21860CB7CA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76367F8-A3A3-C808-D45C-9A420FC9FBD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36B14116-6AC9-BD70-E992-D84B32D32914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6F4A79B-2964-17DB-3FDC-F90DB0F6F07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3BD0DD3-B5FC-E4C7-2093-40B355BD056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8EF2DDF-D971-A915-A4F2-0D125D9E76E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94CC0C6-0B00-32D6-9848-327047E7F98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CF56ADC-0676-E698-3BAC-A7E6DD80F71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415B453-A6B5-FA02-AFBF-446D0ED563A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DC0D07A-4751-4D57-3EFA-A343AF6AFA5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659C52CE-A36C-C75A-4991-C6635DA3CB0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E604713-8784-614A-7D10-1F2F8BDBF74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3E808F7-20FE-5720-01A1-40582D82166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C551A08D-E487-35F6-F727-B47DCBC5C41D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5D9F91DF-C2D2-6F38-FB5E-60522E484CF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904F3DD0-7FBA-5BBE-BEA1-4F85905C379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5649CF35-0E33-28CA-13F0-A396CA76DC3A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6506F12-54E3-FDB9-50A6-48ED1C1B462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FAE5785-1D2C-157E-87CA-ED59B24A071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C98D5CE-F556-F00F-C6EC-565E7B4EC81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4C56249-2685-D638-2268-E97F8EA6D78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DC3A40F-7C28-86E9-C3F9-827B45ED6F9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C88532D-55AF-2319-A132-4F9A7E673BB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5ACD015-97F9-BE59-DEF2-AB38F2B9059F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090699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C0FEF6-CA72-CD66-634C-A671A9BDD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788CB6A-FA68-3ABE-5151-082CB9D0131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30206DF8-86C4-4ED3-6A4C-0DCF7896466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9105A558-8512-867D-D32C-3A1375266DA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E56E090-DAC4-A8F8-2913-801A340544E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3BABD2A-1AFB-3C0F-5921-1700E2765CE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172E5C66-5C00-A948-1A98-385EBE69171E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3865C70-2CFE-AF3F-C3EA-B5B526B691C1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06CFBD8C-7D26-4AB6-AFC9-FC2B1E662A1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5D78685-C0B4-12E2-ED0D-4183FE773566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E97914E-3AD1-FA94-4028-0518F0D622DF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58BC41DA-F122-55C5-C7F9-2E48877ACF69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BFD9A39-D654-1B4D-389C-4703EE76147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496C88D-7ED8-3FE9-733E-C361D36229D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9C4150DD-96F3-D98F-7350-782A0B27DA62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2D15933-0B09-8171-5974-F0E03FCF20F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1355F05-4A84-D82A-FBD6-4B2F1E5B82A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036919EB-A3A8-966F-60B0-D514C6E568A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AF12495-12F4-1F47-C160-D774B2390099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329979A-7847-7C1B-1E7D-F964A565C81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0B899CC-66AF-0E28-0DAF-8C88F914E45F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E72D411-7E5F-12A9-272D-48EEE81DE61F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FD6E62C2-BF28-B9F9-8496-F81665528E50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26FC3D9-61AF-C063-3B10-DCC0710C133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6B004D0-C410-87B3-40CD-5AE18CF03756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A21CB27-8CD3-D468-3E70-D307F558DB6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24AA908-CBB1-C7C2-948A-8738E857DC7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59BEC26-F8B7-F349-12F9-8427A61F0A7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10C94D5-374C-C0B8-8C12-17F388489F0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2DFC106-D3E5-6D3F-2AD7-3A9C62789331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272321A-352E-243A-3240-BEBAB1EF8B6C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489932C-B5F1-79C0-CAA6-6A2177EA7D8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32A913B-685D-388B-CC92-64056873937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4F80165-700A-DE48-C71E-4D811CD8339A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A437EC06-EBD4-7EB9-2D95-39EA192D8CDD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D15555DB-4020-BF8C-CF0D-9F01A005A07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FA8F0DC-6999-9E59-17D5-9F1C82660D6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616F55B3-5A43-424F-9A6E-162549BA206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F1223A7-DE55-5D85-ED1B-00D356DB1E0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97A3029-D804-B68D-CC75-82CA51440FB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5F881F9-DD39-AC88-664B-6745C8DB9BA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965A8B52-CF65-180B-8D27-B54BE6BCF149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B0BF016-F18E-A0BF-3937-32CDF3940B0C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540A179-F7D5-4DFF-E96D-840A0EAE552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20B54B19-E5AC-0C41-DA37-12E1A6BFB319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B6408A9-F280-3AC5-476D-BD471E6EC1A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5AE207EB-AD1F-EAB0-7AC0-66A13BAF80BC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BFA90B1-2FB3-7C9D-28A1-AF1216762EEB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4A524625-C5A0-0125-1D0E-47B5C63C9D7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40DF118-D078-BC4A-B66A-32CEBCD887F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C3FC058-4808-ECC3-11AC-95494AF2401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0D4956FE-97D4-8B32-01A4-727FE3210DE4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D071C69-49C3-CE99-FB7D-49AC1729AB40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BAA71902-8CB4-C6E1-C2C0-51E72924393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D666BFE-2EDA-F065-F724-D02AB3CDD57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1207AD1B-00D3-5CBD-D78A-E7A7C147735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35AD522-926D-5973-B1FB-67C7359D1267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83E0301-8C6F-7648-C2DE-FD06E8E2662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D35DB6A-205D-F56E-9DC7-C05D5FF0AC8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118700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3467E7-A115-C954-E3F7-FC47899E95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38C26A7-271F-544A-8050-40016F0F978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2492EA9E-0624-986B-866E-AA5FC9CFA39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9E7CD0D-9367-1816-39AA-440CB2BDC14A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3B0F30B-B147-49F7-EA77-B167D4D1AD5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73A3ABD3-91A1-2D67-34D0-4F6E8FE8C5F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59EF632E-FF7C-037B-AC62-7F6732F19A0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3AE8BC8-8B7E-483A-10E7-249C9C71BFC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326A5F7-ACD7-E56F-E5E3-9D883B61589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AE8BFBF-0B61-8A60-5491-48B9270D40F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47A16002-53C4-898D-6AC4-C5CCCD68456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EDEDC7C-7FD0-1FB2-E552-38DF6B555EF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9C40E07F-0AFE-24B9-6F6A-4256FA0FC8A7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913DCF0-02EC-51F9-60F2-EFE2B4F4F931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45D207B7-785C-B834-0160-EF1C3F9A289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D59023D-58A8-F59D-2871-442550568052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14B8F1E-822C-BDC4-BC9A-48A05BF477F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50A727F6-E99D-942C-A3BA-2226847BDFD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4D626D7-F168-2A27-0312-ED27242E8A7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5860D49-D172-520F-28A8-C7C75592EFE5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26EBDF92-300B-F4B0-F4C8-4A608D3D9B0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EA4E1F6-3E46-9859-979E-FB619C689DB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449F64D-6C38-B3B8-18BF-74CBF90C52C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89F9AE9-6A93-94AB-0EA8-D16301ED35C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10A99A1-4E67-AE8E-5766-C5D0770BFB42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43B57A7-7263-2086-3F87-1549181C641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4492CAF2-8CBB-C9B5-D8D1-2925EB92D980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2BD4A72-8B14-F635-A4F8-4DDD57CEC5B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C271E6E-C666-D144-3B3F-6E040E61D00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9B33DC6-03E5-7766-8EB7-AF6CC23C780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6875CF1-D12A-8F58-BB09-86386CA1F05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B64E330-3269-458D-B3BA-AB3B95439DF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A7C4B077-CBD7-0539-AB60-62732D7A84F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B843B2D-CCAA-6655-0A11-A18BFF89CD4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FCCF801D-8685-29E4-8BA1-228D3078C14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8BB7A73-8B08-A5BA-6B3C-9FBBFF9305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A2D3D17-F1F7-EB0B-BE34-F2F16077390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6E0183D-5A8F-CA5D-899C-71F495366AA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9E349479-B072-D5C6-2A67-457C4D58E17E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D6F26D8-03EF-79DC-FBFB-CFDC0D52358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B214314-8E68-9CFA-21A2-CF91CCDBABD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29E5F14-9735-A9BC-4A13-DE3E3029F6C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7CF69CE-33F5-452A-49AE-882B283DAD66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69B842CB-0D14-A0C2-9BB4-B4A7002BD4D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1A2F0E6D-723D-3513-B585-96FA2C9DE66B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768D6DE-2994-3B60-32C7-3374CBFBC79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0E7021D-9899-BD46-05DB-1F4B2853DBF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AB231B0-F88B-84F3-A984-1C632F10977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71CBD8E-20FE-C91A-941E-A3A8008D79D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B10DF9B4-D398-A805-CD50-891C0B2B8217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078C661-66EC-46B5-12AD-68D7725BD0A0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44C4856-3076-AD85-EDCF-FE3FBD1C651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B1328BC-24F1-5F63-C730-AAC4A748C50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D21CD5F7-E89E-B139-DA99-BBEEAF86D5C2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43D6FBE-350A-CDF1-68B9-C913208AF12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2023460-E151-FF48-527B-772B48A68FE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E0C5A4C-69AE-8DDE-B621-2CCE6B25AA6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0F0779A-8D46-C083-2452-3378D163818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67755DE-D378-8934-E906-A3648DDC1A0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816963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21DF97-2BE2-19C1-EEBE-E383EBE489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D19FBC5-F982-C0A4-8102-30C79548FD54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1E05857-6884-0D04-2459-D61DFF60ADB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6992D8ED-58FB-58F3-6489-AF70A3ADE83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19B28A4-7091-4663-1214-CCA6CC62B18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73E6C75-C0D7-225A-20D3-877F8DD45C3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877AB607-3329-BC63-566F-B3A4F404015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BFC5BC47-F400-33DD-5350-2CD2FBBEE70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926087E9-5396-BE98-663B-69C7EA33A08F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CF2CFF4-C725-69EE-AE78-0F317966BC28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D7F73A1-15B7-21E9-1953-09C6AD6427D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8DE09F1-2D6D-FDAA-8E1D-4A2D725197AC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28EEB39-A38B-EE28-D336-9C60722E844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EFE93B1-B8BC-55E3-EEBC-5E007B0A28D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5F010D9-1951-5277-E355-A468A5C2E1AF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3608749-6377-F8A3-2D3D-0CA46DE1659A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D0667D9-83F5-CC17-B3FF-836FD329FE0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3A36761-6DE3-2DD1-1E06-A34ACC63326B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DBFFFFA-B562-6F3E-1F0C-5E372B65E59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817800C-D808-0644-E141-D13446AA18E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3F3534F-4A1C-DF29-3D04-3177FEB1D4F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88289F5C-36E2-DB23-9DDC-A20F0703DC9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A962B0D-BCD7-D090-716F-D4023F5B9C4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274DE526-49C9-5139-B2FE-F6001179CA83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8E6CC535-F88C-0D4C-7514-E91D1F3EC733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012BABA-1E5E-F982-35B1-121F2A7236D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41BCCAD-278C-5C46-CFBF-C97514A476F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0355E603-ABB9-96B1-73FF-A1DB46655C1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F05DA87A-FEA4-8912-AD9D-AA02F8E8871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F1CA400-A36B-4592-7B5E-D85A55B41F82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738962F-4CE1-0AA1-3BA2-5F85D09F40A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BD7AC3E6-DB66-9C2D-A758-AB650A38513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A6D8870-5DFB-9ED2-2227-5A1A5EDEC56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1A429E5-5B5A-2AD9-585F-04F5349A0A90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F5F6657-BFEE-DBDA-AF9E-6928DB618AF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BD049D5-9896-70C6-CC2D-FF8BA2967D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3B40393-C5AD-F718-7E19-1F4D6D0BDA01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C25F6F9A-9ED2-02E2-BD9C-87C54DA10DA0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EBA2043-CCA6-29B4-1952-C285E7FC6AC9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A4EC593E-16FA-C211-BEB6-C09FF41D86D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1590DAF-57F2-A4D0-78B7-6F474E9DB6E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EC0C920-8D1C-82FE-ADD2-8FB7EB024B6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28EF8AD-BCA9-0CCF-5999-58F9DBC6A48D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B02C59C-D272-A3B7-EDFA-C8559919D23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A8C0BE7-B6B3-347C-F971-0DC24FD380EE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AFD84B1-BF56-66DB-8EB4-6408BACBE36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C04DFB3-5D12-FDFA-190B-CA061451920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CC91442-CE1B-42B3-10FF-B64BF7C14FE4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49D82E1-5827-7FD2-8780-6BA573328A6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8F7FE21-760D-EE65-DE20-0BF65D04840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94C6923-690C-CC50-7DE7-8B74FD14AFD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790F707A-1E1E-BB08-A2F8-B701586BC7F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11A79E9-9061-CDF4-15B6-FB0E8CE6CDAA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96ADFA13-A46E-F19C-78F7-D9FEED3A21D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2B45C10-8BCB-390D-83B9-BA5FB7DD77EF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222E752-B1BF-6C80-A02F-8E0ACCD2892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C62477B-7B42-3CCF-319E-3101936B0DB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EDDD922-EEDE-A105-83BF-22BA80F44868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66B4A1F-CCE2-7E12-A4BD-C997D84DF3D9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852046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7EC50-AABC-74D5-8572-D656EE58E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5FFC910-BF57-1053-5928-E9C80339128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A72330CF-FCD3-4CCA-6889-09F4BCD0B04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13142EC-718E-1372-6FAB-F030201D71F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6CD7F32-F09D-C111-9017-100E5B717D2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8D4613A-DD3E-EA45-4085-64A01057B345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D491321-910A-7AF3-AD47-2FD5FE9FC0F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11CCF54-5F75-4153-B103-B9643724043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508F093-A2E6-D7F0-E36E-4B489A7A0AE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9B03ED5-3F14-0D7A-ECA6-B32F764E7E22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551D1BA-11F4-798B-2D49-0603A9F803D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9F78DB0-AD9D-1293-0259-04A8600A67E6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2A6B40F2-07E2-466D-C068-F91DCBBB114F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A371385-5FDD-4D99-2B3E-CF96AD8459B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DD9AFCBB-A034-DC1B-4CCF-DF9D3DD8D8E7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E50A5C7-BBE0-2A82-1AC6-44BC2CDAB1B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83C4853-C376-0A38-675B-F4DA5CFCD256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E5606BF8-ECEE-181B-EE4C-1379CC917F21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A3DE04D4-A6D1-CB8F-92A4-47C778C3B65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4A562B23-69F6-14FC-F6A5-9F5A56C8EEC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5467381A-ED00-D3DA-BEC8-56C8EDDF7B9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C6C339F-659F-C2A1-E802-2B8E80F469E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33C93EF-0A0D-E0F0-8D5F-A9427C0808D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E5C84797-1708-D7A0-4A86-149CC8A9AB70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9EABC19-3469-2EBC-C8D0-282A90E2A061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0303BFB-EB5B-0E60-85B2-AC420A47624D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F9099F0E-2492-F106-D148-41F3C688F4D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8551CAD-721D-A026-2033-ACBCD9394F5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EC0EDC8-B73A-26E9-64C8-E12E29EFFC8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BBF8A7BD-A6A2-413A-B759-0AC4DB6EF2F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C3A8007-76C5-C524-D641-962E0E044DB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4C50347-3F8A-D481-7F67-64469B7BDA50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7B1C181A-75EE-C67E-469A-3094E0FF1B9E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AB758EA5-C309-9FFD-C04F-EF38EAD51FF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EA34C9B-037F-60D1-E54E-88CA427FC4C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2B70346-0110-F697-C032-B4B82CD5C1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747DD6B-0CBF-5FBE-5DFE-AE9D19287B8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277BBF19-A279-2421-546C-D07EDBC1CFD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17F366E-4BAA-10F0-D7D1-A9DA798B1B0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2FB3040D-1D3E-E531-51E5-0C73C4F4BB3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420F74B-F1F5-E929-F468-DB145006715C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AA8D48E-E798-DEC0-A221-127D20FA557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F40BB7F-F740-F893-91A4-2C92A8CAF34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514D9E2-E71B-D90B-878B-76729845502D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F96EAD0-7B89-28A9-A1D2-7DC2E0327E1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25A129D-EBD5-0C3D-1F25-85A79507529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DA725BA-3A46-ED8F-4E39-19DAD21FA22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C796A82A-BD69-C271-FCD3-657C5816D4EE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ECE43E4-E369-9528-52B0-12E716FDF76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164F48C-57AB-0037-9DDC-732312B313BC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CF74C83-7D7D-5BD8-0996-84E230BFF67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46512AF-2BDA-7C8D-667E-54238956E30B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A4630B8-2DC3-5B8F-6D12-0B280D54482B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ABD1B00-3484-F77F-CDF8-13B9BA4EA51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44EEBBE-5CC6-DE1D-BB68-00A8DCC219A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4751819A-8312-7F72-D157-998886336E62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277BD74-F668-C057-5F3D-AA1AD86F4E9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A151BE1-911F-200E-A277-AF284DC893FD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EEEEBC1-AAA4-C299-32F5-21FBF0D2A1E8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8586970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EFF92A-0120-352A-F918-8E69D0597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610B4C3-697A-F7BC-034C-1614EB42D58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E1103081-4744-9EC0-109F-5BDA1A7B8D2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FC7A3DE-FC66-E609-5AD7-69781BF3EEA1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72ED61FF-35D1-F08C-3014-4CBE351F6AE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9AE25AA-486D-1869-9D93-159CC91581E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E0C271F-46B9-E285-F149-ECA169E68C5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C474BD74-2D3B-8FE2-CE8F-B4D5A1B5A014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37BAF33-4756-481C-DF16-A86541CED1C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A577685C-7BCF-65AD-64AA-756062700AD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A858C325-6F80-D55E-1C29-4528F06D79F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FF24A65-4FD2-E02C-ACBF-90429D7D2FA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CF7C27A-7E8B-5652-1978-7B4B4FB1821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56533CCE-2CBB-58F5-6036-59B4F75F2CA5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9CA4EFB-972D-5AAC-9795-95FA424482F6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695EF59D-AC33-824C-204B-BD9D0D0A8A2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191500A1-B37B-ED94-A4CC-7C0462220DD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7226D78-993A-C217-8F7E-5B5083E512C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BD015EAF-4423-A176-E9FE-92614E70841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202665C4-345E-C8AE-C6EA-70A97A93875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BCFF8EB-377C-2F2F-96B5-E8C6003CEE3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93EFD527-0C67-A849-2B1F-97AA18FC987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4B28B72-7084-AB69-BB62-E73E4186E6B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DED894F-3D91-EB75-BA0F-C461554AE02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DE436D4-B928-91AE-9A2D-1BC2ABEB8A3A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5BBA428-1F1B-F79B-BE90-5C1E061F16DA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FE0DF7F-4C68-3C9D-BBC6-EFB92E08AF51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196577E-830E-AD76-BAEC-6CB05C8CE458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44F70739-34BB-57C8-8EA1-C93378F21B43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6C41EDD0-42E2-06C7-7079-6376606D606F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0E75D7D-E876-62F7-BC22-7DA5DB6436CF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74A143C2-1EF9-1C9F-89E8-E44488761F1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9EAF545-FE61-1BD1-7A81-2BD31FE2EFD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4DC44496-A64D-D667-98D9-906BF30CC88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46873402-543F-841F-DA79-F84CED915A0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A5B1706-A9E4-8136-AE7C-2539799206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56A8B726-4CA2-A533-F5E8-8DEEF7C0672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9471F0FE-A91F-6FAF-82DA-5FE3C3B6711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2FAD4F2-1648-3658-CE40-05989CC4F34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90B074E8-58F3-891D-5F29-158813ACAFFE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7684DB5-4825-A24A-7212-93B098DA2C2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44E106EB-CD02-1604-9CED-B6BCC1F7737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6821FCA-5C4B-5ED5-E2A6-2A5F27FB7C4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E8A6FE17-FFCE-413A-27AF-6DB5E06C604B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C6E56E5-C804-2C3A-B830-2C065869C1B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0402F0A-573B-F549-B08D-B7211D844AC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0E105625-7485-508A-2E61-05848A9DA33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BBC082A1-F557-FA5F-5EC1-97E1C49A2E3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D9408F3-5D35-373A-47EF-C7602F49ACF9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C91F5071-0BEB-996C-4B99-FF5A2D9A3832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D756FB9B-9523-7AAC-EE25-13B6992FADE2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D846BFD6-7709-FEC4-02AA-863A7E3F0BB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EB03D64-1097-FD15-5891-BCFBF721E69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74476AC5-C6E4-7923-3710-6FAD1F328FD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9D290F71-1017-8854-FB44-7D863F2D5EB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2F2B900-E3D0-FDE8-E340-2FEB27B1F7C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8E57BC9-ECB7-6497-8B23-F8DCCA42966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B5C9702-A765-38F2-F3BB-E0EB06439B2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86931FF-27D7-51F7-30F8-5C39DD5D78B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0103151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493D7B-CFA9-9733-BE9B-31CADEB89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CF98EF9-6FB7-5088-29DC-35A941CCC3CE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4B299FE4-3D1C-A510-93C5-9EB386111272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8C7DB86-EA19-E636-88A8-4D7A0643D1F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046BC6A-3A6E-E689-D6F5-084914D1ADC8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2C92C01E-53A4-E566-02B2-C02601BB3642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25869F12-549A-3C69-C16E-7523803F3065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D0BF426-4AB5-CEF1-3CA9-9131BF5A32DF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391766E-5A70-42F3-9AB6-2154CCDC45B2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BB71F09-8E0A-F108-B5FB-591C585AE921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EC1D5D2-89E5-7DF1-D010-1E1E137F328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2EE8D61-18DF-775A-1642-14F007984A6A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247F4F2-56FC-040E-7071-9CAC462EF67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7D05082-81B5-9787-53EB-7E7B0E3A78A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7BD51FF-0AC3-0DA3-A004-DAF02849671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2B663AF-00E3-F1F3-54C3-5761F126166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7F1736FF-66B2-3051-3739-EC638BF72A4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7A93634-2E91-52AC-6E9D-657E81DE741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696976CF-8EA0-D2E4-A4F3-E24C5B074DDB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37824A9-C896-38A2-5E6D-BB6F6DAED49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EC631C0-2FBA-84AF-C31D-F27A1A3DDF32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B93BD81-0D35-BB15-EEC7-5F45E83BE7D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AA48EA4F-75D2-A461-1C79-252988A0D78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C1C27A5-D384-C88D-7B8B-6BCE6165E508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A7CE1839-4965-FAFB-9139-FFD9B39D27B7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32E7E62-0B74-237F-E094-42596238253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E139A24-C5FF-2EC6-6185-82374A2F961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91EAF72-09CA-81BD-08C5-E12286AF4674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B574670-534B-0520-9E71-4F4BA225696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AF49E76-CD64-194B-2FD6-53CDC6EB2A2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E0005E45-4184-9992-419C-97F9CFFF88C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AD2789C-FCA7-334F-CEE8-ADB255348ABD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CB38ED4-B3F1-917D-6731-47F8CEFFE34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E8DB2410-14CF-0931-6A1E-2388B9696CD8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1E5A6A95-4346-8D31-2D45-769DB7A7638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4C3F9C49-2376-23B8-4216-96FC194DC7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BEAA0118-3C1A-EA00-EEE4-4FE47934E040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A2C1E6A0-8C6B-10F4-FB64-719FE74F3AA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A8D6975A-3286-80A5-1CFE-556CE90A2982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C9ABB4B2-28DD-85C1-FD56-21B5F37C2F46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A4180D0-8700-C7CF-9E7E-3958EC9A964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7366B52-4ACD-90CE-1C10-592B605A28D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7A19C0C-C597-F935-2AAC-8210291EBAE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C8D35DB-4BB7-DC8E-A141-0F8F74F46A1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6EBF451-0DFF-E4A8-D51A-D51CFB0BD04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68FA51F-0D8B-427E-8F6A-6C2CD966C74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4B4722F7-1BE9-A457-7D58-D863CE38A81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5A6D27F-E48D-8AB1-6FC5-8C22C503676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A43843C-6457-C782-3B76-E4EB324FFE37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B624E70-039E-119B-FD99-ECB6B4B4F37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130635F-59B3-FF70-E25E-BADD0C40BE0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688F3590-EBD7-5E42-2FA9-D723A9C200A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5F203CE-F6F6-F224-5709-5D6A928A59E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E430B46-37E3-B173-44D2-0096CC7B57F8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312FD7B-BCC1-A913-D96A-40A80258BCE6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1BAC75D-7210-166F-629A-40708FE901CD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98CBC93-F3CB-7DF1-6C24-FEBCD84A4C75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5016628-D0A7-D2BF-3669-B9BA42BF420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1B1E476-A105-88C3-9BF7-CB6EEB8FCB7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728022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F3E79-B36C-6E29-4FEE-2DAAC446DE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A244C6D1-F747-53D4-457C-E72E03E8CB0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9DDAEBE-1BAC-F405-9A3C-B9052725F4F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AD3874C8-6719-8F83-7036-D19371F5769E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93165FA8-1D35-44A0-F752-3C80173AD4F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EB72CC2-F4B2-6750-7DCC-4EC36639A1F8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32DD9A4-3A41-E96E-A5CC-0880A5A5225A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4701F6D-E208-BAA7-C012-647AE9A6680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B7E747A-3BA0-B378-834D-D913AD43E80B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4D592AEA-DFC7-B231-017D-5DEEDE79462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4668EA0-0278-B2B0-1154-EAED4B92A2D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1F2795F-7938-3D79-4D11-26D7A7FBE3C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F371B6C9-BBD6-756E-9BEB-6DB00DDC8E58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23965CD-45B6-1003-0F01-B8C5CE3FD08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D66ECD3-9F57-1AEF-39DB-4954E610D74A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CBE31E1-EA72-E743-F342-F6BB1DDE0BB1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0E36F4B-52D8-7036-46F4-B523DAB72BC8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D536F09D-A71A-5B57-AF60-F0A72CC6B29D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7C76B88-B9D2-A82B-CD83-BD40A80C9D2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CBB3085-288A-DA09-9A90-27FB4383DF29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5845386-4117-9A98-986B-5EFBA2D3CAB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6B85662-D8DD-6EBF-DA74-830F9734106C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9134373E-F264-4328-9EEF-E1A6E6525EA6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9B607817-4E95-EAAF-0743-7D3DBAAF5ADE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B1916FB-A75A-96EB-B64A-B4859DDD8F1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F33A1B9-F327-D2B9-FC1D-05C60CE402B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4AC087A-A1CF-7710-7B01-8BC96931A849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7256782-5386-8427-BE73-DAB51874525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68ACB6B-F8A7-C820-CB2C-3C486828BA4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278582B-7535-601E-F991-10DFE7AA4AB5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968D0D9-9C88-D6EC-14D6-CC1757101FDB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3A468A9E-BC79-E274-AA71-B9BF190B960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6C104578-93DA-3D1C-E8EB-69FB827378D7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74357E39-894A-D3AE-D8AC-C6D038E6F92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873669D-1FDD-B353-0251-93105136C36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191531C3-8C67-7B92-0ED8-57554D57A69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1014683E-718F-7272-6EEF-A03BADB54E54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BFC011B4-F3E1-F45B-013F-6B02441F4A1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79AFCFC1-05FC-539F-0D47-A297C86182C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98C2B42-B1C0-F3BD-38B5-DE835B001D8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E76F594-09FD-714A-C1F1-FFFE1B1321BF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D9D4371-78BC-40FD-291B-0210DD58361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BFCF8D4-D879-F51D-31B2-F6CAAFD76913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80B180D-1DDD-9160-4162-B1F8F7965E97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7659978F-8152-E52F-3D0E-691277F61DA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0AD9D89-B154-E433-6A42-D01A0BAABD3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E0CC5847-6CB4-F6D2-6236-FF5C68AF78DB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E381E7AD-91A0-AAB3-B40C-1D966C6256B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EDB9299-C52F-D1C8-0F4A-D330D98FAD1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6BE9974-2457-42F0-DBE0-CD7110FBDB4A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119F171-F73C-58E0-F156-CEB032AD605E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2F98F76-3CCB-BDB1-B688-B69C483041C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C6CB013-A285-2EB7-25BB-FBE40273BC5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AE1E7368-6C25-5DC0-D56A-F8D8AF00E16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2F2E90C-8D4D-CB7A-D784-713240A976D5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E7224DA-9D02-3662-3A16-516573F229DC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6D60DE5-0AA3-4D62-113F-5307C157747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239D36D-DE4C-BC61-C6AB-BBF93D824A1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4260B2B-8160-58B4-463C-46ABBE2C7577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5907474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C917FF-ECF9-801E-F5C2-D2C8AFC952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04A5CFB6-9202-E845-3C25-C1038B179282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BA216E1-8926-C974-F888-81562D62C37D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1CD4290-368E-B5E4-D46D-97AE67EDE6A8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8B68FE6F-143F-24FA-D870-C9DBBADD2910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913A009-4975-38F1-13A7-7BCEE4BE4C94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F7178EB4-6A32-65ED-065F-6289BC4E369B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86299B2D-7C96-280C-D24E-2DF71CC1A76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AA55AC7F-440D-B13C-54F8-26BC5C4DEA17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EAF8FE49-E283-FF88-F24A-7BCAE1F238B0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BA684A77-2C85-8C67-20A2-CFD8993A8F1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C16790B-5BFA-FB69-8619-E3D81049F9E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6152268-AC08-304B-26D5-B88E1D81E0D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89C02B1E-1F62-32C0-5808-F740CD84E67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2794C11E-1B5C-2980-7514-E94EFFC83D6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5E084DB-015C-A843-36BF-F66174C3F287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FB0F495-B586-1753-C6E9-D3641D540F6C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7E0238D-9370-8F58-2689-C3AD36C58510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2E16AF0-5D84-52AE-07C2-99FBCBAF44C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EA87527F-0F40-B34C-45FE-45181BC97B4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6A0B01EC-5B32-00CF-0B16-C16BA3EFBF65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D698628F-0FE6-5A95-7998-A765C864437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8670E08-EFE1-8192-307C-FE359DD3C51C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706A7E37-9ED7-9ECE-0B38-B5E665075BB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225501D-CBA5-F6DC-B2DD-F9CCA9A1AD7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3A4E8D6-D314-26AC-70B9-ECD1BA587EC3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88DB8801-602A-9936-58B4-DB77E2E2526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E87D6319-3425-EBA2-7910-E20EBE75A9D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53BFF7D9-D648-735E-703E-DD518902802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4AD71BF4-03EE-9217-CA0F-E1BF235B4C27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450AE98B-BAFF-2CB1-5A06-EEE12DDDB9C4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94F667B9-19BE-4F95-21F3-179D667956D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6CDF81F-D77F-89DE-69C8-B3BB6E619989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F6F7C9A-F964-193F-F86C-5E860E440185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DE6B869-68BE-E8A7-77CC-2A318E438BA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F6745B0-8C10-EE61-8C2F-97EABB1651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F7C89AF-A559-5C69-3907-6EF98D16499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3A79725-0043-4B39-9DD5-A803FBC39A76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821BD63-D873-4FB2-292C-BB73653019BA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54B12AE4-FBD7-FC79-AF89-8B0D6ECC9F4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994CE01-E5B5-799F-0721-7787A5F9BA5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DE039CC2-BE3F-7204-7F48-28FD5616ED9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3AD71E2-8B3E-E1AC-3258-2A3124028FB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888369E6-6AF7-75EC-F96E-947BFD4FB93F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851FCA9-46F8-02F9-BC92-C3EDF4BF5D4F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AEADDBF-EFDC-390F-DA49-15EFDC33B951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7D30A564-C402-DE4C-9E33-EC4D8EA820A6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0BACB5BA-82F5-2B80-8CA3-BA0DDD761939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2C5554F-5743-0B3A-142B-542229877B9E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2BD89A0B-C1D5-5C63-F77C-DC5439F08C68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8F80DB83-7FC4-AAFD-DA9C-1E23DA15FE8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2DFEEB91-9906-0F31-AE38-4AE4840B532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28954D6-4222-55F6-598F-FAC7CA9F0B61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98AF78F-13FD-6964-F96F-4A93BED671ED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98EF1E4-123B-6E38-DE2D-E4DB79AF17D8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22F5304C-0F1E-BBCD-26D6-377D75C1063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ED4D4B6-F174-C92F-6E1B-B8015B05FA2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B4C3709-E4F2-1D6A-9CB8-89EC6C1D757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3499663-13F2-1267-12F4-68C7B0A2FC4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5452423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128C39-CE77-A8B9-E3D1-DB3B7B41C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548CC7D-0CC4-E8DE-8F38-8D9B19EEE31C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2C6246B-F13E-82E7-4C3D-7BF8BB611569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E91A2DFD-CBDE-D534-3EEC-AF8E40B99D3B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061F327-3461-CB11-8EA3-E3981B3CE7B1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C8E50EC-10B6-0A3B-D216-56E11D20F6A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A5F0761-6938-1E6D-AF00-937438B8E32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8374B56-B942-3927-0978-185C7272771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BC5F7231-68B0-3640-743C-A0F273BCF576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31D1D8E0-654A-BCF2-E2EC-1FBC9B08A527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FE019C4C-8EFA-0A14-E51B-9F96E5055B6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833ECA5-321F-3B03-8926-F462B1D1B3DE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72350E37-49A4-541F-5D0D-19745EA9C0BC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1EE6C12B-ACB9-3685-0443-F89B34DB7E5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C1FCBFE-7180-FC02-ECC1-A5A3741FE3C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1DA7015D-B2F5-5770-102A-5F7EF81642B9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EF5E4E5-C490-0925-F374-E5AA643DA2A0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C3FFFB5-AFE4-37F9-AB80-8044F6973386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F5039F8-C5D4-2C02-FEBB-858DC4FD8E16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7D743F44-A07A-1540-2A7A-0EF3B1C4851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B6E2E0A3-3CA7-73A5-E936-8BE83F7B069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170ABDA7-8350-2DBA-1AF5-0E429029ABF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D97E4F27-86E9-363D-8CCB-EE593EBA314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BF6E569-310C-B0D7-09EB-CB991C5B1B3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5AC9DFEF-EDAD-AFE0-5B55-EE5503E3195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1A64A880-92F6-49A3-B80F-D54BF801BBE8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09FDD25-A0F4-33D4-B396-3E66DE6586BE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9291D496-60B5-B1D3-0F01-E6DBED55AA4D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20C02DC0-E4E7-6594-4663-FD805F5A900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8A321A22-46FB-6ACF-9887-F96C52692801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3504233-59F4-EF46-9331-42ED89855A5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49D84018-BC86-D2E5-F9F0-ADCEDAF262D8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5A9FB1C8-A339-CB04-725A-9BAF69B4C16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D4777DB8-0307-378A-B5B7-90FA90DFEED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E4AD4D18-C3BB-0328-D00B-3A03BF3A49A1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636FD9BB-C44A-36E5-6D36-CD28E082D2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D3AAEBF6-0210-84BB-83A3-C4E7F653AFB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069A15B-7843-1376-194E-369AF4E4F2DB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68275D8F-D1BA-0143-10A1-7966C96A4D5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F6BFCCB4-8859-C1DB-BF41-B7469E0D93A9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A959FA6B-88A3-CEC2-19D4-B72F298F977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CBC79A5A-859F-A72E-E958-89E0251BBB5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0E237A5-DC18-EC96-97D1-BDEB3380555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D360968E-90A8-2946-1393-A698722FEEB2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2BB3456-4A57-392E-BB42-E20C04808FD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59B89F9D-8FA9-F02F-42B8-66AABB2D790A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1B6DB70-7F9E-4A75-83EA-A3CF24A2E4D4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1A58BD48-0D1F-2EFB-FF3F-42F1631E049D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376F4299-FF00-6707-3BB1-218A2FEA565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4A1CAEB-3131-C150-538C-74B71057B21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BC6DC04-CBE6-DD2C-FE20-237F7EB920E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F58AEB58-B975-9345-EBD0-A896ED99936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B9431C6-83A6-67D7-A036-091E019771E4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A3F0188-197B-5C05-C730-16EFB8D365F3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E8E7D3-39EF-F603-6BC8-A416F9FB762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5432995-8D1B-04D3-D3E8-F35B873A70E5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0D81B76-8E15-E62F-1505-40E04BF6070F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E8BB194-5770-34BB-CE52-B64A00CEB28A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2538289-8843-E3D6-E04F-9CA08AD461B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456330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8AE2D2-A3E4-33D5-53E0-BAD368296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88F9D205-8BEF-DAB8-C7FE-F8D3EB1CC6B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42515CC-D224-83B5-FD92-E635425C586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BC20573C-6177-811B-94C0-2BEEEEE2396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520D3DC4-F285-3801-AF13-B76B00E10F7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2E5F672-7A96-DE51-6F60-AC094B6C8DE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43701F56-7159-3141-F285-5E14CE5A012C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29522BF4-8C3B-0874-A95D-68ACDEAACCCB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6103F80F-4281-AB6B-1398-86B7F3654B6A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0A8223C-176A-994F-AD39-D44E1F3BD0A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6AE8BFF2-E828-956D-2CDB-2DE31619D1F6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10C2230E-3541-9EF9-795C-7D58960830C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8B7EE56-B1C0-BA09-BF7D-4D861633D674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DE46845D-D5DD-2C24-4EF6-E82B86C8AAC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AE73A26-AF0D-D966-44C8-8C41E4B1AC55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E0F7857F-F5CE-4F29-7F58-6C39570FCB4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5F95FA7-B6A0-1515-36AB-E1CC0CFC617E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8BFF757B-A5AA-4B52-BFE1-17C881966172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2D50BD75-B501-DA87-47B8-F6E483111B4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12FEEBA-B585-D0B9-9076-66784246E6A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787FBA6-2C81-93EF-0C8D-E00FE77C10F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6CE5FD95-9214-10AA-8EBA-9B4AEE3C9C6E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6E18D69A-2AA2-4413-2102-BF503D3FB09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5944417A-7796-520F-7112-648EEE3B55F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3916272B-E03D-BB56-8096-329B7A933F4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0F8BBF1F-3935-CFAD-0F19-30D54FC1FB40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B00A865-BC42-E711-E0C0-4D58AF00DAF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B9046683-BC75-CDDD-28BE-B10771721CFC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4FD5396-C164-FB7F-64E9-52737857926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5655AF2-0011-456D-81C5-5614872CDD4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119D032-0603-C0F3-75DF-061119BE489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EA605491-3FDD-9170-1E8F-BB3F841A6AA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371228E3-AF40-FA85-6132-F6C00AB262C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E46F108-42BA-928C-0B99-E9774A73F732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B026F72-F5DB-08F6-6647-9F2A5EF39A16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3B17368E-C0E6-4DF0-2858-BF50FBD300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CC1D508D-975F-522B-2786-81783568067C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757B766-A0F8-1C30-972A-A41FC9E846C5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3685F42-9E52-C936-2327-2954E3B650E1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DB705EA-E7BB-5860-92DC-7EC60C651DA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8C42DCF8-DF4E-2ECB-88F6-F25317AC1AD3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79A6ABD1-C1D2-6866-DFAF-60E324694BE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FE540B85-3851-0FD4-E787-3841D70AF33F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A63B8706-86C7-DD69-20FC-FF1AE7B7724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EA85DF1C-39A1-193F-7AB4-EA4403B40E55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EB3397A-B31F-243E-7B29-961588CEB81F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D09847BD-42C3-26A6-3A1D-4CE56338343F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AB738AA-A360-EFCD-8000-77E7694F1AA6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25601829-C2B6-25DA-7955-30E3EA139662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6830FFF1-40C0-71E5-5FC1-426527EDCBEF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CE052963-8437-D41D-C27F-EE83C4AA0E87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0D7926E-8921-F79E-2323-3514F519AB6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6F357AB2-7983-91C0-9E98-B7678BB6F52E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77EED74-A63D-66AA-C2E6-DB33C260AFC0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8F12258-7995-4914-8AFD-C1FAF57C8102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C6BF48E-735C-C5D2-50CC-75651F3B5AC6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C307134-3049-6A63-D5E9-50CAC8D3A70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5F349DB-E2A2-85B2-75E2-A72F12BE9976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3862393-E9FF-0FFC-A256-5225F01515CB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898002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6A1538-2F9B-4E67-C1D5-77C541BBF8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B969AB2-248C-552A-5884-65B0ABB62B59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F33FBB4-54CA-E5D3-FF4D-8EEFE45FCE77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FED477A-0FE2-F882-2CE1-04DD0661654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2EA8551F-BB01-32A5-9CFE-6E82609E9A6D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D6DE068-9447-2214-3838-158BBD525C5D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C9332F0-E724-AAC0-0AF8-FDB49E9B7AD8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94D4508D-8042-31B4-33C2-1C1F6FD7E1A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0314EC5-D128-91C1-6B06-498DDF712154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9DB7ECC9-D042-90E1-BCBB-6E2692281ABD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8CC8325-368F-C871-0277-0E901A9A48D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A15D7CC1-D513-8A05-F6E9-C05FCF0AE412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0D255758-B62F-F0A9-A4BD-77D8C48EE7C0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55E6705-4D04-0A5E-49EA-05410D9E1DA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50C58E4-501B-7D77-D89F-9186F47C644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8181D0DC-AA7A-8694-E94D-C36B72E707E8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1812B19-7964-6163-CD48-73C959C411DB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F7DCCE4A-FA1C-F216-10E9-7143648668E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E18C983E-0BAD-6CB9-F433-4B9FACB6A23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F28CCABE-E4DD-D35B-F3E2-34209EAD0C4E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F79484F9-68C4-E59A-0F83-F4909830B3E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9894FE9-9863-CAB0-A38A-93EC1DBBCEA1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39F6B0D9-BE2D-4E97-2B9F-A5254D538BF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C318B44-A201-CA97-CC40-7DE074A3E46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FAC6D105-0121-789C-981B-10640E092C2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49AE9673-C4BE-229B-7B7F-6B701AD510A9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74FFC21A-9C13-BEF0-1209-02DCC39AAA75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8152E0D3-44A7-0DAA-A876-13F54B860181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DF11025D-392E-F98A-DCED-010BDB6A37F7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11869F3-ACC7-981D-8566-9A4578FFAC79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D13ED49-F1BF-78FE-257E-5704BC4330E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25271D5-BB34-8055-949D-029FE6B00523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964EDBD5-DF9E-68DA-6912-E10BEFA1C93F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C9690FD-2165-865E-BB62-62EBCCF61E7D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35BD3549-AA4B-CCBC-8EA4-3F7A1B2AB35E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FC8A73DB-BE3E-A5E8-C063-EF6C940123F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8296EA16-DDEF-06BD-5DDD-4EF342987E58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82A5F801-BDD2-3AE0-6CEF-A9ED584C503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77C2866-B243-9089-460B-C6DF00B6A9E4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5D4D7A2-6376-4457-1A45-F2B12DE2E99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3AC894D7-1E75-2431-9C62-5433D56BFAE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29078C76-D562-4E47-A8C3-68F00BBD61FF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97FB720-F37E-7589-6ABD-9FB922FE434A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EF49537-B994-49D8-71FC-08E1186F53A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2323ED3-C566-A972-7F52-6A17391EFDB0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739D0158-E737-ABAD-A047-9842718B664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2DD4B80-8B78-19D6-82F4-2DD48BB4167A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88986E6-2319-66A8-5142-0C403DC15DCF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1ABE1FA3-2BF8-D173-15CF-9F6CFB12DFB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1772FCF2-F6FC-4C1C-E300-6B495AA6739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2408853-61CF-7A96-D80D-0FC83330D0EF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C128B46-B60B-5D29-0A6C-14050A84B555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60C6258-B35E-D05B-2411-A25CB8676EF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471C10E7-855A-2050-D5E5-7AAEA877BF0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6B40306-DFA6-684C-9809-FD6B808004AD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DA84B00-81A3-0AEA-C090-3BDCBFE126F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18DAD1E-76AE-3FDD-1A98-1B3B1E5DC4B4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FC8E6B7-6AF0-2E99-07FE-CD37ECAD2C17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0B3617B-600F-150F-ECDA-1AC9B02CC30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896073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61D1B5-DEF2-282B-3615-96D1D634FC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3429FEA-A06F-8065-5480-7E5BF4E83BB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7C72003E-C073-A506-94EE-44CC5CA15EE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3365589-0A04-F715-B850-AF134B9536CF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6AFFB93-1CB5-B3D6-0E37-DB1CCEB6F46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4C1CE17-D04D-F8DC-3793-AFB183B36CF9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95736DF-388C-AC85-EDC3-B28BAC2CED1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5F47B6C0-9A20-4C86-6E93-97DF7D65B0C3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46102FC-1186-5455-AD48-A93C0412864C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E6CA7D2-10F9-3F94-288E-A6F0BF08647E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19C94EF8-5083-CA58-148F-EADBC9478917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1D028C4-C683-C86E-95F5-4AEA6756904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3C10072B-F3FB-E0B1-D319-B0714627636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B354E47F-C806-7C9F-F20A-22ACC2EDF9D7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689ECE12-4FEE-4C40-1BA2-F67C44D554A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5FF214F-B60E-9B23-2E57-3778E39E1624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F33255B7-5F3A-2B5B-D127-999ED307B50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251BB8B-DF97-0A3D-3F69-346A70B695C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06BEF7E6-4961-F13E-1EDE-35D3A3D98FEC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01FBA6B-3535-6F5F-BA02-274BF60E2EA6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CA38049-4459-7F25-EEBF-EBF825420A63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CF2C4AE-751E-5DB4-05DB-4BB9143258DB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471396D3-0250-C6F3-FCC5-51FFFE6B9BF7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3E5442E-2FF2-BFAA-B63F-27368E3544E4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DA3E6276-0C6D-5728-410D-1C577D03B7B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D53F3BB-CBB4-6A09-C168-41504A9C35DB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2220352A-217C-2460-4CB8-F2AFD90810C3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CF462208-53CF-5168-ECC5-F90BFCAD1E16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89F7DB3B-8190-ABC3-C3A1-B5B5697DC011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5A5694F0-623C-8EC1-03CE-24CB3449313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59009C84-56DF-5ABD-2B35-4A15672FBEB8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543404DE-2451-FE72-B1CD-2FA97DDF151B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104331FA-4FB4-C173-0621-3A70AE71BA1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36AA63E0-FC31-D025-38B0-D603C93A5EF3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6C3381E1-7207-B677-61C1-FE2CBA64A7D2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B758F1C0-AF1A-FB39-EBE5-E7BEE69D19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1786B33-9C8F-BE01-E3C3-C502857C389B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FCCB9C6-5F56-4F75-5ED2-87055084D62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EE348089-C341-06C9-E7B3-410DF07F4847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C26B04A-EF4F-47CF-E1F6-20DEFE3F19FB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22012E10-6174-4E57-78D7-D6BB1926B93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04FC060-13AF-3EAC-33E6-3DECC9EE4E8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95C15F8-730D-006D-463D-8AFD0005595B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BCEE98EE-BEF8-6A7D-FB4A-589ED4545C9A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5C9CFBA-A91F-403D-F12F-C126F978211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CD712F70-4932-88D5-2BD1-87AF0DB7CB15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80678E1-AA0E-C26C-DA40-1948588FC1C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83E30AF6-3EE7-338C-9E43-112DB12A4BF7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95D83E8D-AB4F-AAB4-0E05-2048E0F670C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AE430736-1970-0542-0DC0-D2FC176B2EB5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311E62D-4279-4D3C-8314-B57E8AFD093C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E2613D6-DF07-F307-124B-678E1CECFD2E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D8158958-A980-6C4F-E9DB-E720BA357D0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2603B75-051B-D87D-3800-687DCDE27D8A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2317C5A-528B-F22D-E3B9-95AAF734ED3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064AFA8-B7DA-3C98-5BF4-48E71CAFA31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B4BE74C-2CDB-1CC5-06FD-D2DDE114711C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F1F9683-4D92-995D-991B-027B32AFC619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7F0F2FB-FF3B-A180-CE17-A8157C580282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3920063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088424-7517-709C-1638-5BBA6809EE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C7F351D9-62B3-3959-57F1-4A14FA3EA42D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5853F97F-6253-00C4-2888-A83DE84AB885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ED01F4E-B42C-4251-5DBE-8E1C637A4C37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3F9D921-B56B-CA73-CD97-7729D4F30549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FE43FCC5-4885-358C-B879-B4C154F73ABE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CA2A108E-A1CC-5F47-2268-A424BDBB4BA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33661089-D58C-4A20-086B-468AB5E5F2C8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23A1D807-CAD3-103F-EF6D-62463EDA72B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FA2997EB-4D6D-44A0-A345-74E84BCE3423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5D81AF3F-238F-00FC-9888-6230D3DC6E0A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D70DA36F-A7BB-26B7-64F8-FC7B49A9906F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A344E92-0D73-66AA-387E-5FD8AB1FD8D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88E923B-4BB7-F6D0-7152-D6B7A0F0B9BB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B6CEB56A-F5AF-F2B8-8037-10C7EEC4E674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45EC8152-8CFD-7B9D-B205-20FD04ACAC6D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4CE59236-14A4-3213-2465-E52FD84CD1A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ADC4DF0D-A98E-C4C9-3CF6-FC84D771DEC5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3674F654-AEC9-2574-28E7-6927916B99EA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60B45DA7-1DF2-5D91-D41D-AAD282AA43F8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20FCA6E-4649-1BBF-B2D4-984B3FFA51FA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5F40D9D6-AFA4-BADA-883E-C19372330D22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B8DA3BC-E856-F287-4AB2-E45DB15BAE7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A3421369-023E-F27B-675D-278791809FD7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D764CEB-D1BC-70E6-51B0-E9918F0A02FE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5B78743-2F84-1237-341C-9408060BEB9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17FEDEF-EF59-7AD2-98DC-AF3C6E165EDA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6D3AC28-9342-E524-88E6-7CA1A28F2B98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30D71D5-DF28-3387-3744-83C0E19B980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DE97563-BD44-AD7D-1C26-73A38B7B0B8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F0B5DED-E653-D798-A99C-CA2FECB30D16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80040391-1DFC-D491-F648-955098C40BFC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03DAD4EA-18CE-1DD1-BD32-4C2F6BEFEBD0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8F49760E-961C-3BD9-4C73-2E9B25DA5C79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A8F8498-84DC-8B5A-41A8-C7CF4505C060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ED41D2B2-5B29-8595-D75B-98C6C936C2F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05AAA8A5-43F8-CD60-2D69-AB5C5FE9508D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ED67893E-7666-CC8B-A6AD-C67683E34C0A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4AECC8AE-91B1-948B-0B2D-1A5F872A25E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47BACAF-1081-B956-D65C-A21C98ADF94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5E087819-F166-B045-E47B-8C078FFAA7C1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0870192B-D7FD-8254-24B5-BA3BE9C24C42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58F1C1CD-607C-624A-C6B8-30269E7AAAB5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E9EB670-43EA-015E-8E34-C1AD43A0A27E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4AF5136-E281-7863-8A30-85B4CE851D63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B1000068-8AA7-9BEE-9DFC-AE3EB9FA8D46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C72419DB-FC1B-7062-46E7-829A9317D5D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511E23A5-BD9D-0837-F2B3-EF5B771E90CD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802BCE20-2042-8A18-A25C-3E99A6284DEC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EFB56C7B-3E3D-2E66-BF5E-71E0BED7A5E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F27DC21-E5CF-7444-EEEA-0E1223E3059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442968D-98CB-A14B-E6E8-FFD23AA4CBA8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0C855178-DFE0-5916-3AF1-79FB17C6274F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385ED76-0616-5CF8-6410-42F1E2A429AC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84F528E2-F4EE-02A9-8DB3-0758EF126CC1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7EB5989F-96AC-AB37-63FD-CABFBE5E1CB1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24DD412-1078-E91A-30E7-1AAF2EA8BB1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8E7DC04-6637-A1C1-37F9-CE865E32D3B2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9C03F56-49B1-547F-BFA5-5E419D62D59E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495843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14011-8F6F-A22D-997A-F9ADF1A4A5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F200EDA-9C0B-1A9A-DEDE-E6107E24938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079BFCC7-FD03-0296-0223-33DB67E95DD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5870A8A-CDD8-9E20-B94B-6A6DDBCABE99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DBF6397D-5BE3-8220-2AF1-1664A71C0E46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99C249EF-CD15-FFBA-7AC2-56D14BFE300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04C4ABD4-AC82-1790-E20B-2190D5D89FD9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7F581926-8287-C78F-985C-DEE5A188D2BA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A1B5750-4295-6FA5-3F0A-5B556EB6CAE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131D79A1-1643-4BCB-2188-02A08C8E170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0AE63F8-C4A4-BBDF-61D2-6E3A0AA80970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7950EAD0-35AE-8073-DFF3-BDADD9243C6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82775C03-BBAE-F594-A1F8-7DCFAA77A2D3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558C95D-B964-B52D-7B51-889BCF84715F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1B385A2C-8ACE-99ED-FBCA-874BD55225F1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5FB5FC8-5A4A-5100-E4EE-4BCEC433AAD5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C2AC99C9-469B-3762-7E12-544A8F623391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51940CC-1109-CEB4-CD58-F6273213683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7F74AA01-2CC7-B2AE-56A5-D7FCC4DF1665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01C2A1C-60A7-4D09-7594-BA6A7E281DB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1F11D0D-A4FE-0159-962F-B01E9B1BA168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02645512-365F-EF39-0523-66E76352078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03FF5AAF-AE2D-636D-4228-AAA23BA6DAA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F25EDBB-DDBD-9E5B-6A01-B4AC24D9E6AC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C4E09E6-D10B-2AE5-9179-BD50516E347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561FC78A-5661-B2A0-FAFC-AA027B4E266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A3C7F8F-DC88-77BB-BF67-412C0D8DD0EB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7A65794-E5EE-C18E-143B-13569A97E8DE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1F6ADE4B-1E44-2B73-6D31-F72DCD728B5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AB46BEBC-A00C-15C3-D7EB-D20CBD4E5FFE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B3F080F0-3F13-E0C4-0B04-BE9E4C4B4BE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15A96EE9-2828-9E1C-E592-75992FD7F82A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2F017C13-6D71-ECA9-4C86-05F24F79241D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FA522D67-AAC5-57B0-DE0F-F0DDDBF7E691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8F113081-3E1D-5E58-A005-E5580920FD5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C73D8CE-8238-61B6-47F1-A0651F74FF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3B61F206-AFDD-9279-6B3B-1DBF6FEE74DF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F76AE20D-50D3-17D5-E05F-CEB50A483A4F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86D5F92F-3593-7208-7F00-77411E193E26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EBE2D834-54FC-1124-C693-20A15786101F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E7F4A0B0-B5BB-857B-D00D-666865708A67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8B8ADD80-4291-E898-771B-4CC8D7799E67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32E65B5-C471-71A9-D14D-115DC00B0E6E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654B10E-5615-DF0A-E2EB-BFF456BF43D3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93A8198-D39C-B3BB-A899-4DE0C5411217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BE0B853-B4AE-24BA-8205-0F8EEA8B0BC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A628D092-9E7C-FAC8-A13B-3A61EE3F9E6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4181C00F-0D7A-E10C-E429-909BFB76F8C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A24E558F-8630-CBCE-E17B-AA57DF4AA50B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FCD848F6-C13C-A240-7277-933FB48DAA53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F8258916-BED1-FF03-11C8-7D1B583670D3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83BA2E56-AAA4-21F5-6AD8-5376DBFEC241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A137765-592F-71C4-E012-04CBA01A73A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05A2DFDB-B8FE-8C1D-7DF2-43BF720DE57B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A01318A-CD80-8F1D-E233-F184C5C7521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84A4CF0A-FB11-038E-AFC1-D6AB369A010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265A862-4E52-2F45-396C-A2D434A3074B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F048F83-3A90-8BB8-33FD-2A4ADC8DCF95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6BA8396-800A-24B5-360A-A2FCD6C8B5D5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4238805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6C833D-5687-596A-2444-4AA01D0E49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FFDD1611-DA9A-A0C2-2D65-3C19559BC23A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8A25F0D6-F512-25B2-BD92-455D90257043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8965CF4-936B-78EF-71A0-DFA8310C1F65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BF0B0A54-14B8-472C-E1BB-0770AC49E1C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A7CDF60-1BD8-72C6-2EB2-1F99ACBC9FC3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67FC6DF9-7C5E-3A13-5871-5D38FDEECB3F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1AA7F34C-F04B-011A-D365-C1043AA2DE4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178B2A69-7C28-B62B-7ABE-46B1B9BC769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25DCBE25-AD75-A776-5F81-D77971861355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06F8C4BA-0C9C-D9CC-351B-528D1B20D0D3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47053524-2A82-3A64-0BC4-E43B4B3C351B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B5C421A2-FFED-2A71-5183-83F4E4CB842B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E72F6E85-C08B-DE15-7738-7A486312C8BE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EF98498D-8A1D-195A-F280-38284717B883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D5C099D0-FFF5-1E02-8357-F6ABC4EFA2EE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E8A77BA9-9F55-0DED-DA64-3D1E4248A64A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7F8A2A46-2DD2-DF2A-6C52-71B4E3D99DB4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1C0BB44-5359-0C0C-F4C9-9C14474B5608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B7F941CC-39D1-01F2-E284-6E5B0F278650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37F81AB5-D954-95C3-6321-661C1557DE31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2EE5523-BFE4-7E05-3CFD-010D4AC42333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2A82A055-003A-B5FC-3CE0-E11408D369A9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3888D080-BA8D-0C19-7FE8-DB3DE848672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671B69E0-34A0-C5A6-65B3-9335AECCBC4B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27B774C4-7093-7B46-A00D-86754B44C0A1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15E6E24-D37E-D55C-FAF3-32C06B0583DF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47991487-4F62-8353-A6C9-676C3E148D25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3C8E050B-A6A3-A222-D88F-FB541EFEC3BE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3347CED4-774D-53C6-9852-11838D460703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29164279-319B-E187-4EFD-7ED8E84F9E20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DFA967FC-8D8D-05EB-70A9-C648A9D4F796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8ED7312A-1B13-C9BA-203E-6E0406528C12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238B89D-2D5C-A541-E8E3-BE084C4022AB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24F54D13-F125-48B6-2BF2-BFB1396B5849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246BF4F6-C8D7-CADD-474D-F1335452214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BCD8F1A-CAA6-A240-ADB9-0B6BF8D80DB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2BC3972-9C37-E20C-D363-292BC7390BAC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F6319CD-3807-098F-C909-A4BF91E3A830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3E40C39B-B6BF-1585-1F87-89D07323DD7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71CBAD2-B018-BBB7-FA43-428349CB4B8B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338E9CBA-FCEE-A504-6E3C-8AF1B25AE72C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D45F0F6-AC9C-FC16-3C86-7844BE568A4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5A60F373-A049-2DC1-A98F-6CD491CD3441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9D6FE6D0-8F3D-0DFF-D3E8-DD94B52C6791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0085A866-6516-38A1-A542-4D756928720D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E21D3CB-F890-AA7D-9229-F2C2FBFC21B2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77EC11CB-6976-50C9-FD10-C65F26BBD990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7DDCBD90-0053-86A9-8D47-B9C2D18D6E45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0F9AE79F-CCC2-5EEF-D4C9-67E469F5C5C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89503B8-0A6A-9674-B69B-2838A01AC95D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A15EA75B-1B35-FDD6-7818-708C2F4E20E9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A221769-E376-03F7-506E-BBB56593B7FC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895265ED-6896-318A-83A0-08D6E299C2C5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B8A7B16-2358-5A7E-D0B4-38D16C8E4F1C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BDB6526D-E01B-B20C-0E89-8526314D62DE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85A9917-4B0B-52D6-5426-4D7147DE97E6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7E6D3F3-969A-2B5A-EF53-C29BA51BC4A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50D1AD6-FEFF-AFFC-76F5-D06C96785296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5645786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2F4D9C-B34A-0EB8-C603-BD7868269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53BA5A1E-880E-0039-93EE-F77DAB83263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CE1B9FD1-072A-F1CA-E1A2-2534B462DE91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64FA4E5-EF46-B627-C2A6-E38973CE6A34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F48BA926-EE7E-EBFA-966B-B447803F56C4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BB974D5A-934B-61D8-9DA6-426E46520C7A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319AAD7B-130D-F247-CF7C-6664063655B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679476E3-1B2D-C1F1-154C-0FB24FC25CBE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8570D521-7C9D-13F2-6052-67F1438EA28D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853B9A0B-75A2-BAD7-9B50-9E2838773914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8E3AED91-0BB6-B194-384E-377E0F2040A9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040EFC7C-3AC7-89D9-7C31-0D21DA5D9DDD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162843A8-F563-35C6-93E4-79E7D172BBE2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A2DED39D-D86F-4606-643B-2EA04E7B7644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94FBF2B-E3AA-7048-D790-36B2E27D7659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FC27942E-CDA2-439B-0B5E-320E7D5D558F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B4B7FB2B-0E04-7684-083C-63E4BACE1392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9F0F338D-F462-CFBF-838C-64FDB6E5B413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1DC1836A-1CA8-1FBD-B1A6-572A225946DE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C9F2CFAB-BB2A-37A9-68BE-DF51818853CB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9526771C-B510-F4AB-0EAD-BA3BE2F3C74B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E246C75-6E8A-E6C0-76F4-9B1273CEE78D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B0466532-91B8-18A7-6062-2DD34EECA8A3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4AD08395-5501-940A-423F-D162B75E8CE6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49857A7C-13B9-A456-9D1B-3F5D50A18B50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6303D104-0EA0-7ABA-461F-E7E7A4052B57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E83847C8-929A-0127-8709-333D179558E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7B56B6B6-49E7-55A6-CDC3-C2622941A2B2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7EC1B5E5-192E-B3A4-C8F5-2EC1608068D2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F3A1A9ED-5DA6-991C-695E-6D4016B873C8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65D5D120-54F0-95E5-BC1F-7381D7A2B615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CE586EF-DA68-B953-1F79-DF7E6DA27D09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4B7B9FEA-AB19-50B8-EC88-C6A741AB6804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104AD6E1-54E7-F481-4384-8CEF875A6BEC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DFA1ECC1-E7C2-09EA-4763-A1E2830ABD3C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85907740-8057-F149-4817-AA47CB88C8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D308A2E-C315-D494-2183-FE43FF306903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103CA020-095D-FEF4-7E1F-F06FE82557BE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FF54BC40-9B89-F513-C032-B7698189DC05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06A82E9-66B3-8B67-07B8-38AA85CA523C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DF5E8A8C-FC98-6DF9-C801-21BC58686AB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AD20B772-6627-8797-1EEB-DAC9B923B9CD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1917B69-3ED8-5DED-2899-3D4A217203E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30617AE4-ABA0-04F1-4A6B-1C64FD44184C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3E75C196-0853-8E16-D9A4-6FC5C2966596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F9B17B35-CBC2-50DE-1DC2-092B9EBF442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B83D76FD-3DD9-8DC0-06E3-0315010518E5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D8318512-954C-3886-95F3-9E998D28FD21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6A983359-5DD6-157A-47C6-731AB3D72676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3E8ADD2C-2E98-6038-CA04-6495C168D094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1CA61043-8CBC-458C-FD7A-D99C24539546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4758BC81-78B9-6F27-DF88-19D887A5286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135206BA-775F-28CB-BF47-AE9FA23FBA3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24C7923C-D3DB-DF7A-1F92-39628EC1396E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C11B2105-96F3-366A-9E02-CC97E748DA67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3F976C48-280F-8D3A-3F2F-66DEF0990A4F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D2C1037-19BE-ADC8-DB32-98BC98DA66E8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338A951-5E84-84AF-8385-946AB12957CC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CDF9756-6BB7-5008-B50C-0BBE2E7D60ED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4866269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37F18-B0E1-E165-579A-72647A273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B66CDB1E-32BF-2661-28A2-5F4FFD47A706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9F8B13FB-DDF4-AFAE-0F7D-E471F1A32F38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86F8C8C3-625C-5B18-B169-0963C6ECAE93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4C901BF4-CDC5-D8D9-264E-3016B669327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11A38197-C472-91BE-4398-8FBF50042EE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76E678DE-6974-3D5F-5027-33CE11C887A6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44EC42E5-3B2D-42F3-6A41-710D52BE5BF0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72E22FFC-BDDC-2F51-237B-6BF760F98C31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B8E12458-78F6-F998-80FA-64E216C27009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EA7DBE9C-D06F-0481-696F-99B03C8386E2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B9CB48EC-8FEC-F452-D6C9-750F6CBA2923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EE5A3FD9-95FA-0171-7318-39E8C2016B85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F72CCF25-52A7-5648-D834-DF4CAABB802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518ABAD9-A0DB-928E-7115-00EE636E8CBB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79447CE0-46E3-81B9-55A1-41A88CE6710C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6BDD5142-7F6B-1F3D-2A73-06C969A63214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B669E827-3CFF-E9A5-4F0F-50DFC850810C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F7224251-646E-E502-2BAA-995915F94AE2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5BFEECE2-22C3-C22C-CA82-969FEBDD0AB3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838153D6-176B-F83C-1AEE-349F5677F559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F090291F-45F3-9313-B303-EB5A480E79C7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7C712EDB-1B1F-7315-1E4D-8985DA7BAF6F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10D5ED2E-D2BE-4CC3-781D-7AA6E1A90465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C0FAB2CA-ECF7-D6FF-0A9C-918FD395D9A4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9F58DEC9-27CF-108A-5B06-52F7A27AADFF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9ACA98FF-E87C-B760-7DF7-67F760C3EAC8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1E807F74-40A9-F926-3694-ADBBC21E3FA8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B7A09DA-34F7-40D4-735C-66B941040988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90D1D913-E6FD-3613-D47C-6899235A6DE1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D212CEA1-88BD-577E-BDBF-9D9C530B37DA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C0AD8D81-0C32-0B27-6859-367F98ABDBE1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24E7EB3-0E65-80E3-D767-E6F3CF809A86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0DFF2F6E-3B39-3892-9882-8D768D385C8F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D66BAD9-8123-F51F-4A9A-5F61C85706EA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72F77972-6633-CD7F-56AD-3FF8722F02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63A5621C-7C5A-3DC1-2B68-59AA4C5C4C46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79F2163E-3BF6-828B-8804-A6A512F10673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25F44586-459E-9267-87DC-0E0EB5A43E5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B516A84-4126-50F5-A164-9ADE6641075A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651C17E1-4F16-26FD-7273-055961EF4CA8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6C9BD584-867F-488E-41FF-63842650D301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E4FD64DD-B615-5C1A-1369-65BF343F79F8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41504A9E-9489-29EE-3A94-CE0BBA39249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BCC6AFB-5483-7491-8122-BB53B1C90FD2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4D81C7F8-E907-9FED-88CC-97983DA8D218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58C39F4-AED0-2896-8188-D393BE2C6AB8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9CF22939-9F43-9685-16EC-7F076B91CFC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44CAD7A-7933-4D8F-C069-6F3B318F63A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D4B893BB-25F1-F40E-4EF5-51032D471C9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467ACB24-19EF-CAB3-CA31-51576F849499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360E30FA-98A5-E34A-8ED6-5F4EB431C45C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5317CCBF-F4CC-8290-0415-E052F8837685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117513B2-9170-F114-736A-6C813FFFF504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1A87DA80-3C86-783A-B2C6-0242821E2824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A844454D-E303-026A-3F91-8BD340219600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34114C3-3AB2-F34D-E632-B51645D7DF81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DE71610-1A8E-1BE9-7A0D-227ED73B835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E9C2797-C440-D141-0FAE-7B973FC9C8A3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0381092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5A48C6-B314-1281-85D5-13143C34D1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6B1908C6-F43D-466F-4988-79E302603FA8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FEB4F4A0-127D-00C9-2DC4-2DFC633C444F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CCA11EFD-5AAF-13E2-CBAC-4C467A7DEF9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3BD575E9-A8C3-59F3-D7F1-44F1A21359D5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E931D653-5B82-EE54-4BA3-1FBA6A6B7E0C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EC132F31-9A0D-9DDE-B540-7FBCF9796160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079E9EDE-21BD-317D-6CF2-B0E240681407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CFC0B305-0AAA-9CD6-D47C-626ECAFF16B3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CC391DCE-045E-1E20-E27E-512B8BBC962A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3C3B7C56-4558-9B9C-010C-866F380F1911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80A3A28B-4A77-3AD8-1F25-125559AD1844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D3C7C60F-1B5E-CBD8-2B78-1901E46FB27D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7768F28B-C907-79A2-7691-75728166134C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F599FBE8-9E1F-3E03-7997-96C16930B95C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3E9B0475-EA9A-B20C-1B98-A4303751E796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50A90E0C-A468-7784-F948-A435177C45CD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3E9962CC-156D-A1A0-9D3D-ABBA1611AD08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5346A42C-D834-6A35-CB5B-12FEC6AF5310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17D1DB1A-1E2A-8F72-9AE6-8C17D097079C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4083CE06-7401-E76A-6DD8-FA006F9A115E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2F0FAE05-AAC8-C7BD-0946-221D13AA0144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54EF1E1A-CBF0-E776-17BA-72E808B41AF2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62ADA905-F8AB-A5DE-31F5-C9D3CDB6B2F2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9586C452-814C-7A92-01F7-06B7CB8F1A35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AC2A7242-58E0-7302-C4B1-3D04730ED944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30C77E05-1DED-DAE6-5DCE-4BBD6E3908F4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A1B36050-96F2-C511-A682-2381F30E1D2B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E2A96580-16FD-D572-A6A8-5CE9B8BC712A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0002275E-4672-17AD-4399-62930EDABA1B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8DE07C58-1C7E-3263-15D2-66DDEF5CD8E3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FCC4E2F8-CC69-EDB3-8690-02FCF659F3A7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CFDE4FDC-CAD4-E3B5-5464-7FD657C282BA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B2103E31-03A1-605B-4C65-04275B875B6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5B8445C0-705D-3DC2-3C96-992BB09D3135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5C97B765-E854-5E09-2815-3D778CE100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F2C95B06-73BD-666F-3044-45777DAB89F7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758A29B-083E-50F4-D7DD-FF54C43DBA77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BA51B665-E03E-ABFC-E66A-7EBEE10D386F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DF3EFB2A-F900-A3C3-E97E-38DAE3D7B142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9045C3B0-A39C-9144-23F4-2454C4C24004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1A37D0DB-ADBC-2F37-2C3A-0FF908984EC6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B92B5CE-D36A-B808-6C3C-0963C07FC251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F95074E6-6CD1-1BF7-8AFA-3E3B36730089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B4A9095-C835-2CA6-E6AA-B38869E11468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EFEC0435-DF6E-A8D6-2380-84AA72997600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8AFD2E83-7F7E-2D7B-D4E5-4231922EA9D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3A35338D-277E-5B4F-8875-67D44C7ADA82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56686EA3-9EB4-5CC6-E81F-E098A79797C3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883F9C7-F2C7-5F56-7960-EA6FFF070E7D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A338263-86A4-1C73-B8DD-F90129DD4074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9B9451EA-EDF4-AA19-3DAC-BF1A3AC86460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3F619092-F191-F06F-9351-54940D648D19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CF68B14F-9000-1DC6-7E05-CEB217C43B61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28E058F2-2884-2C1E-6D53-41619634D09E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ED00BF5B-117F-3806-3514-1F5CA9D4D398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A60CB9D-0B75-8AF6-666B-E0E8BB41C64D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55E2B13-3B36-01FD-EB2B-1869DE52895F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DA0E22D-9976-A78A-9D3E-B0606A3E3EA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1689420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4F5DBB-6F0C-D8F8-F5AC-47CADCE52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 : coins arrondis 129">
            <a:extLst>
              <a:ext uri="{FF2B5EF4-FFF2-40B4-BE49-F238E27FC236}">
                <a16:creationId xmlns:a16="http://schemas.microsoft.com/office/drawing/2014/main" id="{E5EC2574-9504-7CB1-AAA3-709F7F7B4D97}"/>
              </a:ext>
            </a:extLst>
          </p:cNvPr>
          <p:cNvSpPr/>
          <p:nvPr/>
        </p:nvSpPr>
        <p:spPr>
          <a:xfrm>
            <a:off x="5012294" y="746398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1" name="Rectangle : coins arrondis 130">
            <a:extLst>
              <a:ext uri="{FF2B5EF4-FFF2-40B4-BE49-F238E27FC236}">
                <a16:creationId xmlns:a16="http://schemas.microsoft.com/office/drawing/2014/main" id="{DCD6EE2A-226D-C63C-5185-D9826B766CD0}"/>
              </a:ext>
            </a:extLst>
          </p:cNvPr>
          <p:cNvSpPr/>
          <p:nvPr/>
        </p:nvSpPr>
        <p:spPr>
          <a:xfrm>
            <a:off x="423877" y="754571"/>
            <a:ext cx="4398469" cy="4105434"/>
          </a:xfrm>
          <a:prstGeom prst="roundRect">
            <a:avLst>
              <a:gd name="adj" fmla="val 6179"/>
            </a:avLst>
          </a:prstGeom>
          <a:solidFill>
            <a:schemeClr val="accent6">
              <a:lumMod val="10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FB995CA4-CB60-F9EE-E411-BF3B214FE41D}"/>
              </a:ext>
            </a:extLst>
          </p:cNvPr>
          <p:cNvSpPr/>
          <p:nvPr/>
        </p:nvSpPr>
        <p:spPr>
          <a:xfrm>
            <a:off x="9553433" y="0"/>
            <a:ext cx="2638568" cy="6858000"/>
          </a:xfrm>
          <a:prstGeom prst="rect">
            <a:avLst/>
          </a:prstGeom>
          <a:solidFill>
            <a:schemeClr val="accent6">
              <a:lumMod val="10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6BC01420-C105-97F3-A021-22D68C8787B3}"/>
              </a:ext>
            </a:extLst>
          </p:cNvPr>
          <p:cNvSpPr txBox="1"/>
          <p:nvPr/>
        </p:nvSpPr>
        <p:spPr>
          <a:xfrm>
            <a:off x="10381216" y="1149161"/>
            <a:ext cx="104374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endParaRPr kumimoji="0" lang="fr-FR" sz="1600" b="1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36" name="ZoneTexte 135">
            <a:extLst>
              <a:ext uri="{FF2B5EF4-FFF2-40B4-BE49-F238E27FC236}">
                <a16:creationId xmlns:a16="http://schemas.microsoft.com/office/drawing/2014/main" id="{848DA7F6-01C4-CB1A-202E-DDDE51902791}"/>
              </a:ext>
            </a:extLst>
          </p:cNvPr>
          <p:cNvSpPr txBox="1"/>
          <p:nvPr/>
        </p:nvSpPr>
        <p:spPr>
          <a:xfrm>
            <a:off x="10586849" y="3053818"/>
            <a:ext cx="6324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Surface</a:t>
            </a:r>
            <a:endParaRPr lang="fr-FR" dirty="0" err="1"/>
          </a:p>
        </p:txBody>
      </p:sp>
      <p:graphicFrame>
        <p:nvGraphicFramePr>
          <p:cNvPr id="137" name="Tableau 11">
            <a:extLst>
              <a:ext uri="{FF2B5EF4-FFF2-40B4-BE49-F238E27FC236}">
                <a16:creationId xmlns:a16="http://schemas.microsoft.com/office/drawing/2014/main" id="{A252145C-BFAC-C02E-D529-D21FD9CC8827}"/>
              </a:ext>
            </a:extLst>
          </p:cNvPr>
          <p:cNvGraphicFramePr>
            <a:graphicFrameLocks noGrp="1"/>
          </p:cNvGraphicFramePr>
          <p:nvPr/>
        </p:nvGraphicFramePr>
        <p:xfrm>
          <a:off x="9835926" y="5954970"/>
          <a:ext cx="2106059" cy="841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6059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/>
                        <a:t>Loi APER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Décret Tertiaire</a:t>
                      </a:r>
                      <a:endParaRPr lang="fr-FR" sz="800" b="1" dirty="0"/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  <a:tr h="280578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Loi LOM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6477707"/>
                  </a:ext>
                </a:extLst>
              </a:tr>
            </a:tbl>
          </a:graphicData>
        </a:graphic>
      </p:graphicFrame>
      <p:sp>
        <p:nvSpPr>
          <p:cNvPr id="138" name="ZoneTexte 137">
            <a:extLst>
              <a:ext uri="{FF2B5EF4-FFF2-40B4-BE49-F238E27FC236}">
                <a16:creationId xmlns:a16="http://schemas.microsoft.com/office/drawing/2014/main" id="{DF094252-ADA6-94E3-F37D-50F674819E5C}"/>
              </a:ext>
            </a:extLst>
          </p:cNvPr>
          <p:cNvSpPr txBox="1"/>
          <p:nvPr/>
        </p:nvSpPr>
        <p:spPr>
          <a:xfrm>
            <a:off x="10252174" y="5657682"/>
            <a:ext cx="13018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Réglementation</a:t>
            </a:r>
            <a:endParaRPr lang="fr-FR" dirty="0" err="1"/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57B1DE66-9916-2D5C-2857-00EDDE08C100}"/>
              </a:ext>
            </a:extLst>
          </p:cNvPr>
          <p:cNvSpPr txBox="1"/>
          <p:nvPr/>
        </p:nvSpPr>
        <p:spPr>
          <a:xfrm>
            <a:off x="10298917" y="3760055"/>
            <a:ext cx="12083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Type de </a:t>
            </a:r>
            <a:r>
              <a:rPr lang="en-GB" dirty="0" err="1"/>
              <a:t>conso</a:t>
            </a:r>
            <a:r>
              <a:rPr lang="en-GB" dirty="0"/>
              <a:t>.</a:t>
            </a:r>
            <a:endParaRPr lang="fr-FR" dirty="0" err="1"/>
          </a:p>
        </p:txBody>
      </p:sp>
      <p:graphicFrame>
        <p:nvGraphicFramePr>
          <p:cNvPr id="140" name="Tableau 11">
            <a:extLst>
              <a:ext uri="{FF2B5EF4-FFF2-40B4-BE49-F238E27FC236}">
                <a16:creationId xmlns:a16="http://schemas.microsoft.com/office/drawing/2014/main" id="{5203089A-07FC-7999-8928-00DEDA19F2AC}"/>
              </a:ext>
            </a:extLst>
          </p:cNvPr>
          <p:cNvGraphicFramePr>
            <a:graphicFrameLocks noGrp="1"/>
          </p:cNvGraphicFramePr>
          <p:nvPr/>
        </p:nvGraphicFramePr>
        <p:xfrm>
          <a:off x="9761219" y="4057727"/>
          <a:ext cx="2271033" cy="198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5331">
                  <a:extLst>
                    <a:ext uri="{9D8B030D-6E8A-4147-A177-3AD203B41FA5}">
                      <a16:colId xmlns:a16="http://schemas.microsoft.com/office/drawing/2014/main" val="2428308883"/>
                    </a:ext>
                  </a:extLst>
                </a:gridCol>
                <a:gridCol w="297656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1514572957"/>
                    </a:ext>
                  </a:extLst>
                </a:gridCol>
                <a:gridCol w="699566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3073168191"/>
                    </a:ext>
                  </a:extLst>
                </a:gridCol>
              </a:tblGrid>
              <a:tr h="1980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/>
                        <a:t>É</a:t>
                      </a:r>
                      <a:r>
                        <a:rPr lang="fr-FR" sz="800" b="1" dirty="0" err="1"/>
                        <a:t>lectrique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b="1" dirty="0"/>
                        <a:t>Gaz Nat</a:t>
                      </a:r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800" b="1" dirty="0"/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41" name="ZoneTexte 140">
            <a:extLst>
              <a:ext uri="{FF2B5EF4-FFF2-40B4-BE49-F238E27FC236}">
                <a16:creationId xmlns:a16="http://schemas.microsoft.com/office/drawing/2014/main" id="{73998778-1965-6E85-7973-CE4B922DD928}"/>
              </a:ext>
            </a:extLst>
          </p:cNvPr>
          <p:cNvSpPr txBox="1"/>
          <p:nvPr/>
        </p:nvSpPr>
        <p:spPr>
          <a:xfrm>
            <a:off x="10155480" y="69894"/>
            <a:ext cx="1495218" cy="28814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Solution </a:t>
            </a:r>
            <a:r>
              <a:rPr lang="en-GB" dirty="0" err="1"/>
              <a:t>proposée</a:t>
            </a:r>
            <a:endParaRPr lang="fr-FR" dirty="0" err="1"/>
          </a:p>
        </p:txBody>
      </p:sp>
      <p:graphicFrame>
        <p:nvGraphicFramePr>
          <p:cNvPr id="142" name="Tableau 11">
            <a:extLst>
              <a:ext uri="{FF2B5EF4-FFF2-40B4-BE49-F238E27FC236}">
                <a16:creationId xmlns:a16="http://schemas.microsoft.com/office/drawing/2014/main" id="{F895B100-FFCA-3F1C-556E-4C4747BC87C7}"/>
              </a:ext>
            </a:extLst>
          </p:cNvPr>
          <p:cNvGraphicFramePr>
            <a:graphicFrameLocks noGrp="1"/>
          </p:cNvGraphicFramePr>
          <p:nvPr/>
        </p:nvGraphicFramePr>
        <p:xfrm>
          <a:off x="9845260" y="359018"/>
          <a:ext cx="813827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3827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toîture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PV au sol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284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Ombrière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939201"/>
                  </a:ext>
                </a:extLst>
              </a:tr>
            </a:tbl>
          </a:graphicData>
        </a:graphic>
      </p:graphicFrame>
      <p:sp>
        <p:nvSpPr>
          <p:cNvPr id="143" name="Rectangle 142">
            <a:extLst>
              <a:ext uri="{FF2B5EF4-FFF2-40B4-BE49-F238E27FC236}">
                <a16:creationId xmlns:a16="http://schemas.microsoft.com/office/drawing/2014/main" id="{AC73B62E-9735-A3A2-41A9-903B0F1080AE}"/>
              </a:ext>
            </a:extLst>
          </p:cNvPr>
          <p:cNvSpPr/>
          <p:nvPr/>
        </p:nvSpPr>
        <p:spPr>
          <a:xfrm>
            <a:off x="10746326" y="359019"/>
            <a:ext cx="1187826" cy="73152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Aptos"/>
              </a:rPr>
              <a:t>{{</a:t>
            </a:r>
            <a:r>
              <a:rPr lang="en-US" sz="900" dirty="0" err="1">
                <a:solidFill>
                  <a:srgbClr val="000000"/>
                </a:solidFill>
                <a:latin typeface="Aptos"/>
              </a:rPr>
              <a:t>Descriptif</a:t>
            </a:r>
            <a:r>
              <a:rPr lang="en-US" sz="9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44" name="Tableau 143">
            <a:extLst>
              <a:ext uri="{FF2B5EF4-FFF2-40B4-BE49-F238E27FC236}">
                <a16:creationId xmlns:a16="http://schemas.microsoft.com/office/drawing/2014/main" id="{295D8E6F-4DF8-0B16-285F-BF376F28F993}"/>
              </a:ext>
            </a:extLst>
          </p:cNvPr>
          <p:cNvGraphicFramePr>
            <a:graphicFrameLocks noGrp="1"/>
          </p:cNvGraphicFramePr>
          <p:nvPr/>
        </p:nvGraphicFramePr>
        <p:xfrm>
          <a:off x="7285703" y="220904"/>
          <a:ext cx="1940185" cy="37084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02092">
                  <a:extLst>
                    <a:ext uri="{9D8B030D-6E8A-4147-A177-3AD203B41FA5}">
                      <a16:colId xmlns:a16="http://schemas.microsoft.com/office/drawing/2014/main" val="3623086138"/>
                    </a:ext>
                  </a:extLst>
                </a:gridCol>
                <a:gridCol w="438093">
                  <a:extLst>
                    <a:ext uri="{9D8B030D-6E8A-4147-A177-3AD203B41FA5}">
                      <a16:colId xmlns:a16="http://schemas.microsoft.com/office/drawing/2014/main" val="3931105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sz="1400" dirty="0" err="1"/>
                        <a:t>Sélection</a:t>
                      </a:r>
                      <a:r>
                        <a:rPr lang="en-GB" sz="1400" dirty="0"/>
                        <a:t> type</a:t>
                      </a:r>
                      <a:endParaRPr lang="fr-FR" sz="14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/>
                        <a:t>1</a:t>
                      </a:r>
                      <a:endParaRPr lang="fr-FR" sz="12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667013"/>
                  </a:ext>
                </a:extLst>
              </a:tr>
            </a:tbl>
          </a:graphicData>
        </a:graphic>
      </p:graphicFrame>
      <p:sp>
        <p:nvSpPr>
          <p:cNvPr id="145" name="ZoneTexte 144">
            <a:extLst>
              <a:ext uri="{FF2B5EF4-FFF2-40B4-BE49-F238E27FC236}">
                <a16:creationId xmlns:a16="http://schemas.microsoft.com/office/drawing/2014/main" id="{8A5D36AE-B208-F185-7163-D13008AE86AD}"/>
              </a:ext>
            </a:extLst>
          </p:cNvPr>
          <p:cNvSpPr txBox="1"/>
          <p:nvPr/>
        </p:nvSpPr>
        <p:spPr>
          <a:xfrm>
            <a:off x="10099408" y="4371861"/>
            <a:ext cx="160736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 err="1"/>
              <a:t>Consommation</a:t>
            </a:r>
            <a:r>
              <a:rPr lang="en-GB" dirty="0"/>
              <a:t> site</a:t>
            </a:r>
            <a:endParaRPr lang="fr-FR" dirty="0" err="1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BCA6D396-4EA7-3C4A-DBB5-234825FCE213}"/>
              </a:ext>
            </a:extLst>
          </p:cNvPr>
          <p:cNvSpPr txBox="1"/>
          <p:nvPr/>
        </p:nvSpPr>
        <p:spPr>
          <a:xfrm>
            <a:off x="10345052" y="1813196"/>
            <a:ext cx="1116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Statut foncier</a:t>
            </a:r>
            <a:endParaRPr lang="fr-FR" dirty="0" err="1"/>
          </a:p>
        </p:txBody>
      </p:sp>
      <p:sp>
        <p:nvSpPr>
          <p:cNvPr id="147" name="ZoneTexte 146">
            <a:extLst>
              <a:ext uri="{FF2B5EF4-FFF2-40B4-BE49-F238E27FC236}">
                <a16:creationId xmlns:a16="http://schemas.microsoft.com/office/drawing/2014/main" id="{2388BB02-7053-3891-3A3A-06A737B09EB5}"/>
              </a:ext>
            </a:extLst>
          </p:cNvPr>
          <p:cNvSpPr txBox="1"/>
          <p:nvPr/>
        </p:nvSpPr>
        <p:spPr>
          <a:xfrm>
            <a:off x="9835926" y="2069992"/>
            <a:ext cx="2088891" cy="226591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>
            <a:sp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1000" dirty="0">
                <a:solidFill>
                  <a:srgbClr val="000000"/>
                </a:solidFill>
              </a:rPr>
              <a:t>{{</a:t>
            </a:r>
            <a:r>
              <a:rPr lang="en-GB" sz="1000" dirty="0" err="1">
                <a:solidFill>
                  <a:srgbClr val="000000"/>
                </a:solidFill>
              </a:rPr>
              <a:t>Statut_foncier</a:t>
            </a:r>
            <a:r>
              <a:rPr lang="en-GB" sz="1000" dirty="0">
                <a:solidFill>
                  <a:srgbClr val="000000"/>
                </a:solidFill>
              </a:rPr>
              <a:t>}}</a:t>
            </a:r>
            <a:endParaRPr kumimoji="0" lang="fr-FR" sz="10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48" name="ZoneTexte 147">
            <a:extLst>
              <a:ext uri="{FF2B5EF4-FFF2-40B4-BE49-F238E27FC236}">
                <a16:creationId xmlns:a16="http://schemas.microsoft.com/office/drawing/2014/main" id="{C4913A52-6FB9-D744-E32E-07A07B6641F7}"/>
              </a:ext>
            </a:extLst>
          </p:cNvPr>
          <p:cNvSpPr txBox="1"/>
          <p:nvPr/>
        </p:nvSpPr>
        <p:spPr>
          <a:xfrm>
            <a:off x="734094" y="6083677"/>
            <a:ext cx="8583170" cy="288147"/>
          </a:xfrm>
          <a:prstGeom prst="rect">
            <a:avLst/>
          </a:prstGeom>
          <a:noFill/>
        </p:spPr>
        <p:txBody>
          <a:bodyPr wrap="square" lIns="0" tIns="36000" rIns="0" bIns="36000"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 du site </a:t>
            </a:r>
            <a:r>
              <a:rPr kumimoji="0" lang="en-GB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kumimoji="0" lang="en-GB" sz="140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Analyse_site</a:t>
            </a:r>
            <a:r>
              <a:rPr lang="en-GB" sz="1400" dirty="0">
                <a:solidFill>
                  <a:srgbClr val="000000"/>
                </a:solidFill>
                <a:latin typeface="Aptos"/>
              </a:rPr>
              <a:t>}}</a:t>
            </a:r>
            <a:endParaRPr kumimoji="0" lang="fr-FR" sz="140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pSp>
        <p:nvGrpSpPr>
          <p:cNvPr id="149" name="Group 1">
            <a:extLst>
              <a:ext uri="{FF2B5EF4-FFF2-40B4-BE49-F238E27FC236}">
                <a16:creationId xmlns:a16="http://schemas.microsoft.com/office/drawing/2014/main" id="{CC936393-2B41-EDB4-3D45-0CC1594D70BD}"/>
              </a:ext>
            </a:extLst>
          </p:cNvPr>
          <p:cNvGrpSpPr/>
          <p:nvPr/>
        </p:nvGrpSpPr>
        <p:grpSpPr>
          <a:xfrm>
            <a:off x="10273807" y="4760313"/>
            <a:ext cx="1306448" cy="766269"/>
            <a:chOff x="241935" y="1872858"/>
            <a:chExt cx="5260332" cy="3085333"/>
          </a:xfrm>
        </p:grpSpPr>
        <p:grpSp>
          <p:nvGrpSpPr>
            <p:cNvPr id="150" name="Group 15">
              <a:extLst>
                <a:ext uri="{FF2B5EF4-FFF2-40B4-BE49-F238E27FC236}">
                  <a16:creationId xmlns:a16="http://schemas.microsoft.com/office/drawing/2014/main" id="{A9AA02FB-76EA-C1A1-AD64-7877E8B124F1}"/>
                </a:ext>
              </a:extLst>
            </p:cNvPr>
            <p:cNvGrpSpPr/>
            <p:nvPr/>
          </p:nvGrpSpPr>
          <p:grpSpPr>
            <a:xfrm>
              <a:off x="1310899" y="1872858"/>
              <a:ext cx="3122384" cy="2342954"/>
              <a:chOff x="1353302" y="1872858"/>
              <a:chExt cx="3122384" cy="2342954"/>
            </a:xfrm>
          </p:grpSpPr>
          <p:sp>
            <p:nvSpPr>
              <p:cNvPr id="156" name="Free-form: Shape 6">
                <a:extLst>
                  <a:ext uri="{FF2B5EF4-FFF2-40B4-BE49-F238E27FC236}">
                    <a16:creationId xmlns:a16="http://schemas.microsoft.com/office/drawing/2014/main" id="{DE958C5D-40E2-5FB8-9ADA-CC0791FCB4CC}"/>
                  </a:ext>
                </a:extLst>
              </p:cNvPr>
              <p:cNvSpPr/>
              <p:nvPr/>
            </p:nvSpPr>
            <p:spPr>
              <a:xfrm>
                <a:off x="1353302" y="2653454"/>
                <a:ext cx="697446" cy="1561192"/>
              </a:xfrm>
              <a:custGeom>
                <a:avLst/>
                <a:gdLst>
                  <a:gd name="connsiteX0" fmla="*/ 563786 w 697446"/>
                  <a:gd name="connsiteY0" fmla="*/ 780985 h 1561192"/>
                  <a:gd name="connsiteX1" fmla="*/ 697447 w 697446"/>
                  <a:gd name="connsiteY1" fmla="*/ 282087 h 1561192"/>
                  <a:gd name="connsiteX2" fmla="*/ 209040 w 697446"/>
                  <a:gd name="connsiteY2" fmla="*/ 0 h 1561192"/>
                  <a:gd name="connsiteX3" fmla="*/ 0 w 697446"/>
                  <a:gd name="connsiteY3" fmla="*/ 780596 h 1561192"/>
                  <a:gd name="connsiteX4" fmla="*/ 209040 w 697446"/>
                  <a:gd name="connsiteY4" fmla="*/ 1561193 h 1561192"/>
                  <a:gd name="connsiteX5" fmla="*/ 697447 w 697446"/>
                  <a:gd name="connsiteY5" fmla="*/ 1279105 h 1561192"/>
                  <a:gd name="connsiteX6" fmla="*/ 563786 w 697446"/>
                  <a:gd name="connsiteY6" fmla="*/ 780208 h 1561192"/>
                  <a:gd name="connsiteX7" fmla="*/ 563786 w 697446"/>
                  <a:gd name="connsiteY7" fmla="*/ 780208 h 156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192">
                    <a:moveTo>
                      <a:pt x="563786" y="780985"/>
                    </a:moveTo>
                    <a:cubicBezTo>
                      <a:pt x="563786" y="599144"/>
                      <a:pt x="612354" y="428959"/>
                      <a:pt x="697447" y="282087"/>
                    </a:cubicBezTo>
                    <a:lnTo>
                      <a:pt x="209040" y="0"/>
                    </a:lnTo>
                    <a:cubicBezTo>
                      <a:pt x="76156" y="229633"/>
                      <a:pt x="0" y="496178"/>
                      <a:pt x="0" y="780596"/>
                    </a:cubicBezTo>
                    <a:cubicBezTo>
                      <a:pt x="0" y="1065015"/>
                      <a:pt x="76156" y="1331560"/>
                      <a:pt x="209040" y="1561193"/>
                    </a:cubicBezTo>
                    <a:lnTo>
                      <a:pt x="697447" y="1279105"/>
                    </a:lnTo>
                    <a:cubicBezTo>
                      <a:pt x="612743" y="1132234"/>
                      <a:pt x="563786" y="962049"/>
                      <a:pt x="563786" y="780208"/>
                    </a:cubicBezTo>
                    <a:lnTo>
                      <a:pt x="563786" y="780208"/>
                    </a:lnTo>
                    <a:close/>
                  </a:path>
                </a:pathLst>
              </a:custGeom>
              <a:solidFill>
                <a:schemeClr val="bg2">
                  <a:lumMod val="20000"/>
                  <a:lumOff val="8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7" name="Free-form: Shape 7">
                <a:extLst>
                  <a:ext uri="{FF2B5EF4-FFF2-40B4-BE49-F238E27FC236}">
                    <a16:creationId xmlns:a16="http://schemas.microsoft.com/office/drawing/2014/main" id="{3A73C6E3-4F01-63A7-FADC-918FBCFAA7E5}"/>
                  </a:ext>
                </a:extLst>
              </p:cNvPr>
              <p:cNvSpPr/>
              <p:nvPr/>
            </p:nvSpPr>
            <p:spPr>
              <a:xfrm>
                <a:off x="1562341" y="1873247"/>
                <a:ext cx="1352152" cy="1062683"/>
              </a:xfrm>
              <a:custGeom>
                <a:avLst/>
                <a:gdLst>
                  <a:gd name="connsiteX0" fmla="*/ 488407 w 1352152"/>
                  <a:gd name="connsiteY0" fmla="*/ 1062683 h 1062683"/>
                  <a:gd name="connsiteX1" fmla="*/ 1352153 w 1352152"/>
                  <a:gd name="connsiteY1" fmla="*/ 564174 h 1062683"/>
                  <a:gd name="connsiteX2" fmla="*/ 1352153 w 1352152"/>
                  <a:gd name="connsiteY2" fmla="*/ 0 h 1062683"/>
                  <a:gd name="connsiteX3" fmla="*/ 0 w 1352152"/>
                  <a:gd name="connsiteY3" fmla="*/ 780596 h 1062683"/>
                  <a:gd name="connsiteX4" fmla="*/ 488407 w 1352152"/>
                  <a:gd name="connsiteY4" fmla="*/ 1062683 h 1062683"/>
                  <a:gd name="connsiteX5" fmla="*/ 488407 w 1352152"/>
                  <a:gd name="connsiteY5" fmla="*/ 1062683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488407" y="1062683"/>
                    </a:moveTo>
                    <a:cubicBezTo>
                      <a:pt x="660923" y="764666"/>
                      <a:pt x="983031" y="564174"/>
                      <a:pt x="1352153" y="564174"/>
                    </a:cubicBezTo>
                    <a:lnTo>
                      <a:pt x="1352153" y="0"/>
                    </a:lnTo>
                    <a:cubicBezTo>
                      <a:pt x="774380" y="0"/>
                      <a:pt x="270042" y="313948"/>
                      <a:pt x="0" y="780596"/>
                    </a:cubicBezTo>
                    <a:lnTo>
                      <a:pt x="488407" y="1062683"/>
                    </a:lnTo>
                    <a:lnTo>
                      <a:pt x="488407" y="1062683"/>
                    </a:ln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8" name="Free-form: Shape 8">
                <a:extLst>
                  <a:ext uri="{FF2B5EF4-FFF2-40B4-BE49-F238E27FC236}">
                    <a16:creationId xmlns:a16="http://schemas.microsoft.com/office/drawing/2014/main" id="{8DD71784-762E-DF3C-08B9-B7856F1F7478}"/>
                  </a:ext>
                </a:extLst>
              </p:cNvPr>
              <p:cNvSpPr/>
              <p:nvPr/>
            </p:nvSpPr>
            <p:spPr>
              <a:xfrm>
                <a:off x="2914494" y="1872858"/>
                <a:ext cx="1352152" cy="1062683"/>
              </a:xfrm>
              <a:custGeom>
                <a:avLst/>
                <a:gdLst>
                  <a:gd name="connsiteX0" fmla="*/ 0 w 1352152"/>
                  <a:gd name="connsiteY0" fmla="*/ 389 h 1062683"/>
                  <a:gd name="connsiteX1" fmla="*/ 0 w 1352152"/>
                  <a:gd name="connsiteY1" fmla="*/ 564174 h 1062683"/>
                  <a:gd name="connsiteX2" fmla="*/ 863746 w 1352152"/>
                  <a:gd name="connsiteY2" fmla="*/ 1062683 h 1062683"/>
                  <a:gd name="connsiteX3" fmla="*/ 1352153 w 1352152"/>
                  <a:gd name="connsiteY3" fmla="*/ 780596 h 1062683"/>
                  <a:gd name="connsiteX4" fmla="*/ 0 w 1352152"/>
                  <a:gd name="connsiteY4" fmla="*/ 0 h 1062683"/>
                  <a:gd name="connsiteX5" fmla="*/ 0 w 1352152"/>
                  <a:gd name="connsiteY5" fmla="*/ 0 h 106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2152" h="1062683">
                    <a:moveTo>
                      <a:pt x="0" y="389"/>
                    </a:moveTo>
                    <a:lnTo>
                      <a:pt x="0" y="564174"/>
                    </a:lnTo>
                    <a:cubicBezTo>
                      <a:pt x="369122" y="564174"/>
                      <a:pt x="691618" y="764666"/>
                      <a:pt x="863746" y="1062683"/>
                    </a:cubicBezTo>
                    <a:lnTo>
                      <a:pt x="1352153" y="780596"/>
                    </a:lnTo>
                    <a:cubicBezTo>
                      <a:pt x="1082111" y="313948"/>
                      <a:pt x="57777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9" name="Free-form: Shape 9">
                <a:extLst>
                  <a:ext uri="{FF2B5EF4-FFF2-40B4-BE49-F238E27FC236}">
                    <a16:creationId xmlns:a16="http://schemas.microsoft.com/office/drawing/2014/main" id="{CBE4CA4B-E2BA-2930-7B73-1B1768933ACF}"/>
                  </a:ext>
                </a:extLst>
              </p:cNvPr>
              <p:cNvSpPr/>
              <p:nvPr/>
            </p:nvSpPr>
            <p:spPr>
              <a:xfrm>
                <a:off x="3778240" y="2653843"/>
                <a:ext cx="697446" cy="1561969"/>
              </a:xfrm>
              <a:custGeom>
                <a:avLst/>
                <a:gdLst>
                  <a:gd name="connsiteX0" fmla="*/ 488407 w 697446"/>
                  <a:gd name="connsiteY0" fmla="*/ 0 h 1561969"/>
                  <a:gd name="connsiteX1" fmla="*/ 0 w 697446"/>
                  <a:gd name="connsiteY1" fmla="*/ 282087 h 1561969"/>
                  <a:gd name="connsiteX2" fmla="*/ 133661 w 697446"/>
                  <a:gd name="connsiteY2" fmla="*/ 780985 h 1561969"/>
                  <a:gd name="connsiteX3" fmla="*/ 0 w 697446"/>
                  <a:gd name="connsiteY3" fmla="*/ 1279883 h 1561969"/>
                  <a:gd name="connsiteX4" fmla="*/ 488407 w 697446"/>
                  <a:gd name="connsiteY4" fmla="*/ 1561970 h 1561969"/>
                  <a:gd name="connsiteX5" fmla="*/ 697447 w 697446"/>
                  <a:gd name="connsiteY5" fmla="*/ 781373 h 1561969"/>
                  <a:gd name="connsiteX6" fmla="*/ 488407 w 697446"/>
                  <a:gd name="connsiteY6" fmla="*/ 777 h 1561969"/>
                  <a:gd name="connsiteX7" fmla="*/ 488407 w 697446"/>
                  <a:gd name="connsiteY7" fmla="*/ 777 h 156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7446" h="1561969">
                    <a:moveTo>
                      <a:pt x="488407" y="0"/>
                    </a:moveTo>
                    <a:lnTo>
                      <a:pt x="0" y="282087"/>
                    </a:lnTo>
                    <a:cubicBezTo>
                      <a:pt x="84704" y="428959"/>
                      <a:pt x="133661" y="599144"/>
                      <a:pt x="133661" y="780985"/>
                    </a:cubicBezTo>
                    <a:cubicBezTo>
                      <a:pt x="133661" y="962826"/>
                      <a:pt x="85092" y="1133011"/>
                      <a:pt x="0" y="1279883"/>
                    </a:cubicBezTo>
                    <a:lnTo>
                      <a:pt x="488407" y="1561970"/>
                    </a:lnTo>
                    <a:cubicBezTo>
                      <a:pt x="621291" y="1332337"/>
                      <a:pt x="697447" y="1065792"/>
                      <a:pt x="697447" y="781373"/>
                    </a:cubicBezTo>
                    <a:cubicBezTo>
                      <a:pt x="697447" y="496955"/>
                      <a:pt x="621291" y="230410"/>
                      <a:pt x="488407" y="777"/>
                    </a:cubicBezTo>
                    <a:lnTo>
                      <a:pt x="488407" y="777"/>
                    </a:lnTo>
                    <a:close/>
                  </a:path>
                </a:pathLst>
              </a:custGeom>
              <a:solidFill>
                <a:schemeClr val="accent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3">
              <a:extLst>
                <a:ext uri="{FF2B5EF4-FFF2-40B4-BE49-F238E27FC236}">
                  <a16:creationId xmlns:a16="http://schemas.microsoft.com/office/drawing/2014/main" id="{2E54A1CB-C5FA-C4AF-B9FC-D94C3C04D108}"/>
                </a:ext>
              </a:extLst>
            </p:cNvPr>
            <p:cNvGrpSpPr/>
            <p:nvPr/>
          </p:nvGrpSpPr>
          <p:grpSpPr>
            <a:xfrm>
              <a:off x="1415030" y="1977379"/>
              <a:ext cx="2914124" cy="2914122"/>
              <a:chOff x="1457433" y="1977379"/>
              <a:chExt cx="2914124" cy="2914122"/>
            </a:xfrm>
          </p:grpSpPr>
          <p:sp>
            <p:nvSpPr>
              <p:cNvPr id="153" name="Free-form: Shape 4">
                <a:extLst>
                  <a:ext uri="{FF2B5EF4-FFF2-40B4-BE49-F238E27FC236}">
                    <a16:creationId xmlns:a16="http://schemas.microsoft.com/office/drawing/2014/main" id="{DDE78384-7F7B-945B-86F9-EBB6E1E2AA8E}"/>
                  </a:ext>
                </a:extLst>
              </p:cNvPr>
              <p:cNvSpPr/>
              <p:nvPr/>
            </p:nvSpPr>
            <p:spPr>
              <a:xfrm>
                <a:off x="1457433" y="1977379"/>
                <a:ext cx="2914124" cy="2914122"/>
              </a:xfrm>
              <a:custGeom>
                <a:avLst/>
                <a:gdLst>
                  <a:gd name="connsiteX0" fmla="*/ 1734486 w 3468971"/>
                  <a:gd name="connsiteY0" fmla="*/ 0 h 3468971"/>
                  <a:gd name="connsiteX1" fmla="*/ 3468971 w 3468971"/>
                  <a:gd name="connsiteY1" fmla="*/ 1734486 h 3468971"/>
                  <a:gd name="connsiteX2" fmla="*/ 1734486 w 3468971"/>
                  <a:gd name="connsiteY2" fmla="*/ 3468971 h 3468971"/>
                  <a:gd name="connsiteX3" fmla="*/ 0 w 3468971"/>
                  <a:gd name="connsiteY3" fmla="*/ 1734486 h 3468971"/>
                  <a:gd name="connsiteX4" fmla="*/ 1734486 w 3468971"/>
                  <a:gd name="connsiteY4" fmla="*/ 0 h 3468971"/>
                  <a:gd name="connsiteX5" fmla="*/ 1734486 w 3468971"/>
                  <a:gd name="connsiteY5" fmla="*/ 0 h 346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8971" h="3468971">
                    <a:moveTo>
                      <a:pt x="1734486" y="0"/>
                    </a:moveTo>
                    <a:cubicBezTo>
                      <a:pt x="2692261" y="0"/>
                      <a:pt x="3468971" y="776711"/>
                      <a:pt x="3468971" y="1734486"/>
                    </a:cubicBezTo>
                    <a:cubicBezTo>
                      <a:pt x="3468971" y="2692261"/>
                      <a:pt x="2692261" y="3468971"/>
                      <a:pt x="1734486" y="3468971"/>
                    </a:cubicBezTo>
                    <a:cubicBezTo>
                      <a:pt x="776711" y="3468971"/>
                      <a:pt x="0" y="2692649"/>
                      <a:pt x="0" y="1734486"/>
                    </a:cubicBezTo>
                    <a:cubicBezTo>
                      <a:pt x="0" y="776322"/>
                      <a:pt x="776711" y="0"/>
                      <a:pt x="1734486" y="0"/>
                    </a:cubicBezTo>
                    <a:lnTo>
                      <a:pt x="1734486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  <p:sp>
            <p:nvSpPr>
              <p:cNvPr id="154" name="Free-form: Shape 5">
                <a:extLst>
                  <a:ext uri="{FF2B5EF4-FFF2-40B4-BE49-F238E27FC236}">
                    <a16:creationId xmlns:a16="http://schemas.microsoft.com/office/drawing/2014/main" id="{DCE5DCA3-2A6B-6228-E3D1-500574CF089D}"/>
                  </a:ext>
                </a:extLst>
              </p:cNvPr>
              <p:cNvSpPr/>
              <p:nvPr/>
            </p:nvSpPr>
            <p:spPr>
              <a:xfrm>
                <a:off x="2595106" y="3115440"/>
                <a:ext cx="638775" cy="638775"/>
              </a:xfrm>
              <a:custGeom>
                <a:avLst/>
                <a:gdLst>
                  <a:gd name="connsiteX0" fmla="*/ 319388 w 638775"/>
                  <a:gd name="connsiteY0" fmla="*/ 0 h 638775"/>
                  <a:gd name="connsiteX1" fmla="*/ 638776 w 638775"/>
                  <a:gd name="connsiteY1" fmla="*/ 319388 h 638775"/>
                  <a:gd name="connsiteX2" fmla="*/ 319388 w 638775"/>
                  <a:gd name="connsiteY2" fmla="*/ 638776 h 638775"/>
                  <a:gd name="connsiteX3" fmla="*/ 0 w 638775"/>
                  <a:gd name="connsiteY3" fmla="*/ 319388 h 638775"/>
                  <a:gd name="connsiteX4" fmla="*/ 319388 w 638775"/>
                  <a:gd name="connsiteY4" fmla="*/ 0 h 638775"/>
                  <a:gd name="connsiteX5" fmla="*/ 319388 w 638775"/>
                  <a:gd name="connsiteY5" fmla="*/ 0 h 63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8775" h="638775">
                    <a:moveTo>
                      <a:pt x="319388" y="0"/>
                    </a:moveTo>
                    <a:cubicBezTo>
                      <a:pt x="495789" y="0"/>
                      <a:pt x="638776" y="142986"/>
                      <a:pt x="638776" y="319388"/>
                    </a:cubicBezTo>
                    <a:cubicBezTo>
                      <a:pt x="638776" y="495789"/>
                      <a:pt x="495789" y="638776"/>
                      <a:pt x="319388" y="638776"/>
                    </a:cubicBezTo>
                    <a:cubicBezTo>
                      <a:pt x="142986" y="638776"/>
                      <a:pt x="0" y="495789"/>
                      <a:pt x="0" y="319388"/>
                    </a:cubicBezTo>
                    <a:cubicBezTo>
                      <a:pt x="0" y="142986"/>
                      <a:pt x="142986" y="0"/>
                      <a:pt x="319388" y="0"/>
                    </a:cubicBezTo>
                    <a:lnTo>
                      <a:pt x="319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endParaRPr>
              </a:p>
            </p:txBody>
          </p:sp>
        </p:grpSp>
        <p:sp>
          <p:nvSpPr>
            <p:cNvPr id="152" name="TextBox 62">
              <a:extLst>
                <a:ext uri="{FF2B5EF4-FFF2-40B4-BE49-F238E27FC236}">
                  <a16:creationId xmlns:a16="http://schemas.microsoft.com/office/drawing/2014/main" id="{297AE649-6574-0892-0C19-6F757EC28357}"/>
                </a:ext>
              </a:extLst>
            </p:cNvPr>
            <p:cNvSpPr txBox="1"/>
            <p:nvPr/>
          </p:nvSpPr>
          <p:spPr bwMode="gray">
            <a:xfrm>
              <a:off x="241935" y="4214645"/>
              <a:ext cx="5260332" cy="743546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1200" kern="0" dirty="0">
                  <a:solidFill>
                    <a:srgbClr val="000000"/>
                  </a:solidFill>
                  <a:latin typeface="Aptos"/>
                </a:rPr>
                <a:t>{{</a:t>
              </a:r>
              <a:r>
                <a:rPr kumimoji="0" lang="en-GB" sz="12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Conso_site</a:t>
              </a:r>
              <a:r>
                <a:rPr kumimoji="0" lang="en-GB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ptos"/>
                  <a:ea typeface="+mn-ea"/>
                  <a:cs typeface="+mn-cs"/>
                </a:rPr>
                <a:t>}} MWh</a:t>
              </a:r>
            </a:p>
          </p:txBody>
        </p:sp>
      </p:grpSp>
      <p:sp>
        <p:nvSpPr>
          <p:cNvPr id="160" name="ZoneTexte 159">
            <a:extLst>
              <a:ext uri="{FF2B5EF4-FFF2-40B4-BE49-F238E27FC236}">
                <a16:creationId xmlns:a16="http://schemas.microsoft.com/office/drawing/2014/main" id="{60DA904F-8C47-BA00-20EA-31CD8A2BC6BF}"/>
              </a:ext>
            </a:extLst>
          </p:cNvPr>
          <p:cNvSpPr txBox="1"/>
          <p:nvPr/>
        </p:nvSpPr>
        <p:spPr>
          <a:xfrm>
            <a:off x="10423767" y="4827445"/>
            <a:ext cx="12238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247EB5E7-5C31-9C97-7839-C57B274E577C}"/>
              </a:ext>
            </a:extLst>
          </p:cNvPr>
          <p:cNvSpPr txBox="1"/>
          <p:nvPr/>
        </p:nvSpPr>
        <p:spPr>
          <a:xfrm>
            <a:off x="10821887" y="4602645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100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30C527C1-AEDF-CA59-7693-0FC3F85298DD}"/>
              </a:ext>
            </a:extLst>
          </p:cNvPr>
          <p:cNvSpPr txBox="1"/>
          <p:nvPr/>
        </p:nvSpPr>
        <p:spPr>
          <a:xfrm>
            <a:off x="11288904" y="4838253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300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id="{0182AE7D-E8E4-2654-81F3-2BB1BAB38562}"/>
              </a:ext>
            </a:extLst>
          </p:cNvPr>
          <p:cNvSpPr txBox="1"/>
          <p:nvPr/>
        </p:nvSpPr>
        <p:spPr>
          <a:xfrm>
            <a:off x="11318583" y="5223046"/>
            <a:ext cx="218169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500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64" name="ZoneTexte 163">
            <a:extLst>
              <a:ext uri="{FF2B5EF4-FFF2-40B4-BE49-F238E27FC236}">
                <a16:creationId xmlns:a16="http://schemas.microsoft.com/office/drawing/2014/main" id="{E5AF8B0F-AEC6-67C2-8FA4-16CD3E7E6CDB}"/>
              </a:ext>
            </a:extLst>
          </p:cNvPr>
          <p:cNvSpPr txBox="1"/>
          <p:nvPr/>
        </p:nvSpPr>
        <p:spPr>
          <a:xfrm>
            <a:off x="10454525" y="5206558"/>
            <a:ext cx="80598" cy="211203"/>
          </a:xfrm>
          <a:prstGeom prst="rect">
            <a:avLst/>
          </a:prstGeom>
          <a:noFill/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0</a:t>
            </a:r>
            <a:endParaRPr kumimoji="0" lang="fr-FR" sz="9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graphicFrame>
        <p:nvGraphicFramePr>
          <p:cNvPr id="165" name="Tableau 11">
            <a:extLst>
              <a:ext uri="{FF2B5EF4-FFF2-40B4-BE49-F238E27FC236}">
                <a16:creationId xmlns:a16="http://schemas.microsoft.com/office/drawing/2014/main" id="{59E5B1CB-3FF4-9592-317F-5A2CF283A97E}"/>
              </a:ext>
            </a:extLst>
          </p:cNvPr>
          <p:cNvGraphicFramePr>
            <a:graphicFrameLocks noGrp="1"/>
          </p:cNvGraphicFramePr>
          <p:nvPr/>
        </p:nvGraphicFramePr>
        <p:xfrm>
          <a:off x="9903413" y="3311522"/>
          <a:ext cx="2106060" cy="354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2020">
                  <a:extLst>
                    <a:ext uri="{9D8B030D-6E8A-4147-A177-3AD203B41FA5}">
                      <a16:colId xmlns:a16="http://schemas.microsoft.com/office/drawing/2014/main" val="3397234974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3556743572"/>
                    </a:ext>
                  </a:extLst>
                </a:gridCol>
                <a:gridCol w="702020">
                  <a:extLst>
                    <a:ext uri="{9D8B030D-6E8A-4147-A177-3AD203B41FA5}">
                      <a16:colId xmlns:a16="http://schemas.microsoft.com/office/drawing/2014/main" val="1027512174"/>
                    </a:ext>
                  </a:extLst>
                </a:gridCol>
              </a:tblGrid>
              <a:tr h="14469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err="1"/>
                        <a:t>Bâti</a:t>
                      </a:r>
                      <a:endParaRPr lang="fr-FR" sz="10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Terrain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Parking</a:t>
                      </a:r>
                      <a:endParaRPr lang="fr-FR" sz="10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6841332"/>
                  </a:ext>
                </a:extLst>
              </a:tr>
              <a:tr h="20201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S_bati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r>
                        <a:rPr lang="en-GB" sz="800" b="1" dirty="0"/>
                        <a:t> </a:t>
                      </a:r>
                      <a:endParaRPr lang="fr-FR" sz="800" b="1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S_terrain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dirty="0"/>
                        <a:t>{{</a:t>
                      </a:r>
                      <a:r>
                        <a:rPr lang="en-GB" sz="800" dirty="0" err="1"/>
                        <a:t>S_parking</a:t>
                      </a:r>
                      <a:r>
                        <a:rPr lang="en-GB" sz="800" dirty="0"/>
                        <a:t>}} m</a:t>
                      </a:r>
                      <a:r>
                        <a:rPr lang="en-GB" sz="800" baseline="30000" dirty="0"/>
                        <a:t>2</a:t>
                      </a:r>
                      <a:endParaRPr lang="fr-FR" sz="800" baseline="30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3729159"/>
                  </a:ext>
                </a:extLst>
              </a:tr>
            </a:tbl>
          </a:graphicData>
        </a:graphic>
      </p:graphicFrame>
      <p:sp>
        <p:nvSpPr>
          <p:cNvPr id="176" name="ZoneTexte 175">
            <a:extLst>
              <a:ext uri="{FF2B5EF4-FFF2-40B4-BE49-F238E27FC236}">
                <a16:creationId xmlns:a16="http://schemas.microsoft.com/office/drawing/2014/main" id="{710FA00E-40F2-7420-344A-1054152BF613}"/>
              </a:ext>
            </a:extLst>
          </p:cNvPr>
          <p:cNvSpPr txBox="1"/>
          <p:nvPr/>
        </p:nvSpPr>
        <p:spPr>
          <a:xfrm>
            <a:off x="423877" y="4943392"/>
            <a:ext cx="3867982" cy="318924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Performance énergétique de </a:t>
            </a:r>
            <a:r>
              <a:rPr kumimoji="0" lang="en-GB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l’installation</a:t>
            </a:r>
            <a:endParaRPr kumimoji="0" lang="fr-FR" sz="16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pic>
        <p:nvPicPr>
          <p:cNvPr id="177" name="Image 176">
            <a:extLst>
              <a:ext uri="{FF2B5EF4-FFF2-40B4-BE49-F238E27FC236}">
                <a16:creationId xmlns:a16="http://schemas.microsoft.com/office/drawing/2014/main" id="{CACA5A48-580C-1D90-319E-923D7C68DC2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77" y="6098551"/>
            <a:ext cx="318925" cy="318925"/>
          </a:xfrm>
          <a:prstGeom prst="rect">
            <a:avLst/>
          </a:prstGeom>
        </p:spPr>
      </p:pic>
      <p:graphicFrame>
        <p:nvGraphicFramePr>
          <p:cNvPr id="178" name="Tableau 177">
            <a:extLst>
              <a:ext uri="{FF2B5EF4-FFF2-40B4-BE49-F238E27FC236}">
                <a16:creationId xmlns:a16="http://schemas.microsoft.com/office/drawing/2014/main" id="{E0267241-9D3F-737C-4E27-E26D93BCDFB2}"/>
              </a:ext>
            </a:extLst>
          </p:cNvPr>
          <p:cNvGraphicFramePr>
            <a:graphicFrameLocks noGrp="1"/>
          </p:cNvGraphicFramePr>
          <p:nvPr/>
        </p:nvGraphicFramePr>
        <p:xfrm>
          <a:off x="423876" y="5262776"/>
          <a:ext cx="8985408" cy="790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576374">
                  <a:extLst>
                    <a:ext uri="{9D8B030D-6E8A-4147-A177-3AD203B41FA5}">
                      <a16:colId xmlns:a16="http://schemas.microsoft.com/office/drawing/2014/main" val="2490262164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397532975"/>
                    </a:ext>
                  </a:extLst>
                </a:gridCol>
                <a:gridCol w="1781175">
                  <a:extLst>
                    <a:ext uri="{9D8B030D-6E8A-4147-A177-3AD203B41FA5}">
                      <a16:colId xmlns:a16="http://schemas.microsoft.com/office/drawing/2014/main" val="3101456957"/>
                    </a:ext>
                  </a:extLst>
                </a:gridCol>
                <a:gridCol w="1276350">
                  <a:extLst>
                    <a:ext uri="{9D8B030D-6E8A-4147-A177-3AD203B41FA5}">
                      <a16:colId xmlns:a16="http://schemas.microsoft.com/office/drawing/2014/main" val="3354341959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3076911965"/>
                    </a:ext>
                  </a:extLst>
                </a:gridCol>
                <a:gridCol w="1055859">
                  <a:extLst>
                    <a:ext uri="{9D8B030D-6E8A-4147-A177-3AD203B41FA5}">
                      <a16:colId xmlns:a16="http://schemas.microsoft.com/office/drawing/2014/main" val="4012706419"/>
                    </a:ext>
                  </a:extLst>
                </a:gridCol>
              </a:tblGrid>
              <a:tr h="33356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Surface exploitable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module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Puissance installable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Production site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Taux de couverture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TRI</a:t>
                      </a:r>
                    </a:p>
                  </a:txBody>
                  <a:tcPr anchor="ctr"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92743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S_expl</a:t>
                      </a:r>
                      <a:r>
                        <a:rPr lang="fr-FR" sz="1200" dirty="0"/>
                        <a:t>}} m²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P_module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Wc</a:t>
                      </a:r>
                      <a:r>
                        <a:rPr lang="en-GB" sz="1200" dirty="0"/>
                        <a:t>/m2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GB" sz="1200" dirty="0"/>
                        <a:t>{{</a:t>
                      </a:r>
                      <a:r>
                        <a:rPr lang="en-GB" sz="1200" dirty="0" err="1"/>
                        <a:t>P_installable</a:t>
                      </a:r>
                      <a:r>
                        <a:rPr lang="en-GB" sz="1200" dirty="0"/>
                        <a:t>}} </a:t>
                      </a:r>
                      <a:r>
                        <a:rPr lang="en-GB" sz="1200" dirty="0" err="1"/>
                        <a:t>kWc</a:t>
                      </a:r>
                      <a:endParaRPr lang="fr-FR" sz="1200" dirty="0"/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Prod_site</a:t>
                      </a:r>
                      <a:r>
                        <a:rPr lang="fr-FR" sz="1200" dirty="0"/>
                        <a:t>}} MWh/an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Tx_couverture</a:t>
                      </a:r>
                      <a:r>
                        <a:rPr lang="fr-FR" sz="1200" dirty="0"/>
                        <a:t>}} %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fr-FR" sz="1200" dirty="0"/>
                        <a:t>{{</a:t>
                      </a:r>
                      <a:r>
                        <a:rPr lang="fr-FR" sz="1200" dirty="0" err="1"/>
                        <a:t>Temps_retour_inv</a:t>
                      </a:r>
                      <a:r>
                        <a:rPr lang="fr-FR" sz="1200" dirty="0"/>
                        <a:t>}} ans</a:t>
                      </a:r>
                    </a:p>
                  </a:txBody>
                  <a:tcPr anchor="ctr">
                    <a:solidFill>
                      <a:schemeClr val="tx2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8568"/>
                  </a:ext>
                </a:extLst>
              </a:tr>
            </a:tbl>
          </a:graphicData>
        </a:graphic>
      </p:graphicFrame>
      <p:sp>
        <p:nvSpPr>
          <p:cNvPr id="179" name="ZoneTexte 178">
            <a:extLst>
              <a:ext uri="{FF2B5EF4-FFF2-40B4-BE49-F238E27FC236}">
                <a16:creationId xmlns:a16="http://schemas.microsoft.com/office/drawing/2014/main" id="{405A1725-D2DD-6742-B65C-713A1BA9D15D}"/>
              </a:ext>
            </a:extLst>
          </p:cNvPr>
          <p:cNvSpPr txBox="1"/>
          <p:nvPr/>
        </p:nvSpPr>
        <p:spPr>
          <a:xfrm>
            <a:off x="5012293" y="746399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Potentiel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solaire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(PVGIS)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0" name="ZoneTexte 179">
            <a:extLst>
              <a:ext uri="{FF2B5EF4-FFF2-40B4-BE49-F238E27FC236}">
                <a16:creationId xmlns:a16="http://schemas.microsoft.com/office/drawing/2014/main" id="{18AF344A-FA51-47B4-7D31-F90217B18E13}"/>
              </a:ext>
            </a:extLst>
          </p:cNvPr>
          <p:cNvSpPr txBox="1"/>
          <p:nvPr/>
        </p:nvSpPr>
        <p:spPr>
          <a:xfrm>
            <a:off x="422398" y="749167"/>
            <a:ext cx="4396991" cy="318801"/>
          </a:xfrm>
          <a:prstGeom prst="roundRect">
            <a:avLst/>
          </a:prstGeom>
          <a:solidFill>
            <a:schemeClr val="bg2"/>
          </a:solidFill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Localisation et emprise PV</a:t>
            </a:r>
            <a:endParaRPr kumimoji="0" lang="fr-FR" sz="14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00C7A60C-7827-0598-1D10-83125282875D}"/>
              </a:ext>
            </a:extLst>
          </p:cNvPr>
          <p:cNvSpPr txBox="1"/>
          <p:nvPr/>
        </p:nvSpPr>
        <p:spPr>
          <a:xfrm>
            <a:off x="10039199" y="2414328"/>
            <a:ext cx="172778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</a:defRPr>
            </a:lvl1pPr>
          </a:lstStyle>
          <a:p>
            <a:r>
              <a:rPr lang="en-GB" dirty="0"/>
              <a:t>Données </a:t>
            </a:r>
            <a:r>
              <a:rPr lang="en-GB" dirty="0" err="1"/>
              <a:t>cadastrales</a:t>
            </a:r>
            <a:endParaRPr lang="fr-FR" dirty="0" err="1"/>
          </a:p>
        </p:txBody>
      </p:sp>
      <p:sp>
        <p:nvSpPr>
          <p:cNvPr id="185" name="ZoneTexte 184">
            <a:extLst>
              <a:ext uri="{FF2B5EF4-FFF2-40B4-BE49-F238E27FC236}">
                <a16:creationId xmlns:a16="http://schemas.microsoft.com/office/drawing/2014/main" id="{1BAA7C23-E932-84BF-ED71-387145735F36}"/>
              </a:ext>
            </a:extLst>
          </p:cNvPr>
          <p:cNvSpPr txBox="1"/>
          <p:nvPr/>
        </p:nvSpPr>
        <p:spPr>
          <a:xfrm>
            <a:off x="5158165" y="3464973"/>
            <a:ext cx="4656788" cy="130380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Hypothèse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de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calcul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(pour 1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installée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Technologie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utilisée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Silicium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cristallin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Inclinaison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lang="en-GB" sz="1200" dirty="0" err="1">
                <a:solidFill>
                  <a:srgbClr val="000000"/>
                </a:solidFill>
              </a:rPr>
              <a:t>Inclinaison_pptx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lvl="0" indent="-285750">
              <a:spcBef>
                <a:spcPts val="600"/>
              </a:spcBef>
              <a:buFont typeface="Arial" panose="020B0604020202020204" pitchFamily="34" charset="0"/>
              <a:buChar char="•"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: {{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Orientation_pptx</a:t>
            </a:r>
            <a:r>
              <a:rPr lang="en-GB" sz="1200" dirty="0">
                <a:solidFill>
                  <a:srgbClr val="000000"/>
                </a:solidFill>
              </a:rPr>
              <a:t>}}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Production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spécifique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annuelle</a:t>
            </a:r>
            <a:r>
              <a:rPr kumimoji="0" lang="en-GB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: {{</a:t>
            </a:r>
            <a:r>
              <a:rPr lang="en-GB" sz="1200" dirty="0">
                <a:solidFill>
                  <a:srgbClr val="000000"/>
                </a:solidFill>
                <a:latin typeface="Aptos"/>
              </a:rPr>
              <a:t>P_PVGIS_1kWc}}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 kWh/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kWc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/an</a:t>
            </a:r>
          </a:p>
        </p:txBody>
      </p:sp>
      <p:sp>
        <p:nvSpPr>
          <p:cNvPr id="187" name="ZoneTexte 186">
            <a:extLst>
              <a:ext uri="{FF2B5EF4-FFF2-40B4-BE49-F238E27FC236}">
                <a16:creationId xmlns:a16="http://schemas.microsoft.com/office/drawing/2014/main" id="{EEA4238C-994D-4177-A466-ABA00BBD3094}"/>
              </a:ext>
            </a:extLst>
          </p:cNvPr>
          <p:cNvSpPr txBox="1"/>
          <p:nvPr/>
        </p:nvSpPr>
        <p:spPr>
          <a:xfrm>
            <a:off x="545646" y="4214972"/>
            <a:ext cx="92012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brute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CAF612D-C192-8420-A850-24CF903E8C34}"/>
              </a:ext>
            </a:extLst>
          </p:cNvPr>
          <p:cNvSpPr/>
          <p:nvPr/>
        </p:nvSpPr>
        <p:spPr>
          <a:xfrm>
            <a:off x="1850168" y="4268963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0" name="ZoneTexte 189">
            <a:extLst>
              <a:ext uri="{FF2B5EF4-FFF2-40B4-BE49-F238E27FC236}">
                <a16:creationId xmlns:a16="http://schemas.microsoft.com/office/drawing/2014/main" id="{9158BD32-DDC1-095F-5D16-874FC0803AC6}"/>
              </a:ext>
            </a:extLst>
          </p:cNvPr>
          <p:cNvSpPr txBox="1"/>
          <p:nvPr/>
        </p:nvSpPr>
        <p:spPr>
          <a:xfrm>
            <a:off x="2159542" y="4223652"/>
            <a:ext cx="1160574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S_brute_toît</a:t>
            </a:r>
            <a:r>
              <a:rPr lang="en-GB" sz="1100" dirty="0"/>
              <a:t>}}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EC61761-BD6B-C464-8BE1-75A0276ECA0A}"/>
              </a:ext>
            </a:extLst>
          </p:cNvPr>
          <p:cNvSpPr/>
          <p:nvPr/>
        </p:nvSpPr>
        <p:spPr>
          <a:xfrm>
            <a:off x="2888427" y="4270847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2" name="ZoneTexte 191">
            <a:extLst>
              <a:ext uri="{FF2B5EF4-FFF2-40B4-BE49-F238E27FC236}">
                <a16:creationId xmlns:a16="http://schemas.microsoft.com/office/drawing/2014/main" id="{9F2336C3-1938-70C7-05BE-34A364C18257}"/>
              </a:ext>
            </a:extLst>
          </p:cNvPr>
          <p:cNvSpPr txBox="1"/>
          <p:nvPr/>
        </p:nvSpPr>
        <p:spPr>
          <a:xfrm>
            <a:off x="3199429" y="4223652"/>
            <a:ext cx="1274388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S_brute_ombr</a:t>
            </a:r>
            <a:r>
              <a:rPr lang="en-GB" sz="1100" dirty="0"/>
              <a:t>}} m2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247D086B-58AF-EAEF-6B65-EBEC79A61F2D}"/>
              </a:ext>
            </a:extLst>
          </p:cNvPr>
          <p:cNvSpPr/>
          <p:nvPr/>
        </p:nvSpPr>
        <p:spPr>
          <a:xfrm>
            <a:off x="3926686" y="4274254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194" name="ZoneTexte 193">
            <a:extLst>
              <a:ext uri="{FF2B5EF4-FFF2-40B4-BE49-F238E27FC236}">
                <a16:creationId xmlns:a16="http://schemas.microsoft.com/office/drawing/2014/main" id="{6DDF1AD0-4F71-33F0-4A4F-C374CF603303}"/>
              </a:ext>
            </a:extLst>
          </p:cNvPr>
          <p:cNvSpPr txBox="1"/>
          <p:nvPr/>
        </p:nvSpPr>
        <p:spPr>
          <a:xfrm>
            <a:off x="4241178" y="4223652"/>
            <a:ext cx="110607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S_brute_sol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D49F2FF6-42A8-C535-5BFB-53ADE886A76F}"/>
              </a:ext>
            </a:extLst>
          </p:cNvPr>
          <p:cNvSpPr txBox="1"/>
          <p:nvPr/>
        </p:nvSpPr>
        <p:spPr>
          <a:xfrm>
            <a:off x="5149891" y="1133209"/>
            <a:ext cx="4020909" cy="257369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200" dirty="0" err="1">
                <a:solidFill>
                  <a:srgbClr val="000000"/>
                </a:solidFill>
              </a:rPr>
              <a:t>Consommation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actuelle</a:t>
            </a:r>
            <a:r>
              <a:rPr lang="en-GB" sz="1200" dirty="0">
                <a:solidFill>
                  <a:srgbClr val="000000"/>
                </a:solidFill>
              </a:rPr>
              <a:t> et production </a:t>
            </a:r>
            <a:r>
              <a:rPr lang="en-GB" sz="1200" dirty="0" err="1">
                <a:solidFill>
                  <a:srgbClr val="000000"/>
                </a:solidFill>
              </a:rPr>
              <a:t>potentielle</a:t>
            </a:r>
            <a:r>
              <a:rPr lang="en-GB" sz="1200" dirty="0">
                <a:solidFill>
                  <a:srgbClr val="000000"/>
                </a:solidFill>
              </a:rPr>
              <a:t> </a:t>
            </a:r>
            <a:r>
              <a:rPr lang="en-GB" sz="1200" dirty="0" err="1">
                <a:solidFill>
                  <a:srgbClr val="000000"/>
                </a:solidFill>
              </a:rPr>
              <a:t>mensuelle</a:t>
            </a:r>
            <a:endParaRPr lang="fr-FR" sz="1400" dirty="0" err="1">
              <a:solidFill>
                <a:srgbClr val="000000"/>
              </a:solidFill>
            </a:endParaRPr>
          </a:p>
        </p:txBody>
      </p:sp>
      <p:sp>
        <p:nvSpPr>
          <p:cNvPr id="198" name="ZoneTexte 197">
            <a:extLst>
              <a:ext uri="{FF2B5EF4-FFF2-40B4-BE49-F238E27FC236}">
                <a16:creationId xmlns:a16="http://schemas.microsoft.com/office/drawing/2014/main" id="{79379255-DB05-FCB5-55F2-9E74B936A44E}"/>
              </a:ext>
            </a:extLst>
          </p:cNvPr>
          <p:cNvSpPr txBox="1"/>
          <p:nvPr/>
        </p:nvSpPr>
        <p:spPr>
          <a:xfrm>
            <a:off x="545646" y="4499982"/>
            <a:ext cx="1271182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ea typeface="+mn-ea"/>
                <a:cs typeface="+mn-cs"/>
              </a:rPr>
              <a:t>Surface exploitable : </a:t>
            </a:r>
            <a:endParaRPr kumimoji="0" lang="fr-FR" sz="11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6CC1289-E195-6F8D-7128-C4511DEF43D5}"/>
              </a:ext>
            </a:extLst>
          </p:cNvPr>
          <p:cNvSpPr/>
          <p:nvPr/>
        </p:nvSpPr>
        <p:spPr>
          <a:xfrm>
            <a:off x="1850168" y="4551887"/>
            <a:ext cx="262901" cy="151358"/>
          </a:xfrm>
          <a:prstGeom prst="rect">
            <a:avLst/>
          </a:prstGeom>
          <a:pattFill prst="wdUpDiag">
            <a:fgClr>
              <a:srgbClr val="675048"/>
            </a:fgClr>
            <a:bgClr>
              <a:srgbClr val="897D8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1" name="ZoneTexte 200">
            <a:extLst>
              <a:ext uri="{FF2B5EF4-FFF2-40B4-BE49-F238E27FC236}">
                <a16:creationId xmlns:a16="http://schemas.microsoft.com/office/drawing/2014/main" id="{EEB03F6F-9B5A-B267-0E4C-03471A43CCB7}"/>
              </a:ext>
            </a:extLst>
          </p:cNvPr>
          <p:cNvSpPr txBox="1"/>
          <p:nvPr/>
        </p:nvSpPr>
        <p:spPr>
          <a:xfrm>
            <a:off x="2159542" y="4506576"/>
            <a:ext cx="1053173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S_expl_toît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C9BAA763-7A19-0E52-C58B-EDCE60A55737}"/>
              </a:ext>
            </a:extLst>
          </p:cNvPr>
          <p:cNvSpPr/>
          <p:nvPr/>
        </p:nvSpPr>
        <p:spPr>
          <a:xfrm>
            <a:off x="2888427" y="4553771"/>
            <a:ext cx="262901" cy="147590"/>
          </a:xfrm>
          <a:prstGeom prst="rect">
            <a:avLst/>
          </a:prstGeom>
          <a:pattFill prst="wdUpDiag">
            <a:fgClr>
              <a:srgbClr val="776A93"/>
            </a:fgClr>
            <a:bgClr>
              <a:srgbClr val="A98AA5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3" name="ZoneTexte 202">
            <a:extLst>
              <a:ext uri="{FF2B5EF4-FFF2-40B4-BE49-F238E27FC236}">
                <a16:creationId xmlns:a16="http://schemas.microsoft.com/office/drawing/2014/main" id="{6F0863E1-3C9E-709A-EF81-F0FE53CF894F}"/>
              </a:ext>
            </a:extLst>
          </p:cNvPr>
          <p:cNvSpPr txBox="1"/>
          <p:nvPr/>
        </p:nvSpPr>
        <p:spPr>
          <a:xfrm>
            <a:off x="3199429" y="4506576"/>
            <a:ext cx="1203856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S_expl_ombr</a:t>
            </a:r>
            <a:r>
              <a:rPr lang="en-GB" sz="1100" dirty="0"/>
              <a:t>}} m2</a:t>
            </a:r>
            <a:endParaRPr lang="fr-FR" sz="1100" dirty="0" err="1">
              <a:solidFill>
                <a:srgbClr val="000000"/>
              </a:solidFill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65C4DDFF-9231-C21D-CC0B-721DC489220A}"/>
              </a:ext>
            </a:extLst>
          </p:cNvPr>
          <p:cNvSpPr/>
          <p:nvPr/>
        </p:nvSpPr>
        <p:spPr>
          <a:xfrm>
            <a:off x="3926686" y="4557178"/>
            <a:ext cx="262901" cy="140777"/>
          </a:xfrm>
          <a:prstGeom prst="rect">
            <a:avLst/>
          </a:prstGeom>
          <a:pattFill prst="wdUpDiag">
            <a:fgClr>
              <a:srgbClr val="01A270"/>
            </a:fgClr>
            <a:bgClr>
              <a:srgbClr val="87E3C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000" b="0" i="0" u="none" strike="noStrike" kern="1200" cap="none" spc="0" normalizeH="0" baseline="0" noProof="0" dirty="0" err="1">
              <a:ln>
                <a:noFill/>
              </a:ln>
              <a:solidFill>
                <a:srgbClr val="451DC7"/>
              </a:solidFill>
              <a:effectLst/>
              <a:uLnTx/>
              <a:uFillTx/>
              <a:latin typeface="Aptos"/>
              <a:ea typeface="+mn-ea"/>
              <a:cs typeface="+mn-cs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id="{0D7B82FF-20B9-38F0-DD0C-12AB5F7E2E84}"/>
              </a:ext>
            </a:extLst>
          </p:cNvPr>
          <p:cNvSpPr txBox="1"/>
          <p:nvPr/>
        </p:nvSpPr>
        <p:spPr>
          <a:xfrm>
            <a:off x="4241178" y="4506576"/>
            <a:ext cx="1035540" cy="241980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 lvl="0">
              <a:spcBef>
                <a:spcPts val="600"/>
              </a:spcBef>
              <a:defRPr/>
            </a:pPr>
            <a:r>
              <a:rPr lang="en-GB" sz="1100" dirty="0"/>
              <a:t>{{</a:t>
            </a:r>
            <a:r>
              <a:rPr lang="en-GB" sz="1100" dirty="0" err="1"/>
              <a:t>S_expl_sol</a:t>
            </a:r>
            <a:r>
              <a:rPr lang="en-GB" sz="1100" dirty="0"/>
              <a:t>}} m2</a:t>
            </a:r>
            <a:endParaRPr lang="fr-FR" sz="1100" dirty="0" err="1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3A197FF-DFB9-4AE6-E5EA-3EAAB4BCB4F0}"/>
              </a:ext>
            </a:extLst>
          </p:cNvPr>
          <p:cNvSpPr txBox="1"/>
          <p:nvPr/>
        </p:nvSpPr>
        <p:spPr>
          <a:xfrm>
            <a:off x="399656" y="233782"/>
            <a:ext cx="1765035" cy="442035"/>
          </a:xfrm>
          <a:prstGeom prst="rect">
            <a:avLst/>
          </a:prstGeom>
          <a:noFill/>
        </p:spPr>
        <p:txBody>
          <a:bodyPr wrap="none" lIns="0" tIns="36000" rIns="0" bIns="36000" rtlCol="0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{{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Code_site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451DC7">
                    <a:lumMod val="100000"/>
                  </a:srgbClr>
                </a:solidFill>
                <a:effectLst/>
                <a:uLnTx/>
                <a:uFillTx/>
                <a:latin typeface="Aptos SemiBold"/>
                <a:ea typeface="+mj-ea"/>
                <a:cs typeface="+mj-cs"/>
              </a:rPr>
              <a:t>}}</a:t>
            </a:r>
            <a:endParaRPr lang="fr-FR" sz="1600" dirty="0" err="1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40176E4-41A6-4A6F-667E-9030ECADB753}"/>
              </a:ext>
            </a:extLst>
          </p:cNvPr>
          <p:cNvSpPr txBox="1"/>
          <p:nvPr/>
        </p:nvSpPr>
        <p:spPr>
          <a:xfrm>
            <a:off x="9835926" y="1399639"/>
            <a:ext cx="2088892" cy="30890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>
            <a:defPPr>
              <a:defRPr lang="en-US"/>
            </a:defPPr>
            <a:lvl1pPr algn="ctr">
              <a:spcBef>
                <a:spcPts val="600"/>
              </a:spcBef>
              <a:defRPr sz="1000"/>
            </a:lvl1pPr>
          </a:lstStyle>
          <a:p>
            <a:pPr lvl="0">
              <a:defRPr/>
            </a:pPr>
            <a:r>
              <a:rPr lang="en-GB" sz="900" dirty="0">
                <a:solidFill>
                  <a:srgbClr val="000000"/>
                </a:solidFill>
              </a:rPr>
              <a:t>{{Localisation}}</a:t>
            </a:r>
            <a:endParaRPr lang="fr-FR" sz="900" dirty="0" err="1">
              <a:solidFill>
                <a:srgbClr val="000000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FEDEC36-60FE-CDF3-2368-EA6C5A00EDB4}"/>
              </a:ext>
            </a:extLst>
          </p:cNvPr>
          <p:cNvSpPr txBox="1"/>
          <p:nvPr/>
        </p:nvSpPr>
        <p:spPr>
          <a:xfrm>
            <a:off x="9822724" y="2667219"/>
            <a:ext cx="2088891" cy="307912"/>
          </a:xfrm>
          <a:prstGeom prst="rect">
            <a:avLst/>
          </a:prstGeom>
          <a:solidFill>
            <a:schemeClr val="tx2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 lIns="0" tIns="36000" rIns="0" bIns="36000" rtlCol="0" anchor="ctr">
            <a:noAutofit/>
          </a:bodyPr>
          <a:lstStyle/>
          <a:p>
            <a:pPr lvl="0" algn="ctr">
              <a:spcBef>
                <a:spcPts val="600"/>
              </a:spcBef>
              <a:defRPr/>
            </a:pPr>
            <a:r>
              <a:rPr lang="en-GB" sz="900" dirty="0">
                <a:solidFill>
                  <a:srgbClr val="000000"/>
                </a:solidFill>
              </a:rPr>
              <a:t>{{</a:t>
            </a:r>
            <a:r>
              <a:rPr lang="en-GB" sz="900" dirty="0" err="1">
                <a:solidFill>
                  <a:srgbClr val="000000"/>
                </a:solidFill>
              </a:rPr>
              <a:t>Donnees_cadastrales</a:t>
            </a:r>
            <a:r>
              <a:rPr lang="en-GB" sz="900" dirty="0">
                <a:solidFill>
                  <a:srgbClr val="000000"/>
                </a:solidFill>
              </a:rPr>
              <a:t>}}</a:t>
            </a:r>
            <a:endParaRPr lang="fr-FR" sz="9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294521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2915f3e2-8299-477b-bc6f-b8374767579c&quot; /&gt;"/>
  <p:tag name="SP_POWERSHAPE" val="&lt;PowerShapeTag ClassVersion=&quot;0&quot; GUID=&quot;482b1744-6a2c-4e40-b634-2f3943210f4d&quot; IsConsolidated=&quot;False&quot; IsTopLevel=&quot;True&quot; Source=&quot;Group 4&quot; Layer=&quot;Group 4&quot; /&gt;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1f6e42f0-6172-48f1-b7b3-938d21934801&quot; /&gt;"/>
  <p:tag name="SP_POWERSHAPE" val="&lt;PowerShapeTag ClassVersion=&quot;0&quot; GUID=&quot;d49074d4-1016-448b-856a-9ab9e2544118&quot; IsConsolidated=&quot;False&quot; IsTopLevel=&quot;True&quot; Source=&quot;Group 5&quot; Layer=&quot;Group 5&quot; /&gt;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True&quot; Source=&quot;Harvey 8&quot; Layer=&quot;Harvey 8&quot; /&gt;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0/8 [0]&quot; /&gt;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1/8 [1]&quot; /&gt;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2/8 [2]&quot; /&gt;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3/8 [3]&quot; /&gt;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4/8 [4]&quot; /&gt;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5/8 [5]&quot; /&gt;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6/8 [6]&quot; /&gt;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7/8 [7]&quot; /&gt;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3ac6243e-138b-4d24-9233-68986636b925&quot; /&gt;"/>
  <p:tag name="SP_POWERSHAPE" val="&lt;PowerShapeTag ClassVersion=&quot;0&quot; GUID=&quot;b4a0a1cc-0b52-49b0-80fe-c3d6b9aabd20&quot; IsConsolidated=&quot;False&quot; IsTopLevel=&quot;False&quot; Source=&quot;Harvey 8&quot; Layer=&quot;Harvey 8/8 [8]&quot; /&gt;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1f6e42f0-6172-48f1-b7b3-938d21934801&quot; /&gt;"/>
  <p:tag name="SP_POWERSHAPE" val="&lt;PowerShapeTag ClassVersion=&quot;0&quot; GUID=&quot;d49074d4-1016-448b-856a-9ab9e2544118&quot; IsConsolidated=&quot;False&quot; IsTopLevel=&quot;False&quot; Source=&quot;Group 5&quot; Layer=&quot;Harvey 0/4 [0]&quot; /&gt;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1f6e42f0-6172-48f1-b7b3-938d21934801&quot; /&gt;"/>
  <p:tag name="SP_POWERSHAPE" val="&lt;PowerShapeTag ClassVersion=&quot;0&quot; GUID=&quot;d49074d4-1016-448b-856a-9ab9e2544118&quot; IsConsolidated=&quot;False&quot; IsTopLevel=&quot;False&quot; Source=&quot;Group 5&quot; Layer=&quot;Harvey 1/4 [1]&quot; /&gt;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1f6e42f0-6172-48f1-b7b3-938d21934801&quot; /&gt;"/>
  <p:tag name="SP_POWERSHAPE" val="&lt;PowerShapeTag ClassVersion=&quot;0&quot; GUID=&quot;d49074d4-1016-448b-856a-9ab9e2544118&quot; IsConsolidated=&quot;False&quot; IsTopLevel=&quot;False&quot; Source=&quot;Group 5&quot; Layer=&quot;Harvey 2/4 [2]&quot; /&gt;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1f6e42f0-6172-48f1-b7b3-938d21934801&quot; /&gt;"/>
  <p:tag name="SP_POWERSHAPE" val="&lt;PowerShapeTag ClassVersion=&quot;0&quot; GUID=&quot;d49074d4-1016-448b-856a-9ab9e2544118&quot; IsConsolidated=&quot;False&quot; IsTopLevel=&quot;False&quot; Source=&quot;Group 5&quot; Layer=&quot;Harvey 3/4 [3]&quot; /&gt;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1f6e42f0-6172-48f1-b7b3-938d21934801&quot; /&gt;"/>
  <p:tag name="SP_POWERSHAPE" val="&lt;PowerShapeTag ClassVersion=&quot;0&quot; GUID=&quot;d49074d4-1016-448b-856a-9ab9e2544118&quot; IsConsolidated=&quot;False&quot; IsTopLevel=&quot;False&quot; Source=&quot;Group 5&quot; Layer=&quot;Harvey 4/4 [4]&quot; /&gt;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2915f3e2-8299-477b-bc6f-b8374767579c&quot; /&gt;"/>
  <p:tag name="SP_POWERSHAPE" val="&lt;PowerShapeTag ClassVersion=&quot;0&quot; GUID=&quot;482b1744-6a2c-4e40-b634-2f3943210f4d&quot; IsConsolidated=&quot;False&quot; IsTopLevel=&quot;False&quot; Source=&quot;Group 4&quot; Layer=&quot;Harvey 0/3 [0]&quot; /&gt;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2915f3e2-8299-477b-bc6f-b8374767579c&quot; /&gt;"/>
  <p:tag name="SP_POWERSHAPE" val="&lt;PowerShapeTag ClassVersion=&quot;0&quot; GUID=&quot;482b1744-6a2c-4e40-b634-2f3943210f4d&quot; IsConsolidated=&quot;False&quot; IsTopLevel=&quot;False&quot; Source=&quot;Group 4&quot; Layer=&quot;Harvey 1/3 [1]&quot; /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2915f3e2-8299-477b-bc6f-b8374767579c&quot; /&gt;"/>
  <p:tag name="SP_POWERSHAPE" val="&lt;PowerShapeTag ClassVersion=&quot;0&quot; GUID=&quot;482b1744-6a2c-4e40-b634-2f3943210f4d&quot; IsConsolidated=&quot;False&quot; IsTopLevel=&quot;False&quot; Source=&quot;Group 4&quot; Layer=&quot;Harvey 2/3 [2]&quot; /&gt;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2915f3e2-8299-477b-bc6f-b8374767579c&quot; /&gt;"/>
  <p:tag name="SP_POWERSHAPE" val="&lt;PowerShapeTag ClassVersion=&quot;0&quot; GUID=&quot;482b1744-6a2c-4e40-b634-2f3943210f4d&quot; IsConsolidated=&quot;False&quot; IsTopLevel=&quot;False&quot; Source=&quot;Group 4&quot; Layer=&quot;Harvey 3/3 [3]&quot; /&gt;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LIBRARY" val="&lt;LibraryShapeTag ClassVersion=&quot;0&quot; GUID=&quot;82896f81-e101-4051-a230-65c08d86e3b5&quot; /&gt;"/>
  <p:tag name="SP_POWERSHAPE" val="&lt;PowerShapeTag ClassVersion=&quot;0&quot; GUID=&quot;5ac22481-3ced-416b-838d-ba9ce6ab5b19&quot; IsConsolidated=&quot;False&quot; IsTopLevel=&quot;True&quot; Layer=&quot;Group 33&quot; Source=&quot;Group 33&quot; /&gt;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1 [0]&quot; Source=&quot;Group 33&quot; /&gt;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2 [0]&quot; Source=&quot;Group 33&quot; /&gt;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3 [0]&quot; Source=&quot;Group 33&quot; /&gt;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1 [1]&quot; Source=&quot;Group 33&quot; /&gt;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2 [1]&quot; Source=&quot;Group 33&quot; /&gt;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3 [1]&quot; Source=&quot;Group 33&quot; /&gt;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1 [2]&quot; Source=&quot;Group 33&quot; /&gt;"/>
  <p:tag name="TEMPLAFYSLIDEID" val="638532000846954149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2 [2]&quot; Source=&quot;Group 33&quot; /&gt;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3 [2]&quot; Source=&quot;Group 33&quot; /&gt;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1 [4]&quot; Source=&quot;Group 33&quot; /&gt;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2 [4]&quot; Source=&quot;Group 33&quot; /&gt;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3 [4]&quot; Source=&quot;Group 33&quot; /&gt;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1 [3]&quot; Source=&quot;Group 33&quot; /&gt;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2 [3]&quot; Source=&quot;Group 33&quot; /&gt;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3 [3]&quot; Source=&quot;Group 33&quot; /&gt;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1 [5]&quot; Source=&quot;Group 33&quot; /&gt;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2 [5]&quot; Source=&quot;Group 33&quot; /&gt;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P_POWERSHAPE" val="&lt;PowerShapeTag ClassVersion=&quot;0&quot; GUID=&quot;5ac22481-3ced-416b-838d-ba9ce6ab5b19&quot; IsConsolidated=&quot;False&quot; IsTopLevel=&quot;False&quot; Layer=&quot;Oval 3 [5]&quot; Source=&quot;Group 33&quot; /&gt;"/>
</p:tagLst>
</file>

<file path=ppt/theme/theme1.xml><?xml version="1.0" encoding="utf-8"?>
<a:theme xmlns:a="http://schemas.openxmlformats.org/drawingml/2006/main" name="Wavestone template-EN-16.9-Landscape-2024">
  <a:themeElements>
    <a:clrScheme name="Wavestone July 30">
      <a:dk1>
        <a:srgbClr val="000000"/>
      </a:dk1>
      <a:lt1>
        <a:srgbClr val="FFFFFF"/>
      </a:lt1>
      <a:dk2>
        <a:srgbClr val="FFFFFF"/>
      </a:dk2>
      <a:lt2>
        <a:srgbClr val="451DC7"/>
      </a:lt2>
      <a:accent1>
        <a:srgbClr val="04F06A"/>
      </a:accent1>
      <a:accent2>
        <a:srgbClr val="CAFEE0"/>
      </a:accent2>
      <a:accent3>
        <a:srgbClr val="250F6B"/>
      </a:accent3>
      <a:accent4>
        <a:srgbClr val="4682B4"/>
      </a:accent4>
      <a:accent5>
        <a:srgbClr val="8F00FF"/>
      </a:accent5>
      <a:accent6>
        <a:srgbClr val="F6F6F6"/>
      </a:accent6>
      <a:hlink>
        <a:srgbClr val="451DC7"/>
      </a:hlink>
      <a:folHlink>
        <a:srgbClr val="451DC7"/>
      </a:folHlink>
    </a:clrScheme>
    <a:fontScheme name="Wavestone NEW">
      <a:majorFont>
        <a:latin typeface="Aptos SemiBold"/>
        <a:ea typeface=""/>
        <a:cs typeface=""/>
      </a:majorFont>
      <a:minorFont>
        <a:latin typeface="Aptos"/>
        <a:ea typeface=""/>
        <a:cs typeface=""/>
      </a:minorFont>
    </a:fontScheme>
    <a:fmtScheme name="Thème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6">
            <a:lumMod val="100000"/>
          </a:schemeClr>
        </a:solidFill>
        <a:ln>
          <a:noFill/>
        </a:ln>
      </a:spPr>
      <a:bodyPr rot="0" spcFirstLastPara="0" vertOverflow="overflow" horzOverflow="overflow" vert="horz" wrap="square" lIns="108000" tIns="108000" rIns="108000" bIns="108000" numCol="1" spcCol="0" rtlCol="0" fromWordArt="0" anchor="t" anchorCtr="0" forceAA="0" compatLnSpc="1">
        <a:prstTxWarp prst="textNoShape">
          <a:avLst/>
        </a:prstTxWarp>
        <a:noAutofit/>
      </a:bodyPr>
      <a:lstStyle>
        <a:defPPr algn="l">
          <a:spcBef>
            <a:spcPts val="600"/>
          </a:spcBef>
          <a:defRPr sz="2000" dirty="0" err="1" smtClean="0">
            <a:solidFill>
              <a:schemeClr val="bg2"/>
            </a:solidFill>
            <a:ea typeface="+mj-ea"/>
            <a:cs typeface="+mj-cs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bg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36000" rIns="0" bIns="36000" rtlCol="0">
        <a:spAutoFit/>
      </a:bodyPr>
      <a:lstStyle>
        <a:defPPr algn="l">
          <a:spcBef>
            <a:spcPts val="600"/>
          </a:spcBef>
          <a:defRPr sz="16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W+Q shared transition template - Landscape 16-9.potx" id="{665AFD69-305F-41A6-A52D-4956F3F8A12E}" vid="{A3E2CB7A-C858-4B38-981D-43C1CDC55852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414</TotalTime>
  <Words>57600</Words>
  <Application>Microsoft Office PowerPoint</Application>
  <PresentationFormat>Grand écran</PresentationFormat>
  <Paragraphs>13400</Paragraphs>
  <Slides>200</Slides>
  <Notes>200</Notes>
  <HiddenSlides>0</HiddenSlides>
  <MMClips>0</MMClips>
  <ScaleCrop>false</ScaleCrop>
  <HeadingPairs>
    <vt:vector size="6" baseType="variant">
      <vt:variant>
        <vt:lpstr>Polices utilisées</vt:lpstr>
      </vt:variant>
      <vt:variant>
        <vt:i4>11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200</vt:i4>
      </vt:variant>
    </vt:vector>
  </HeadingPairs>
  <TitlesOfParts>
    <vt:vector size="212" baseType="lpstr">
      <vt:lpstr>Aptos</vt:lpstr>
      <vt:lpstr>Aptos Light</vt:lpstr>
      <vt:lpstr>Aptos SemiBold</vt:lpstr>
      <vt:lpstr>Arial</vt:lpstr>
      <vt:lpstr>Avenir Next LT Pro</vt:lpstr>
      <vt:lpstr>Calibri</vt:lpstr>
      <vt:lpstr>Century Gothic</vt:lpstr>
      <vt:lpstr>Courier New</vt:lpstr>
      <vt:lpstr>Poppins</vt:lpstr>
      <vt:lpstr>Tahoma</vt:lpstr>
      <vt:lpstr>Tempus Sans ITC</vt:lpstr>
      <vt:lpstr>Wavestone template-EN-16.9-Landscape-2024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NOWAK Victor</dc:creator>
  <cp:lastModifiedBy>NOWAK Victor</cp:lastModifiedBy>
  <cp:revision>60</cp:revision>
  <dcterms:created xsi:type="dcterms:W3CDTF">2025-10-13T09:34:30Z</dcterms:created>
  <dcterms:modified xsi:type="dcterms:W3CDTF">2025-10-28T17:08:30Z</dcterms:modified>
</cp:coreProperties>
</file>